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42a613d8934429" /><Relationship Type="http://schemas.openxmlformats.org/officeDocument/2006/relationships/extended-properties" Target="/docProps/app.xml" Id="R65513a3fefc14ce7" /><Relationship Type="http://schemas.openxmlformats.org/officeDocument/2006/relationships/officeDocument" Target="/ppt/presentation.xml" Id="Rbd8d66ccb15040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b23b352a9a411a"/>
  </p:sldMasterIdLst>
  <p:notesMasterIdLst>
    <p:notesMasterId xmlns:r="http://schemas.openxmlformats.org/officeDocument/2006/relationships" r:id="Rb084acd9bdcf4c71"/>
  </p:notesMasterIdLst>
  <p:sldIdLst>
    <p:sldId xmlns:r="http://schemas.openxmlformats.org/officeDocument/2006/relationships" id="256" r:id="R03f007637a784b46"/>
    <p:sldId xmlns:r="http://schemas.openxmlformats.org/officeDocument/2006/relationships" id="257" r:id="Rbcc99244bc4f48b1"/>
    <p:sldId xmlns:r="http://schemas.openxmlformats.org/officeDocument/2006/relationships" id="258" r:id="Rb2ef0148cea5485e"/>
    <p:sldId xmlns:r="http://schemas.openxmlformats.org/officeDocument/2006/relationships" id="259" r:id="R8e68840ffccc4267"/>
    <p:sldId xmlns:r="http://schemas.openxmlformats.org/officeDocument/2006/relationships" id="260" r:id="R65937ab0d8fc4b58"/>
    <p:sldId xmlns:r="http://schemas.openxmlformats.org/officeDocument/2006/relationships" id="261" r:id="Ra9d86c2188eb4330"/>
    <p:sldId xmlns:r="http://schemas.openxmlformats.org/officeDocument/2006/relationships" id="262" r:id="R0a2ac5452c194cd5"/>
    <p:sldId xmlns:r="http://schemas.openxmlformats.org/officeDocument/2006/relationships" id="263" r:id="Re5179f910fb847ae"/>
    <p:sldId xmlns:r="http://schemas.openxmlformats.org/officeDocument/2006/relationships" id="264" r:id="R3becd6dd10014615"/>
    <p:sldId xmlns:r="http://schemas.openxmlformats.org/officeDocument/2006/relationships" id="265" r:id="R17fbed9e9e364944"/>
    <p:sldId xmlns:r="http://schemas.openxmlformats.org/officeDocument/2006/relationships" id="266" r:id="R450f796b9e0e4c67"/>
    <p:sldId xmlns:r="http://schemas.openxmlformats.org/officeDocument/2006/relationships" id="267" r:id="Re2f0f826a40c43d5"/>
    <p:sldId xmlns:r="http://schemas.openxmlformats.org/officeDocument/2006/relationships" id="268" r:id="Rc68afcceace8439d"/>
    <p:sldId xmlns:r="http://schemas.openxmlformats.org/officeDocument/2006/relationships" id="269" r:id="Rba52eb201c5c4dc6"/>
    <p:sldId xmlns:r="http://schemas.openxmlformats.org/officeDocument/2006/relationships" id="270" r:id="R19a4f28edfc44520"/>
    <p:sldId xmlns:r="http://schemas.openxmlformats.org/officeDocument/2006/relationships" id="271" r:id="Raec9cf9047114f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073ffca79b43e5" /><Relationship Type="http://schemas.openxmlformats.org/officeDocument/2006/relationships/slideMaster" Target="/ppt/slideMasters/slideMaster1.xml" Id="Rb4b23b352a9a411a" /><Relationship Type="http://schemas.openxmlformats.org/officeDocument/2006/relationships/notesMaster" Target="/ppt/notesMasters/notesMaster1.xml" Id="Rb084acd9bdcf4c71" /><Relationship Type="http://schemas.openxmlformats.org/officeDocument/2006/relationships/presProps" Target="/ppt/presProps.xml" Id="R4603dccd2c66480f" /><Relationship Type="http://schemas.openxmlformats.org/officeDocument/2006/relationships/tableStyles" Target="/ppt/tableStyles.xml" Id="R75eaf8ed8ce547dd" /><Relationship Type="http://schemas.openxmlformats.org/officeDocument/2006/relationships/slide" Target="/ppt/slides/slide1.xml" Id="R03f007637a784b46" /><Relationship Type="http://schemas.openxmlformats.org/officeDocument/2006/relationships/slide" Target="/ppt/slides/slide2.xml" Id="Rbcc99244bc4f48b1" /><Relationship Type="http://schemas.openxmlformats.org/officeDocument/2006/relationships/slide" Target="/ppt/slides/slide3.xml" Id="Rb2ef0148cea5485e" /><Relationship Type="http://schemas.openxmlformats.org/officeDocument/2006/relationships/slide" Target="/ppt/slides/slide4.xml" Id="R8e68840ffccc4267" /><Relationship Type="http://schemas.openxmlformats.org/officeDocument/2006/relationships/slide" Target="/ppt/slides/slide5.xml" Id="R65937ab0d8fc4b58" /><Relationship Type="http://schemas.openxmlformats.org/officeDocument/2006/relationships/slide" Target="/ppt/slides/slide6.xml" Id="Ra9d86c2188eb4330" /><Relationship Type="http://schemas.openxmlformats.org/officeDocument/2006/relationships/slide" Target="/ppt/slides/slide7.xml" Id="R0a2ac5452c194cd5" /><Relationship Type="http://schemas.openxmlformats.org/officeDocument/2006/relationships/slide" Target="/ppt/slides/slide8.xml" Id="Re5179f910fb847ae" /><Relationship Type="http://schemas.openxmlformats.org/officeDocument/2006/relationships/slide" Target="/ppt/slides/slide9.xml" Id="R3becd6dd10014615" /><Relationship Type="http://schemas.openxmlformats.org/officeDocument/2006/relationships/slide" Target="/ppt/slides/slide10.xml" Id="R17fbed9e9e364944" /><Relationship Type="http://schemas.openxmlformats.org/officeDocument/2006/relationships/slide" Target="/ppt/slides/slide11.xml" Id="R450f796b9e0e4c67" /><Relationship Type="http://schemas.openxmlformats.org/officeDocument/2006/relationships/slide" Target="/ppt/slides/slide12.xml" Id="Re2f0f826a40c43d5" /><Relationship Type="http://schemas.openxmlformats.org/officeDocument/2006/relationships/slide" Target="/ppt/slides/slide13.xml" Id="Rc68afcceace8439d" /><Relationship Type="http://schemas.openxmlformats.org/officeDocument/2006/relationships/slide" Target="/ppt/slides/slide14.xml" Id="Rba52eb201c5c4dc6" /><Relationship Type="http://schemas.openxmlformats.org/officeDocument/2006/relationships/slide" Target="/ppt/slides/slide15.xml" Id="R19a4f28edfc44520" /><Relationship Type="http://schemas.openxmlformats.org/officeDocument/2006/relationships/slide" Target="/ppt/slides/slide16.xml" Id="Raec9cf9047114f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e6836d474645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d900d71f57480d" /><Relationship Type="http://schemas.openxmlformats.org/officeDocument/2006/relationships/notesMaster" Target="/ppt/notesMasters/notesMaster1.xml" Id="R06b2976233914f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65e41112954492" /><Relationship Type="http://schemas.openxmlformats.org/officeDocument/2006/relationships/notesMaster" Target="/ppt/notesMasters/notesMaster1.xml" Id="R65c7281c945f40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acc36131064843" /><Relationship Type="http://schemas.openxmlformats.org/officeDocument/2006/relationships/notesMaster" Target="/ppt/notesMasters/notesMaster1.xml" Id="Rda3286eb591b4f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02a448319a4ce9" /><Relationship Type="http://schemas.openxmlformats.org/officeDocument/2006/relationships/notesMaster" Target="/ppt/notesMasters/notesMaster1.xml" Id="R7ce099ee16c643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87070165de44ca" /><Relationship Type="http://schemas.openxmlformats.org/officeDocument/2006/relationships/notesMaster" Target="/ppt/notesMasters/notesMaster1.xml" Id="Ref8733dce8664c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4ba1846e424bbe" /><Relationship Type="http://schemas.openxmlformats.org/officeDocument/2006/relationships/notesMaster" Target="/ppt/notesMasters/notesMaster1.xml" Id="R800e83e8c7e04a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c30601faa24ceb" /><Relationship Type="http://schemas.openxmlformats.org/officeDocument/2006/relationships/notesMaster" Target="/ppt/notesMasters/notesMaster1.xml" Id="R8e1299cba36242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65b8ce5b1c44a2" /><Relationship Type="http://schemas.openxmlformats.org/officeDocument/2006/relationships/notesMaster" Target="/ppt/notesMasters/notesMaster1.xml" Id="R08b5ae3b3f4c4a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fb371f08014c44" /><Relationship Type="http://schemas.openxmlformats.org/officeDocument/2006/relationships/notesMaster" Target="/ppt/notesMasters/notesMaster1.xml" Id="R148b102e2e6e46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962cb4f7084e3e" /><Relationship Type="http://schemas.openxmlformats.org/officeDocument/2006/relationships/notesMaster" Target="/ppt/notesMasters/notesMaster1.xml" Id="R75af782b713d48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b4d27718aa4741" /><Relationship Type="http://schemas.openxmlformats.org/officeDocument/2006/relationships/notesMaster" Target="/ppt/notesMasters/notesMaster1.xml" Id="Rde87b7b4c3c042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8b1ecdf21d4b5a" /><Relationship Type="http://schemas.openxmlformats.org/officeDocument/2006/relationships/notesMaster" Target="/ppt/notesMasters/notesMaster1.xml" Id="R6a921a56c5854b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21f62936a54fe8" /><Relationship Type="http://schemas.openxmlformats.org/officeDocument/2006/relationships/notesMaster" Target="/ppt/notesMasters/notesMaster1.xml" Id="Re0d9a704074b42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b6dba6be974b96" /><Relationship Type="http://schemas.openxmlformats.org/officeDocument/2006/relationships/notesMaster" Target="/ppt/notesMasters/notesMaster1.xml" Id="R8bda76782c544b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0292b45e8c4f40" /><Relationship Type="http://schemas.openxmlformats.org/officeDocument/2006/relationships/notesMaster" Target="/ppt/notesMasters/notesMaster1.xml" Id="R2fbfe161809344f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908a96bc7d44e9" /><Relationship Type="http://schemas.openxmlformats.org/officeDocument/2006/relationships/notesMaster" Target="/ppt/notesMasters/notesMaster1.xml" Id="R54d768853a3240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Evolve Academy. Objetivo: identificar riesgo y priorizar seguimiento humano. La nueva entrega reconstruye v3 desde CSV y añade una búsqueda limitada posterior. No se presenta como despliegue ni intervención validada.</a:t>
            </a:r>
          </a:p>
          <a:p xmlns:a="http://schemas.openxmlformats.org/drawingml/2006/main">
            <a:r>
              <a:t>Fuente: Notebook autónomo v3, ejecución 26/10/2026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119.390 reservas, dos hoteles portugueses y 32 variables. Se conserva el CSV, incluidos duplicados; no hay ID real de reserva/cliente. El Excel del profesor tiene 230 ADR convertidos a fechas. La fuente científica no acredita por sí sola la cadena de descarga local.</a:t>
            </a:r>
          </a:p>
          <a:p xmlns:a="http://schemas.openxmlformats.org/drawingml/2006/main">
            <a:r>
              <a:t>Fuente: CSV original; António et al. (2019), DOI 10.1016/j.dib.2018.11.126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tasas usan cada grupo como denominador. El análisis explora todo el archivo. City tiene mayor tasa agregada; no implica efecto causal del hotel. Los meses son de llegada, no de creación o cancelación. Solo 2016 cubre doce meses. Propuesta: planificar revisión y previsión por hotel y cohorte.</a:t>
            </a:r>
          </a:p>
          <a:p xmlns:a="http://schemas.openxmlformats.org/drawingml/2006/main">
            <a:r>
              <a:t>Fuente: Notebook autónomo v3, ejecución 26/10/2026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time cero: 6,78%; mayor a 365 días: 67,66%. TA/TO 41,03%. ADR medio bruto no canceladas 99,99 y canceladas 104,96. Incluye el negativo y extremo de 5.400. Propuestas: recordatorios en reservas anticipadas, coordinación con agencias y revisión del riesgo tarifario. No inferir causalidad ni cambiar precios a partir de medias agregadas.</a:t>
            </a:r>
          </a:p>
          <a:p xmlns:a="http://schemas.openxmlformats.org/drawingml/2006/main">
            <a:r>
              <a:t>Fuente: Notebook autónomo v3, ejecución 26/10/2026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Seis numéricas y ocho categóricas. total_nights suma noches previstas; children_missing distingue dato desconocido de cero. Medianas, categorías y escalado se ajustan por train. Se excluyen estado final/fecha y doce campos inciertos. Los 14 predictores admitidos siguen sujetos a snapshot inicial no acreditado.</a:t>
            </a:r>
          </a:p>
          <a:p xmlns:a="http://schemas.openxmlformats.org/drawingml/2006/main">
            <a:r>
              <a:t>Fuente: Notebook autónomo v3, ejecución 26/10/2026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Cohortes completas por llegada. Embargo de dos meses. Seguimiento común de train/validación verificado; si una fila incumple se bloquea el bloque, no se elimina esa reserva. No se usan filtros individuales v2. Llegada no es creación y test no es virgen.</a:t>
            </a:r>
          </a:p>
          <a:p xmlns:a="http://schemas.openxmlformats.org/drawingml/2006/main">
            <a:r>
              <a:t>Fuente: Notebook autónomo v3, ejecución 26/10/2026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Ambos modelos iniciales se reconstruyen con los mismos train/validación. XGBoost logra mejor AUC y AP. Precision/recall a 0,5 y política mensual son decisiones distintas. El notebook incluye baseline mayoritario y matrices.</a:t>
            </a:r>
          </a:p>
          <a:p xmlns:a="http://schemas.openxmlformats.org/drawingml/2006/main">
            <a:r>
              <a:t>Fuente: Notebook autónomo v3, ejecución 26/10/2026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Búsqueda posterior a la selección histórica. C 0,1 / 1 / 10 y pesos None/balanced. Tres folds de llegada completos con embargo y seguimiento; 18 ajustes, preprocesamiento por fold. AP media principal, AUC desempate. No se consulta validación externa o test para seleccionar candidatos. La diferencia entre C 0,1 y C 1 es muy pequeña y no acredita superioridad estable.</a:t>
            </a:r>
          </a:p>
          <a:p xmlns:a="http://schemas.openxmlformats.org/drawingml/2006/main">
            <a:r>
              <a:t>Fuente: Notebook autónomo v3, ejecución 26/10/2026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3.980 prioridades de validación, logística obtuvo 3.407 TP frente a 3.375 de XGBoost. Son 32 casos más, ventaja pequeña descriptiva y dependiente de capacidad. La menor complejidad también apoyó la decisión. La búsqueda complementaria no intervino en la decisión original. La política requiere lote mensual completo, cuota conjunta y desempates SHA256/ID.</a:t>
            </a:r>
          </a:p>
          <a:p xmlns:a="http://schemas.openxmlformats.org/drawingml/2006/main">
            <a:r>
              <a:t>Fuente: Notebook autónomo v3, ejecución 26/10/2026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evalúa solo la logística inicial reconstruida, con configuración y política fijas. Coinciden parámetros aprendidos, categorías, nombres transformados, scores y decisiones con las evidencias históricas; Brier difiere 2,78e-17 en agregación. Se informa nueva ejecución, no identidad binaria del joblib. La política mensual no equivale al umbral 0,5.</a:t>
            </a:r>
          </a:p>
          <a:p xmlns:a="http://schemas.openxmlformats.org/drawingml/2006/main">
            <a:r>
              <a:t>Fuente: Notebook autónomo v3, ejecución 26/10/2026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ROC calculada con scores de la única inferencia de test de la ejecución final. Curva nativa editable con todos los puntos emitidos por roc_curve. El AUC informado se calcula con scores completos, sin redondear; las cifras del libro de gráfico se redondean solo para presentación. No se selecciona un umbral con esta curva.</a:t>
            </a:r>
          </a:p>
          <a:p xmlns:a="http://schemas.openxmlformats.org/drawingml/2006/main">
            <a:r>
              <a:t>Fuente: Notebook autónomo v3, ejecución 26/10/2026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FP 1.224: seguimiento de reservas que no cancelaron. FN 7.796: cancelaciones sin prioridad. City recibe 23,73% de sus reservas como prioridad y Resort 11,81% bajo cuota conjunta. Recalls 45,88% y 26,04%. No se cambian cuotas tras observar el test.</a:t>
            </a:r>
          </a:p>
          <a:p xmlns:a="http://schemas.openxmlformats.org/drawingml/2006/main">
            <a:r>
              <a:t>Fuente: Notebook autónomo v3, ejecución 26/10/2026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lineal reconstruido, no XGBoost histórico. Referencia aleatoria fija de 500 filas de train y 1.000 filas de validación explicadas. Columnas transformadas, escaladas y one-hot. Base más SHAP reconstruye log-odds; error máximo 1,78e-15. La importancia agregada original destaca country, lead_time y customer_type; no significa causalidad ni trato adverso permitido. El notebook genera el gráfico SHAP original y conserva su trazabilidad.</a:t>
            </a:r>
          </a:p>
          <a:p xmlns:a="http://schemas.openxmlformats.org/drawingml/2006/main">
            <a:r>
              <a:t>Fuente: Notebook autónomo v3, ejecución 26/10/2026</a:t>
            </a:r>
          </a:p>
          <a:p xmlns:a="http://schemas.openxmlformats.org/drawingml/2006/main">
            <a:r>
              <a:t>Ajuste de exposición: se amplían las ocho primeras variables transformadas del summary original. El recorte no elimina variables del modelo ni cambia valores, orden o escala; el eje inferior se conserva desde la misma imagen y el gráfico completo permanece intacto en el notebook. En el summary rojo/azul indican valor alto/bajo, no signo de contribución. Izquierda reduce y derecha eleva el margen respecto a la referencia. Log-odds no son puntos porcentuales de probabilidad.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 ID técnico 60173, elegido por score máximo de validación, no por etiqueta ni test. Score 0,998562; base -0,830329; contribuciones principales lead_time +4,781, Groups +1,282 y PRT +0,882 log-odds. El número junto a lead_time es escalado, no días. Es un extremo ilustrativo, no perfil universal.</a:t>
            </a:r>
          </a:p>
          <a:p xmlns:a="http://schemas.openxmlformats.org/drawingml/2006/main">
            <a:r>
              <a:t>Fuente: Notebook autónomo v3, ejecución 26/10/2026</a:t>
            </a:r>
          </a:p>
          <a:p xmlns:a="http://schemas.openxmlformats.org/drawingml/2006/main">
            <a:r>
              <a:t>Aclaración visible en esta versión: lead_time aparece después de StandardScaler y no está expresado directamente en días. Los colores del waterfall indican el signo de la contribución al margen. Se conserva la base y todos los valores del gráfico original: sumar contribuciones da log-odds y aplicar la sigmoide a la suma completa da el score; no se suman puntos porcentuales de probabilidad. Imagen ampliada sin recalcular SHAP.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 ID técnico 29898, seleccionado por score mínimo de validación sin consultar etiqueta. Score 0,000636. Principales contribuciones country_AUT -2,450, ausencia de PRT -0,987 y lead_time -0,756. Unidades de datos numéricos escaladas; dummies 0/1. No se recomienda penalizar país o interpretar el resultado como efecto causal.</a:t>
            </a:r>
          </a:p>
          <a:p xmlns:a="http://schemas.openxmlformats.org/drawingml/2006/main">
            <a:r>
              <a:t>Fuente: Notebook autónomo v3, ejecución 26/10/2026</a:t>
            </a:r>
          </a:p>
          <a:p xmlns:a="http://schemas.openxmlformats.org/drawingml/2006/main">
            <a:r>
              <a:t>Aclaración visible en esta versión: lead_time aparece después de StandardScaler y no está expresado directamente en días. Los colores del waterfall indican el signo de la contribución al margen. Se conserva la base y todos los valores del gráfico original: sumar contribuciones da log-odds y aplicar la sigmoide a la suma completa da el score; no se suman puntos porcentuales de probabilidad. Imagen ampliada sin recalcular SHAP.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Revisión humana, control de carga y medición de consecuencias. No hay despliegue real, costes ni efectos de intervención acreditados. Límites: retrospectivo, snapshots/cierre inciertos, exposición previa del test, duplicados y ausencia de ID real. Siguiente paso: datos nuevos trazables, validación independiente y piloto controlado. Autoría académica pendiente de confirmar antes de envío.</a:t>
            </a:r>
          </a:p>
          <a:p xmlns:a="http://schemas.openxmlformats.org/drawingml/2006/main">
            <a:r>
              <a:t>Fuente: Notebook autónomo v3, ejecución 26/10/2026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dcda34aebd42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5a34f19c946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40150ef8946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4fd0f1a914a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33971f41547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06f69be60141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6E159D-B76E-489F-A274-6A42F1257A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89722A8-2D44-45D2-B92A-799267889E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C73F76-AEEC-43EA-B6AE-F29DEED162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46B0DB-59CE-4A4E-A713-9F9AE290A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3F20A4-F0A7-4F65-A83E-ADEAF89859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472F62-A25B-4ADB-908A-67B4068F08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F653C9-AE60-46E8-B4A6-179DAED35C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03FC8C-1778-4D4B-AB17-E98833AE09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8E33B0-6D91-483A-B58A-4E554C558E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766F75-F5CE-4904-B757-E2E8C74557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33b30bb2284981" /><Relationship Type="http://schemas.openxmlformats.org/officeDocument/2006/relationships/slideLayout" Target="/ppt/slideLayouts/slideLayout1.xml" Id="R2ac9a4180a5a467b" /><Relationship Type="http://schemas.openxmlformats.org/officeDocument/2006/relationships/slideLayout" Target="/ppt/slideLayouts/slideLayout2.xml" Id="R7a95309666e242db" /><Relationship Type="http://schemas.openxmlformats.org/officeDocument/2006/relationships/slideLayout" Target="/ppt/slideLayouts/slideLayout3.xml" Id="Rc0503f10dda5494f" /><Relationship Type="http://schemas.openxmlformats.org/officeDocument/2006/relationships/slideLayout" Target="/ppt/slideLayouts/slideLayout4.xml" Id="R48d20bd3f5e94f33" /><Relationship Type="http://schemas.openxmlformats.org/officeDocument/2006/relationships/slideLayout" Target="/ppt/slideLayouts/slideLayout5.xml" Id="Rda0de49fbcdc470c" /><Relationship Type="http://schemas.openxmlformats.org/officeDocument/2006/relationships/slideLayout" Target="/ppt/slideLayouts/slideLayout6.xml" Id="R617809782fa649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c9a4180a5a467b"/>
    <p:sldLayoutId xmlns:r="http://schemas.openxmlformats.org/officeDocument/2006/relationships" id="2147483650" r:id="R7a95309666e242db"/>
    <p:sldLayoutId xmlns:r="http://schemas.openxmlformats.org/officeDocument/2006/relationships" id="2147483651" r:id="Rc0503f10dda5494f"/>
    <p:sldLayoutId xmlns:r="http://schemas.openxmlformats.org/officeDocument/2006/relationships" id="2147483652" r:id="R48d20bd3f5e94f33"/>
    <p:sldLayoutId xmlns:r="http://schemas.openxmlformats.org/officeDocument/2006/relationships" id="2147483653" r:id="Rda0de49fbcdc470c"/>
    <p:sldLayoutId xmlns:r="http://schemas.openxmlformats.org/officeDocument/2006/relationships" id="2147483654" r:id="R617809782fa649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3f22d9f14345d1" /><Relationship Type="http://schemas.openxmlformats.org/officeDocument/2006/relationships/notesSlide" Target="/ppt/notesSlides/notesSlide1.xml" Id="R9a5107975d3b45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38236bc104a9d" /><Relationship Type="http://schemas.openxmlformats.org/officeDocument/2006/relationships/notesSlide" Target="/ppt/notesSlides/notesSlide2.xml" Id="Rdaeffa7becd247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dbbf090d04848" /><Relationship Type="http://schemas.openxmlformats.org/officeDocument/2006/relationships/chart" Target="/ppt/slides/charts/chart1.xml" Id="R26dc96ab505349fa" /><Relationship Type="http://schemas.openxmlformats.org/officeDocument/2006/relationships/notesSlide" Target="/ppt/notesSlides/notesSlide3.xml" Id="Rc559698503aa42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7dd31086d340a5" /><Relationship Type="http://schemas.openxmlformats.org/officeDocument/2006/relationships/chart" Target="/ppt/slides/charts/chart2.xml" Id="R0c9a467fe2584af4" /><Relationship Type="http://schemas.openxmlformats.org/officeDocument/2006/relationships/notesSlide" Target="/ppt/notesSlides/notesSlide4.xml" Id="R8b7e870779d74e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e59eac712c4baa" /><Relationship Type="http://schemas.openxmlformats.org/officeDocument/2006/relationships/notesSlide" Target="/ppt/notesSlides/notesSlide5.xml" Id="Rc1d35fe51a7945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c9c0d320294e75" /><Relationship Type="http://schemas.openxmlformats.org/officeDocument/2006/relationships/notesSlide" Target="/ppt/notesSlides/notesSlide6.xml" Id="Rc0e0886797bf46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03dc5319444ddf" /><Relationship Type="http://schemas.openxmlformats.org/officeDocument/2006/relationships/chart" Target="/ppt/slides/charts/chart3.xml" Id="Rac1da5d7508a4e67" /><Relationship Type="http://schemas.openxmlformats.org/officeDocument/2006/relationships/notesSlide" Target="/ppt/notesSlides/notesSlide7.xml" Id="Rf65a46bb52bf43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2f7204db8240ea" /><Relationship Type="http://schemas.openxmlformats.org/officeDocument/2006/relationships/notesSlide" Target="/ppt/notesSlides/notesSlide8.xml" Id="Rabfefd6ed86c44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dbd7b53d54f09" /><Relationship Type="http://schemas.openxmlformats.org/officeDocument/2006/relationships/notesSlide" Target="/ppt/notesSlides/notesSlide9.xml" Id="Ra6624636172649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af4f8cb1046e2" /><Relationship Type="http://schemas.openxmlformats.org/officeDocument/2006/relationships/notesSlide" Target="/ppt/notesSlides/notesSlide10.xml" Id="R9ae4b9244db24b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9516ccacfb4036" /><Relationship Type="http://schemas.openxmlformats.org/officeDocument/2006/relationships/chart" Target="/ppt/slides/charts/chart4.xml" Id="Re30a9a96023d4eaa" /><Relationship Type="http://schemas.openxmlformats.org/officeDocument/2006/relationships/notesSlide" Target="/ppt/notesSlides/notesSlide11.xml" Id="R5255edb9d61f46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eba48f3c934715" /><Relationship Type="http://schemas.openxmlformats.org/officeDocument/2006/relationships/notesSlide" Target="/ppt/notesSlides/notesSlide12.xml" Id="R766e5046823243e1" /></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b1aefd21adcd4442" /><ns0:Relationship Type="http://schemas.openxmlformats.org/officeDocument/2006/relationships/image" Target="../media/image.png" Id="Ree892f81919e4dc7" /><ns0:Relationship Type="http://schemas.openxmlformats.org/officeDocument/2006/relationships/image" Target="../media/image.png" Id="Rc9f14a426ed24fd5" /><ns0:Relationship Type="http://schemas.openxmlformats.org/officeDocument/2006/relationships/notesSlide" Target="/ppt/notesSlides/notesSlide13.xml" Id="R49798b2d4c8f4e69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3e352dff1cae404b" /><ns0:Relationship Type="http://schemas.openxmlformats.org/officeDocument/2006/relationships/image" Target="../media/image2.png" Id="R930473e04c704383" /><ns0:Relationship Type="http://schemas.openxmlformats.org/officeDocument/2006/relationships/notesSlide" Target="/ppt/notesSlides/notesSlide14.xml" Id="R7d1f39ca3cb14fbc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59d591c4c87b4ef6" /><ns0:Relationship Type="http://schemas.openxmlformats.org/officeDocument/2006/relationships/image" Target="../media/image3.png" Id="R3868780c5d614da4" /><ns0:Relationship Type="http://schemas.openxmlformats.org/officeDocument/2006/relationships/notesSlide" Target="/ppt/notesSlides/notesSlide15.xml" Id="Rddc0421523af4a35" /></ns0: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da5a71a49743ab" /><Relationship Type="http://schemas.openxmlformats.org/officeDocument/2006/relationships/notesSlide" Target="/ppt/notesSlides/notesSlide16.xml" Id="R2b7bee698d2d476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Cancelación por hotel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Tasa de cancelación</c:v>
          </c:tx>
          <c:spPr>
            <a:solidFill xmlns:a="http://schemas.openxmlformats.org/drawingml/2006/main">
              <a:srgbClr val="173E58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City</c:v>
                </c:pt>
                <c:pt idx="1">
                  <c:v>Resort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0.417269633</c:v>
                </c:pt>
                <c:pt idx="1">
                  <c:v>0.27763355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Cancelación por días de antelación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Cancelación</c:v>
          </c:tx>
          <c:spPr>
            <a:solidFill xmlns:a="http://schemas.openxmlformats.org/drawingml/2006/main">
              <a:srgbClr val="168880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0</c:v>
                </c:pt>
                <c:pt idx="1">
                  <c:v>1–7</c:v>
                </c:pt>
                <c:pt idx="2">
                  <c:v>8–30</c:v>
                </c:pt>
                <c:pt idx="3">
                  <c:v>31–90</c:v>
                </c:pt>
                <c:pt idx="4">
                  <c:v>91–180</c:v>
                </c:pt>
                <c:pt idx="5">
                  <c:v>181–365</c:v>
                </c:pt>
                <c:pt idx="6">
                  <c:v>&gt;365</c:v>
                </c:pt>
              </c:strCache>
            </c:strRef>
          </c:cat>
          <c:val>
            <c:numRef>
              <c:f>'Chart Data'!$B$2:$B$8</c:f>
              <c:numCache>
                <c:formatCode>0%</c:formatCode>
                <c:ptCount val="7"/>
                <c:pt idx="0">
                  <c:v>0.067769898</c:v>
                </c:pt>
                <c:pt idx="1">
                  <c:v>0.109842549</c:v>
                </c:pt>
                <c:pt idx="2">
                  <c:v>0.278639241</c:v>
                </c:pt>
                <c:pt idx="3">
                  <c:v>0.376983724</c:v>
                </c:pt>
                <c:pt idx="4">
                  <c:v>0.447104656</c:v>
                </c:pt>
                <c:pt idx="5">
                  <c:v>0.554539547</c:v>
                </c:pt>
                <c:pt idx="6">
                  <c:v>0.676620076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Discriminación de modelos iniciales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ROC-AUC</c:v>
          </c:tx>
          <c:spPr>
            <a:solidFill xmlns:a="http://schemas.openxmlformats.org/drawingml/2006/main">
              <a:srgbClr val="173E58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Logística</c:v>
                </c:pt>
                <c:pt idx="1">
                  <c:v>XGBoost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0.794590344</c:v>
                </c:pt>
                <c:pt idx="1">
                  <c:v>0.830591914</c:v>
                </c:pt>
              </c:numCache>
            </c:numRef>
          </c:val>
        </c:ser>
        <c:ser>
          <c:idx val="1"/>
          <c:order val="1"/>
          <c:tx>
            <c:v>Average Precision</c:v>
          </c:tx>
          <c:spPr>
            <a:solidFill xmlns:a="http://schemas.openxmlformats.org/drawingml/2006/main">
              <a:srgbClr val="168880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Logística</c:v>
                </c:pt>
                <c:pt idx="1">
                  <c:v>XGBoost</c:v>
                </c:pt>
              </c:strCache>
            </c:str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0.762160965</c:v>
                </c:pt>
                <c:pt idx="1">
                  <c:v>0.790062024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Arial"/>
                <a:ea typeface="Arial"/>
                <a:cs typeface="Arial"/>
              </a:rPr>
              <a:t>ROC, test v3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Logística, AUC 0.7802</c:v>
          </c:tx>
          <c:spPr>
            <a:ln xmlns:a="http://schemas.openxmlformats.org/drawingml/2006/main" w="28575">
              <a:solidFill>
                <a:srgbClr val="173E58"/>
              </a:solidFill>
            </a:ln>
          </c:spPr>
          <c:marker>
            <c:symbol val="none"/>
          </c:marker>
          <c:xVal>
            <c:numRef>
              <c:f>'Chart Data'!$A$2:$A$12728</c:f>
              <c:numCache>
                <c:formatCode>General</c:formatCode>
                <c:ptCount val="127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5.0779E-05</c:v>
                </c:pt>
                <c:pt idx="21">
                  <c:v>5.0779E-05</c:v>
                </c:pt>
                <c:pt idx="22">
                  <c:v>5.0779E-05</c:v>
                </c:pt>
                <c:pt idx="23">
                  <c:v>5.0779E-05</c:v>
                </c:pt>
                <c:pt idx="24">
                  <c:v>5.0779E-05</c:v>
                </c:pt>
                <c:pt idx="25">
                  <c:v>0.000101559</c:v>
                </c:pt>
                <c:pt idx="26">
                  <c:v>0.000101559</c:v>
                </c:pt>
                <c:pt idx="27">
                  <c:v>0.000101559</c:v>
                </c:pt>
                <c:pt idx="28">
                  <c:v>0.000101559</c:v>
                </c:pt>
                <c:pt idx="29">
                  <c:v>0.000101559</c:v>
                </c:pt>
                <c:pt idx="30">
                  <c:v>0.000101559</c:v>
                </c:pt>
                <c:pt idx="31">
                  <c:v>0.000101559</c:v>
                </c:pt>
                <c:pt idx="32">
                  <c:v>0.000101559</c:v>
                </c:pt>
                <c:pt idx="33">
                  <c:v>0.000101559</c:v>
                </c:pt>
                <c:pt idx="34">
                  <c:v>0.000101559</c:v>
                </c:pt>
                <c:pt idx="35">
                  <c:v>0.000101559</c:v>
                </c:pt>
                <c:pt idx="36">
                  <c:v>0.000101559</c:v>
                </c:pt>
                <c:pt idx="37">
                  <c:v>0.000101559</c:v>
                </c:pt>
                <c:pt idx="38">
                  <c:v>0.000101559</c:v>
                </c:pt>
                <c:pt idx="39">
                  <c:v>0.000101559</c:v>
                </c:pt>
                <c:pt idx="40">
                  <c:v>0.000101559</c:v>
                </c:pt>
                <c:pt idx="41">
                  <c:v>0.000101559</c:v>
                </c:pt>
                <c:pt idx="42">
                  <c:v>0.000101559</c:v>
                </c:pt>
                <c:pt idx="43">
                  <c:v>0.000101559</c:v>
                </c:pt>
                <c:pt idx="44">
                  <c:v>0.000101559</c:v>
                </c:pt>
                <c:pt idx="45">
                  <c:v>0.000101559</c:v>
                </c:pt>
                <c:pt idx="46">
                  <c:v>0.000101559</c:v>
                </c:pt>
                <c:pt idx="47">
                  <c:v>0.000203118</c:v>
                </c:pt>
                <c:pt idx="48">
                  <c:v>0.000203118</c:v>
                </c:pt>
                <c:pt idx="49">
                  <c:v>0.000203118</c:v>
                </c:pt>
                <c:pt idx="50">
                  <c:v>0.000203118</c:v>
                </c:pt>
                <c:pt idx="51">
                  <c:v>0.000203118</c:v>
                </c:pt>
                <c:pt idx="52">
                  <c:v>0.000203118</c:v>
                </c:pt>
                <c:pt idx="53">
                  <c:v>0.000203118</c:v>
                </c:pt>
                <c:pt idx="54">
                  <c:v>0.000203118</c:v>
                </c:pt>
                <c:pt idx="55">
                  <c:v>0.000253897</c:v>
                </c:pt>
                <c:pt idx="56">
                  <c:v>0.000253897</c:v>
                </c:pt>
                <c:pt idx="57">
                  <c:v>0.000304677</c:v>
                </c:pt>
                <c:pt idx="58">
                  <c:v>0.000304677</c:v>
                </c:pt>
                <c:pt idx="59">
                  <c:v>0.000355456</c:v>
                </c:pt>
                <c:pt idx="60">
                  <c:v>0.000355456</c:v>
                </c:pt>
                <c:pt idx="61">
                  <c:v>0.000355456</c:v>
                </c:pt>
                <c:pt idx="62">
                  <c:v>0.000406236</c:v>
                </c:pt>
                <c:pt idx="63">
                  <c:v>0.000406236</c:v>
                </c:pt>
                <c:pt idx="64">
                  <c:v>0.000406236</c:v>
                </c:pt>
                <c:pt idx="65">
                  <c:v>0.000406236</c:v>
                </c:pt>
                <c:pt idx="66">
                  <c:v>0.000406236</c:v>
                </c:pt>
                <c:pt idx="67">
                  <c:v>0.000457015</c:v>
                </c:pt>
                <c:pt idx="68">
                  <c:v>0.000457015</c:v>
                </c:pt>
                <c:pt idx="69">
                  <c:v>0.000457015</c:v>
                </c:pt>
                <c:pt idx="70">
                  <c:v>0.000457015</c:v>
                </c:pt>
                <c:pt idx="71">
                  <c:v>0.000457015</c:v>
                </c:pt>
                <c:pt idx="72">
                  <c:v>0.000457015</c:v>
                </c:pt>
                <c:pt idx="73">
                  <c:v>0.000457015</c:v>
                </c:pt>
                <c:pt idx="74">
                  <c:v>0.000457015</c:v>
                </c:pt>
                <c:pt idx="75">
                  <c:v>0.000457015</c:v>
                </c:pt>
                <c:pt idx="76">
                  <c:v>0.000609354</c:v>
                </c:pt>
                <c:pt idx="77">
                  <c:v>0.000609354</c:v>
                </c:pt>
                <c:pt idx="78">
                  <c:v>0.000609354</c:v>
                </c:pt>
                <c:pt idx="79">
                  <c:v>0.000609354</c:v>
                </c:pt>
                <c:pt idx="80">
                  <c:v>0.000609354</c:v>
                </c:pt>
                <c:pt idx="81">
                  <c:v>0.000660133</c:v>
                </c:pt>
                <c:pt idx="82">
                  <c:v>0.000710913</c:v>
                </c:pt>
                <c:pt idx="83">
                  <c:v>0.000710913</c:v>
                </c:pt>
                <c:pt idx="84">
                  <c:v>0.000710913</c:v>
                </c:pt>
                <c:pt idx="85">
                  <c:v>0.000710913</c:v>
                </c:pt>
                <c:pt idx="86">
                  <c:v>0.000710913</c:v>
                </c:pt>
                <c:pt idx="87">
                  <c:v>0.000710913</c:v>
                </c:pt>
                <c:pt idx="88">
                  <c:v>0.000761692</c:v>
                </c:pt>
                <c:pt idx="89">
                  <c:v>0.000761692</c:v>
                </c:pt>
                <c:pt idx="90">
                  <c:v>0.000812471</c:v>
                </c:pt>
                <c:pt idx="91">
                  <c:v>0.000812471</c:v>
                </c:pt>
                <c:pt idx="92">
                  <c:v>0.000812471</c:v>
                </c:pt>
                <c:pt idx="93">
                  <c:v>0.000812471</c:v>
                </c:pt>
                <c:pt idx="94">
                  <c:v>0.000812471</c:v>
                </c:pt>
                <c:pt idx="95">
                  <c:v>0.000812471</c:v>
                </c:pt>
                <c:pt idx="96">
                  <c:v>0.000863251</c:v>
                </c:pt>
                <c:pt idx="97">
                  <c:v>0.000863251</c:v>
                </c:pt>
                <c:pt idx="98">
                  <c:v>0.00091403</c:v>
                </c:pt>
                <c:pt idx="99">
                  <c:v>0.00091403</c:v>
                </c:pt>
                <c:pt idx="100">
                  <c:v>0.00091403</c:v>
                </c:pt>
                <c:pt idx="101">
                  <c:v>0.00091403</c:v>
                </c:pt>
                <c:pt idx="102">
                  <c:v>0.00091403</c:v>
                </c:pt>
                <c:pt idx="103">
                  <c:v>0.00096481</c:v>
                </c:pt>
                <c:pt idx="104">
                  <c:v>0.00096481</c:v>
                </c:pt>
                <c:pt idx="105">
                  <c:v>0.00096481</c:v>
                </c:pt>
                <c:pt idx="106">
                  <c:v>0.00096481</c:v>
                </c:pt>
                <c:pt idx="107">
                  <c:v>0.00096481</c:v>
                </c:pt>
                <c:pt idx="108">
                  <c:v>0.00096481</c:v>
                </c:pt>
                <c:pt idx="109">
                  <c:v>0.00096481</c:v>
                </c:pt>
                <c:pt idx="110">
                  <c:v>0.00096481</c:v>
                </c:pt>
                <c:pt idx="111">
                  <c:v>0.00096481</c:v>
                </c:pt>
                <c:pt idx="112">
                  <c:v>0.00096481</c:v>
                </c:pt>
                <c:pt idx="113">
                  <c:v>0.001066369</c:v>
                </c:pt>
                <c:pt idx="114">
                  <c:v>0.001066369</c:v>
                </c:pt>
                <c:pt idx="115">
                  <c:v>0.001066369</c:v>
                </c:pt>
                <c:pt idx="116">
                  <c:v>0.001066369</c:v>
                </c:pt>
                <c:pt idx="117">
                  <c:v>0.001066369</c:v>
                </c:pt>
                <c:pt idx="118">
                  <c:v>0.001117148</c:v>
                </c:pt>
                <c:pt idx="119">
                  <c:v>0.001117148</c:v>
                </c:pt>
                <c:pt idx="120">
                  <c:v>0.001167928</c:v>
                </c:pt>
                <c:pt idx="121">
                  <c:v>0.001167928</c:v>
                </c:pt>
                <c:pt idx="122">
                  <c:v>0.001218707</c:v>
                </c:pt>
                <c:pt idx="123">
                  <c:v>0.001218707</c:v>
                </c:pt>
                <c:pt idx="124">
                  <c:v>0.001269487</c:v>
                </c:pt>
                <c:pt idx="125">
                  <c:v>0.001269487</c:v>
                </c:pt>
                <c:pt idx="126">
                  <c:v>0.001269487</c:v>
                </c:pt>
                <c:pt idx="127">
                  <c:v>0.001320266</c:v>
                </c:pt>
                <c:pt idx="128">
                  <c:v>0.001320266</c:v>
                </c:pt>
                <c:pt idx="129">
                  <c:v>0.001320266</c:v>
                </c:pt>
                <c:pt idx="130">
                  <c:v>0.001320266</c:v>
                </c:pt>
                <c:pt idx="131">
                  <c:v>0.001320266</c:v>
                </c:pt>
                <c:pt idx="132">
                  <c:v>0.001421825</c:v>
                </c:pt>
                <c:pt idx="133">
                  <c:v>0.001421825</c:v>
                </c:pt>
                <c:pt idx="134">
                  <c:v>0.001421825</c:v>
                </c:pt>
                <c:pt idx="135">
                  <c:v>0.001421825</c:v>
                </c:pt>
                <c:pt idx="136">
                  <c:v>0.001472604</c:v>
                </c:pt>
                <c:pt idx="137">
                  <c:v>0.001472604</c:v>
                </c:pt>
                <c:pt idx="138">
                  <c:v>0.001472604</c:v>
                </c:pt>
                <c:pt idx="139">
                  <c:v>0.001472604</c:v>
                </c:pt>
                <c:pt idx="140">
                  <c:v>0.001523384</c:v>
                </c:pt>
                <c:pt idx="141">
                  <c:v>0.001523384</c:v>
                </c:pt>
                <c:pt idx="142">
                  <c:v>0.001624943</c:v>
                </c:pt>
                <c:pt idx="143">
                  <c:v>0.001624943</c:v>
                </c:pt>
                <c:pt idx="144">
                  <c:v>0.001624943</c:v>
                </c:pt>
                <c:pt idx="145">
                  <c:v>0.001624943</c:v>
                </c:pt>
                <c:pt idx="146">
                  <c:v>0.001675722</c:v>
                </c:pt>
                <c:pt idx="147">
                  <c:v>0.001675722</c:v>
                </c:pt>
                <c:pt idx="148">
                  <c:v>0.001675722</c:v>
                </c:pt>
                <c:pt idx="149">
                  <c:v>0.001675722</c:v>
                </c:pt>
                <c:pt idx="150">
                  <c:v>0.001675722</c:v>
                </c:pt>
                <c:pt idx="151">
                  <c:v>0.001675722</c:v>
                </c:pt>
                <c:pt idx="152">
                  <c:v>0.001726502</c:v>
                </c:pt>
                <c:pt idx="153">
                  <c:v>0.001726502</c:v>
                </c:pt>
                <c:pt idx="154">
                  <c:v>0.001726502</c:v>
                </c:pt>
                <c:pt idx="155">
                  <c:v>0.001777281</c:v>
                </c:pt>
                <c:pt idx="156">
                  <c:v>0.001777281</c:v>
                </c:pt>
                <c:pt idx="157">
                  <c:v>0.001777281</c:v>
                </c:pt>
                <c:pt idx="158">
                  <c:v>0.001828061</c:v>
                </c:pt>
                <c:pt idx="159">
                  <c:v>0.001828061</c:v>
                </c:pt>
                <c:pt idx="160">
                  <c:v>0.001828061</c:v>
                </c:pt>
                <c:pt idx="161">
                  <c:v>0.00192962</c:v>
                </c:pt>
                <c:pt idx="162">
                  <c:v>0.00192962</c:v>
                </c:pt>
                <c:pt idx="163">
                  <c:v>0.00192962</c:v>
                </c:pt>
                <c:pt idx="164">
                  <c:v>0.001980399</c:v>
                </c:pt>
                <c:pt idx="165">
                  <c:v>0.001980399</c:v>
                </c:pt>
                <c:pt idx="166">
                  <c:v>0.001980399</c:v>
                </c:pt>
                <c:pt idx="167">
                  <c:v>0.001980399</c:v>
                </c:pt>
                <c:pt idx="168">
                  <c:v>0.001980399</c:v>
                </c:pt>
                <c:pt idx="169">
                  <c:v>0.001980399</c:v>
                </c:pt>
                <c:pt idx="170">
                  <c:v>0.002031179</c:v>
                </c:pt>
                <c:pt idx="171">
                  <c:v>0.002031179</c:v>
                </c:pt>
                <c:pt idx="172">
                  <c:v>0.002031179</c:v>
                </c:pt>
                <c:pt idx="173">
                  <c:v>0.002081958</c:v>
                </c:pt>
                <c:pt idx="174">
                  <c:v>0.002081958</c:v>
                </c:pt>
                <c:pt idx="175">
                  <c:v>0.002081958</c:v>
                </c:pt>
                <c:pt idx="176">
                  <c:v>0.002081958</c:v>
                </c:pt>
                <c:pt idx="177">
                  <c:v>0.002081958</c:v>
                </c:pt>
                <c:pt idx="178">
                  <c:v>0.002081958</c:v>
                </c:pt>
                <c:pt idx="179">
                  <c:v>0.002132738</c:v>
                </c:pt>
                <c:pt idx="180">
                  <c:v>0.002234296</c:v>
                </c:pt>
                <c:pt idx="181">
                  <c:v>0.002234296</c:v>
                </c:pt>
                <c:pt idx="182">
                  <c:v>0.002234296</c:v>
                </c:pt>
                <c:pt idx="183">
                  <c:v>0.002285076</c:v>
                </c:pt>
                <c:pt idx="184">
                  <c:v>0.002285076</c:v>
                </c:pt>
                <c:pt idx="185">
                  <c:v>0.002285076</c:v>
                </c:pt>
                <c:pt idx="186">
                  <c:v>0.002335855</c:v>
                </c:pt>
                <c:pt idx="187">
                  <c:v>0.002335855</c:v>
                </c:pt>
                <c:pt idx="188">
                  <c:v>0.002386635</c:v>
                </c:pt>
                <c:pt idx="189">
                  <c:v>0.002386635</c:v>
                </c:pt>
                <c:pt idx="190">
                  <c:v>0.002386635</c:v>
                </c:pt>
                <c:pt idx="191">
                  <c:v>0.002437414</c:v>
                </c:pt>
                <c:pt idx="192">
                  <c:v>0.002437414</c:v>
                </c:pt>
                <c:pt idx="193">
                  <c:v>0.002437414</c:v>
                </c:pt>
                <c:pt idx="194">
                  <c:v>0.002437414</c:v>
                </c:pt>
                <c:pt idx="195">
                  <c:v>0.002589753</c:v>
                </c:pt>
                <c:pt idx="196">
                  <c:v>0.002589753</c:v>
                </c:pt>
                <c:pt idx="197">
                  <c:v>0.002640532</c:v>
                </c:pt>
                <c:pt idx="198">
                  <c:v>0.002640532</c:v>
                </c:pt>
                <c:pt idx="199">
                  <c:v>0.002640532</c:v>
                </c:pt>
                <c:pt idx="200">
                  <c:v>0.002640532</c:v>
                </c:pt>
                <c:pt idx="201">
                  <c:v>0.002691312</c:v>
                </c:pt>
                <c:pt idx="202">
                  <c:v>0.002691312</c:v>
                </c:pt>
                <c:pt idx="203">
                  <c:v>0.002742091</c:v>
                </c:pt>
                <c:pt idx="204">
                  <c:v>0.002742091</c:v>
                </c:pt>
                <c:pt idx="205">
                  <c:v>0.002792871</c:v>
                </c:pt>
                <c:pt idx="206">
                  <c:v>0.002792871</c:v>
                </c:pt>
                <c:pt idx="207">
                  <c:v>0.002792871</c:v>
                </c:pt>
                <c:pt idx="208">
                  <c:v>0.00284365</c:v>
                </c:pt>
                <c:pt idx="209">
                  <c:v>0.00284365</c:v>
                </c:pt>
                <c:pt idx="210">
                  <c:v>0.002894429</c:v>
                </c:pt>
                <c:pt idx="211">
                  <c:v>0.002894429</c:v>
                </c:pt>
                <c:pt idx="212">
                  <c:v>0.002945209</c:v>
                </c:pt>
                <c:pt idx="213">
                  <c:v>0.002945209</c:v>
                </c:pt>
                <c:pt idx="214">
                  <c:v>0.002945209</c:v>
                </c:pt>
                <c:pt idx="215">
                  <c:v>0.002945209</c:v>
                </c:pt>
                <c:pt idx="216">
                  <c:v>0.002945209</c:v>
                </c:pt>
                <c:pt idx="217">
                  <c:v>0.002945209</c:v>
                </c:pt>
                <c:pt idx="218">
                  <c:v>0.002945209</c:v>
                </c:pt>
                <c:pt idx="219">
                  <c:v>0.002995988</c:v>
                </c:pt>
                <c:pt idx="220">
                  <c:v>0.002995988</c:v>
                </c:pt>
                <c:pt idx="221">
                  <c:v>0.003046768</c:v>
                </c:pt>
                <c:pt idx="222">
                  <c:v>0.003046768</c:v>
                </c:pt>
                <c:pt idx="223">
                  <c:v>0.003351445</c:v>
                </c:pt>
                <c:pt idx="224">
                  <c:v>0.003351445</c:v>
                </c:pt>
                <c:pt idx="225">
                  <c:v>0.003402224</c:v>
                </c:pt>
                <c:pt idx="226">
                  <c:v>0.003402224</c:v>
                </c:pt>
                <c:pt idx="227">
                  <c:v>0.003402224</c:v>
                </c:pt>
                <c:pt idx="228">
                  <c:v>0.003402224</c:v>
                </c:pt>
                <c:pt idx="229">
                  <c:v>0.003402224</c:v>
                </c:pt>
                <c:pt idx="230">
                  <c:v>0.003453004</c:v>
                </c:pt>
                <c:pt idx="231">
                  <c:v>0.003453004</c:v>
                </c:pt>
                <c:pt idx="232">
                  <c:v>0.003453004</c:v>
                </c:pt>
                <c:pt idx="233">
                  <c:v>0.003453004</c:v>
                </c:pt>
                <c:pt idx="234">
                  <c:v>0.003503783</c:v>
                </c:pt>
                <c:pt idx="235">
                  <c:v>0.003503783</c:v>
                </c:pt>
                <c:pt idx="236">
                  <c:v>0.003554563</c:v>
                </c:pt>
                <c:pt idx="237">
                  <c:v>0.003554563</c:v>
                </c:pt>
                <c:pt idx="238">
                  <c:v>0.003554563</c:v>
                </c:pt>
                <c:pt idx="239">
                  <c:v>0.003554563</c:v>
                </c:pt>
                <c:pt idx="240">
                  <c:v>0.003554563</c:v>
                </c:pt>
                <c:pt idx="241">
                  <c:v>0.003554563</c:v>
                </c:pt>
                <c:pt idx="242">
                  <c:v>0.003605342</c:v>
                </c:pt>
                <c:pt idx="243">
                  <c:v>0.003605342</c:v>
                </c:pt>
                <c:pt idx="244">
                  <c:v>0.003605342</c:v>
                </c:pt>
                <c:pt idx="245">
                  <c:v>0.003605342</c:v>
                </c:pt>
                <c:pt idx="246">
                  <c:v>0.003656121</c:v>
                </c:pt>
                <c:pt idx="247">
                  <c:v>0.003656121</c:v>
                </c:pt>
                <c:pt idx="248">
                  <c:v>0.003706901</c:v>
                </c:pt>
                <c:pt idx="249">
                  <c:v>0.003706901</c:v>
                </c:pt>
                <c:pt idx="250">
                  <c:v>0.00380846</c:v>
                </c:pt>
                <c:pt idx="251">
                  <c:v>0.00380846</c:v>
                </c:pt>
                <c:pt idx="252">
                  <c:v>0.003859239</c:v>
                </c:pt>
                <c:pt idx="253">
                  <c:v>0.003859239</c:v>
                </c:pt>
                <c:pt idx="254">
                  <c:v>0.003960798</c:v>
                </c:pt>
                <c:pt idx="255">
                  <c:v>0.003960798</c:v>
                </c:pt>
                <c:pt idx="256">
                  <c:v>0.003960798</c:v>
                </c:pt>
                <c:pt idx="257">
                  <c:v>0.004011578</c:v>
                </c:pt>
                <c:pt idx="258">
                  <c:v>0.004011578</c:v>
                </c:pt>
                <c:pt idx="259">
                  <c:v>0.004011578</c:v>
                </c:pt>
                <c:pt idx="260">
                  <c:v>0.004011578</c:v>
                </c:pt>
                <c:pt idx="261">
                  <c:v>0.004011578</c:v>
                </c:pt>
                <c:pt idx="262">
                  <c:v>0.004163916</c:v>
                </c:pt>
                <c:pt idx="263">
                  <c:v>0.004163916</c:v>
                </c:pt>
                <c:pt idx="264">
                  <c:v>0.004163916</c:v>
                </c:pt>
                <c:pt idx="265">
                  <c:v>0.004214696</c:v>
                </c:pt>
                <c:pt idx="266">
                  <c:v>0.004214696</c:v>
                </c:pt>
                <c:pt idx="267">
                  <c:v>0.004265475</c:v>
                </c:pt>
                <c:pt idx="268">
                  <c:v>0.004265475</c:v>
                </c:pt>
                <c:pt idx="269">
                  <c:v>0.004316255</c:v>
                </c:pt>
                <c:pt idx="270">
                  <c:v>0.004316255</c:v>
                </c:pt>
                <c:pt idx="271">
                  <c:v>0.004367034</c:v>
                </c:pt>
                <c:pt idx="272">
                  <c:v>0.004367034</c:v>
                </c:pt>
                <c:pt idx="273">
                  <c:v>0.004367034</c:v>
                </c:pt>
                <c:pt idx="274">
                  <c:v>0.004367034</c:v>
                </c:pt>
                <c:pt idx="275">
                  <c:v>0.004367034</c:v>
                </c:pt>
                <c:pt idx="276">
                  <c:v>0.004367034</c:v>
                </c:pt>
                <c:pt idx="277">
                  <c:v>0.004468593</c:v>
                </c:pt>
                <c:pt idx="278">
                  <c:v>0.004468593</c:v>
                </c:pt>
                <c:pt idx="279">
                  <c:v>0.004519372</c:v>
                </c:pt>
                <c:pt idx="280">
                  <c:v>0.004570152</c:v>
                </c:pt>
                <c:pt idx="281">
                  <c:v>0.004824049</c:v>
                </c:pt>
                <c:pt idx="282">
                  <c:v>0.004824049</c:v>
                </c:pt>
                <c:pt idx="283">
                  <c:v>0.004824049</c:v>
                </c:pt>
                <c:pt idx="284">
                  <c:v>0.004874829</c:v>
                </c:pt>
                <c:pt idx="285">
                  <c:v>0.004874829</c:v>
                </c:pt>
                <c:pt idx="286">
                  <c:v>0.004874829</c:v>
                </c:pt>
                <c:pt idx="287">
                  <c:v>0.004976388</c:v>
                </c:pt>
                <c:pt idx="288">
                  <c:v>0.005027167</c:v>
                </c:pt>
                <c:pt idx="289">
                  <c:v>0.005077946</c:v>
                </c:pt>
                <c:pt idx="290">
                  <c:v>0.005077946</c:v>
                </c:pt>
                <c:pt idx="291">
                  <c:v>0.005179505</c:v>
                </c:pt>
                <c:pt idx="292">
                  <c:v>0.005179505</c:v>
                </c:pt>
                <c:pt idx="293">
                  <c:v>0.005179505</c:v>
                </c:pt>
                <c:pt idx="294">
                  <c:v>0.005281064</c:v>
                </c:pt>
                <c:pt idx="295">
                  <c:v>0.005281064</c:v>
                </c:pt>
                <c:pt idx="296">
                  <c:v>0.005281064</c:v>
                </c:pt>
                <c:pt idx="297">
                  <c:v>0.005890418</c:v>
                </c:pt>
                <c:pt idx="298">
                  <c:v>0.005890418</c:v>
                </c:pt>
                <c:pt idx="299">
                  <c:v>0.005991977</c:v>
                </c:pt>
                <c:pt idx="300">
                  <c:v>0.005991977</c:v>
                </c:pt>
                <c:pt idx="301">
                  <c:v>0.006042756</c:v>
                </c:pt>
                <c:pt idx="302">
                  <c:v>0.006042756</c:v>
                </c:pt>
                <c:pt idx="303">
                  <c:v>0.006093536</c:v>
                </c:pt>
                <c:pt idx="304">
                  <c:v>0.006093536</c:v>
                </c:pt>
                <c:pt idx="305">
                  <c:v>0.006398213</c:v>
                </c:pt>
                <c:pt idx="306">
                  <c:v>0.006398213</c:v>
                </c:pt>
                <c:pt idx="307">
                  <c:v>0.006448992</c:v>
                </c:pt>
                <c:pt idx="308">
                  <c:v>0.006448992</c:v>
                </c:pt>
                <c:pt idx="309">
                  <c:v>0.006550551</c:v>
                </c:pt>
                <c:pt idx="310">
                  <c:v>0.006550551</c:v>
                </c:pt>
                <c:pt idx="311">
                  <c:v>0.00660133</c:v>
                </c:pt>
                <c:pt idx="312">
                  <c:v>0.00660133</c:v>
                </c:pt>
                <c:pt idx="313">
                  <c:v>0.00660133</c:v>
                </c:pt>
                <c:pt idx="314">
                  <c:v>0.00660133</c:v>
                </c:pt>
                <c:pt idx="315">
                  <c:v>0.00660133</c:v>
                </c:pt>
                <c:pt idx="316">
                  <c:v>0.006702889</c:v>
                </c:pt>
                <c:pt idx="317">
                  <c:v>0.006702889</c:v>
                </c:pt>
                <c:pt idx="318">
                  <c:v>0.006753669</c:v>
                </c:pt>
                <c:pt idx="319">
                  <c:v>0.006753669</c:v>
                </c:pt>
                <c:pt idx="320">
                  <c:v>0.006855228</c:v>
                </c:pt>
                <c:pt idx="321">
                  <c:v>0.006855228</c:v>
                </c:pt>
                <c:pt idx="322">
                  <c:v>0.006855228</c:v>
                </c:pt>
                <c:pt idx="323">
                  <c:v>0.006906007</c:v>
                </c:pt>
                <c:pt idx="324">
                  <c:v>0.006906007</c:v>
                </c:pt>
                <c:pt idx="325">
                  <c:v>0.006906007</c:v>
                </c:pt>
                <c:pt idx="326">
                  <c:v>0.006956787</c:v>
                </c:pt>
                <c:pt idx="327">
                  <c:v>0.006956787</c:v>
                </c:pt>
                <c:pt idx="328">
                  <c:v>0.007007566</c:v>
                </c:pt>
                <c:pt idx="329">
                  <c:v>0.007007566</c:v>
                </c:pt>
                <c:pt idx="330">
                  <c:v>0.007007566</c:v>
                </c:pt>
                <c:pt idx="331">
                  <c:v>0.007007566</c:v>
                </c:pt>
                <c:pt idx="332">
                  <c:v>0.007210684</c:v>
                </c:pt>
                <c:pt idx="333">
                  <c:v>0.007261463</c:v>
                </c:pt>
                <c:pt idx="334">
                  <c:v>0.007261463</c:v>
                </c:pt>
                <c:pt idx="335">
                  <c:v>0.007312243</c:v>
                </c:pt>
                <c:pt idx="336">
                  <c:v>0.007312243</c:v>
                </c:pt>
                <c:pt idx="337">
                  <c:v>0.007413802</c:v>
                </c:pt>
                <c:pt idx="338">
                  <c:v>0.007413802</c:v>
                </c:pt>
                <c:pt idx="339">
                  <c:v>0.007413802</c:v>
                </c:pt>
                <c:pt idx="340">
                  <c:v>0.007413802</c:v>
                </c:pt>
                <c:pt idx="341">
                  <c:v>0.007413802</c:v>
                </c:pt>
                <c:pt idx="342">
                  <c:v>0.007413802</c:v>
                </c:pt>
                <c:pt idx="343">
                  <c:v>0.007464581</c:v>
                </c:pt>
                <c:pt idx="344">
                  <c:v>0.007464581</c:v>
                </c:pt>
                <c:pt idx="345">
                  <c:v>0.00756614</c:v>
                </c:pt>
                <c:pt idx="346">
                  <c:v>0.00761692</c:v>
                </c:pt>
                <c:pt idx="347">
                  <c:v>0.00761692</c:v>
                </c:pt>
                <c:pt idx="348">
                  <c:v>0.007718479</c:v>
                </c:pt>
                <c:pt idx="349">
                  <c:v>0.007718479</c:v>
                </c:pt>
                <c:pt idx="350">
                  <c:v>0.007718479</c:v>
                </c:pt>
                <c:pt idx="351">
                  <c:v>0.007769258</c:v>
                </c:pt>
                <c:pt idx="352">
                  <c:v>0.007769258</c:v>
                </c:pt>
                <c:pt idx="353">
                  <c:v>0.007820038</c:v>
                </c:pt>
                <c:pt idx="354">
                  <c:v>0.008175494</c:v>
                </c:pt>
                <c:pt idx="355">
                  <c:v>0.008175494</c:v>
                </c:pt>
                <c:pt idx="356">
                  <c:v>0.008378612</c:v>
                </c:pt>
                <c:pt idx="357">
                  <c:v>0.008378612</c:v>
                </c:pt>
                <c:pt idx="358">
                  <c:v>0.008378612</c:v>
                </c:pt>
                <c:pt idx="359">
                  <c:v>0.008378612</c:v>
                </c:pt>
                <c:pt idx="360">
                  <c:v>0.008378612</c:v>
                </c:pt>
                <c:pt idx="361">
                  <c:v>0.009140304</c:v>
                </c:pt>
                <c:pt idx="362">
                  <c:v>0.009140304</c:v>
                </c:pt>
                <c:pt idx="363">
                  <c:v>0.009140304</c:v>
                </c:pt>
                <c:pt idx="364">
                  <c:v>0.009191083</c:v>
                </c:pt>
                <c:pt idx="365">
                  <c:v>0.009191083</c:v>
                </c:pt>
                <c:pt idx="366">
                  <c:v>0.009191083</c:v>
                </c:pt>
                <c:pt idx="367">
                  <c:v>0.009191083</c:v>
                </c:pt>
                <c:pt idx="368">
                  <c:v>0.009191083</c:v>
                </c:pt>
                <c:pt idx="369">
                  <c:v>0.009191083</c:v>
                </c:pt>
                <c:pt idx="370">
                  <c:v>0.009241863</c:v>
                </c:pt>
                <c:pt idx="371">
                  <c:v>0.009241863</c:v>
                </c:pt>
                <c:pt idx="372">
                  <c:v>0.009292642</c:v>
                </c:pt>
                <c:pt idx="373">
                  <c:v>0.009292642</c:v>
                </c:pt>
                <c:pt idx="374">
                  <c:v>0.009343422</c:v>
                </c:pt>
                <c:pt idx="375">
                  <c:v>0.009343422</c:v>
                </c:pt>
                <c:pt idx="376">
                  <c:v>0.009343422</c:v>
                </c:pt>
                <c:pt idx="377">
                  <c:v>0.00949576</c:v>
                </c:pt>
                <c:pt idx="378">
                  <c:v>0.00949576</c:v>
                </c:pt>
                <c:pt idx="379">
                  <c:v>0.00949576</c:v>
                </c:pt>
                <c:pt idx="380">
                  <c:v>0.009597319</c:v>
                </c:pt>
                <c:pt idx="381">
                  <c:v>0.009597319</c:v>
                </c:pt>
                <c:pt idx="382">
                  <c:v>0.009648098</c:v>
                </c:pt>
                <c:pt idx="383">
                  <c:v>0.009648098</c:v>
                </c:pt>
                <c:pt idx="384">
                  <c:v>0.009698878</c:v>
                </c:pt>
                <c:pt idx="385">
                  <c:v>0.009698878</c:v>
                </c:pt>
                <c:pt idx="386">
                  <c:v>0.009749657</c:v>
                </c:pt>
                <c:pt idx="387">
                  <c:v>0.009749657</c:v>
                </c:pt>
                <c:pt idx="388">
                  <c:v>0.009851216</c:v>
                </c:pt>
                <c:pt idx="389">
                  <c:v>0.009851216</c:v>
                </c:pt>
                <c:pt idx="390">
                  <c:v>0.009851216</c:v>
                </c:pt>
                <c:pt idx="391">
                  <c:v>0.009851216</c:v>
                </c:pt>
                <c:pt idx="392">
                  <c:v>0.009952775</c:v>
                </c:pt>
                <c:pt idx="393">
                  <c:v>0.009952775</c:v>
                </c:pt>
                <c:pt idx="394">
                  <c:v>0.010003555</c:v>
                </c:pt>
                <c:pt idx="395">
                  <c:v>0.010003555</c:v>
                </c:pt>
                <c:pt idx="396">
                  <c:v>0.010054334</c:v>
                </c:pt>
                <c:pt idx="397">
                  <c:v>0.010054334</c:v>
                </c:pt>
                <c:pt idx="398">
                  <c:v>0.010105113</c:v>
                </c:pt>
                <c:pt idx="399">
                  <c:v>0.010105113</c:v>
                </c:pt>
                <c:pt idx="400">
                  <c:v>0.010155893</c:v>
                </c:pt>
                <c:pt idx="401">
                  <c:v>0.010155893</c:v>
                </c:pt>
                <c:pt idx="402">
                  <c:v>0.010155893</c:v>
                </c:pt>
                <c:pt idx="403">
                  <c:v>0.010206672</c:v>
                </c:pt>
                <c:pt idx="404">
                  <c:v>0.010206672</c:v>
                </c:pt>
                <c:pt idx="405">
                  <c:v>0.010206672</c:v>
                </c:pt>
                <c:pt idx="406">
                  <c:v>0.010257452</c:v>
                </c:pt>
                <c:pt idx="407">
                  <c:v>0.010257452</c:v>
                </c:pt>
                <c:pt idx="408">
                  <c:v>0.010257452</c:v>
                </c:pt>
                <c:pt idx="409">
                  <c:v>0.010308231</c:v>
                </c:pt>
                <c:pt idx="410">
                  <c:v>0.010308231</c:v>
                </c:pt>
                <c:pt idx="411">
                  <c:v>0.01046057</c:v>
                </c:pt>
                <c:pt idx="412">
                  <c:v>0.01046057</c:v>
                </c:pt>
                <c:pt idx="413">
                  <c:v>0.010511349</c:v>
                </c:pt>
                <c:pt idx="414">
                  <c:v>0.010511349</c:v>
                </c:pt>
                <c:pt idx="415">
                  <c:v>0.010511349</c:v>
                </c:pt>
                <c:pt idx="416">
                  <c:v>0.010511349</c:v>
                </c:pt>
                <c:pt idx="417">
                  <c:v>0.010511349</c:v>
                </c:pt>
                <c:pt idx="418">
                  <c:v>0.010511349</c:v>
                </c:pt>
                <c:pt idx="419">
                  <c:v>0.010511349</c:v>
                </c:pt>
                <c:pt idx="420">
                  <c:v>0.010511349</c:v>
                </c:pt>
                <c:pt idx="421">
                  <c:v>0.010562129</c:v>
                </c:pt>
                <c:pt idx="422">
                  <c:v>0.010562129</c:v>
                </c:pt>
                <c:pt idx="423">
                  <c:v>0.010562129</c:v>
                </c:pt>
                <c:pt idx="424">
                  <c:v>0.010562129</c:v>
                </c:pt>
                <c:pt idx="425">
                  <c:v>0.010612908</c:v>
                </c:pt>
                <c:pt idx="426">
                  <c:v>0.010612908</c:v>
                </c:pt>
                <c:pt idx="427">
                  <c:v>0.010663688</c:v>
                </c:pt>
                <c:pt idx="428">
                  <c:v>0.010663688</c:v>
                </c:pt>
                <c:pt idx="429">
                  <c:v>0.010663688</c:v>
                </c:pt>
                <c:pt idx="430">
                  <c:v>0.010663688</c:v>
                </c:pt>
                <c:pt idx="431">
                  <c:v>0.010714467</c:v>
                </c:pt>
                <c:pt idx="432">
                  <c:v>0.010714467</c:v>
                </c:pt>
                <c:pt idx="433">
                  <c:v>0.010765247</c:v>
                </c:pt>
                <c:pt idx="434">
                  <c:v>0.010765247</c:v>
                </c:pt>
                <c:pt idx="435">
                  <c:v>0.010765247</c:v>
                </c:pt>
                <c:pt idx="436">
                  <c:v>0.011019144</c:v>
                </c:pt>
                <c:pt idx="437">
                  <c:v>0.011019144</c:v>
                </c:pt>
                <c:pt idx="438">
                  <c:v>0.011019144</c:v>
                </c:pt>
                <c:pt idx="439">
                  <c:v>0.011019144</c:v>
                </c:pt>
                <c:pt idx="440">
                  <c:v>0.011171482</c:v>
                </c:pt>
                <c:pt idx="441">
                  <c:v>0.011171482</c:v>
                </c:pt>
                <c:pt idx="442">
                  <c:v>0.011171482</c:v>
                </c:pt>
                <c:pt idx="443">
                  <c:v>0.011222262</c:v>
                </c:pt>
                <c:pt idx="444">
                  <c:v>0.011222262</c:v>
                </c:pt>
                <c:pt idx="445">
                  <c:v>0.011273041</c:v>
                </c:pt>
                <c:pt idx="446">
                  <c:v>0.011273041</c:v>
                </c:pt>
                <c:pt idx="447">
                  <c:v>0.011323821</c:v>
                </c:pt>
                <c:pt idx="448">
                  <c:v>0.011323821</c:v>
                </c:pt>
                <c:pt idx="449">
                  <c:v>0.0113746</c:v>
                </c:pt>
                <c:pt idx="450">
                  <c:v>0.0113746</c:v>
                </c:pt>
                <c:pt idx="451">
                  <c:v>0.011526939</c:v>
                </c:pt>
                <c:pt idx="452">
                  <c:v>0.011526939</c:v>
                </c:pt>
                <c:pt idx="453">
                  <c:v>0.011577718</c:v>
                </c:pt>
                <c:pt idx="454">
                  <c:v>0.011577718</c:v>
                </c:pt>
                <c:pt idx="455">
                  <c:v>0.011577718</c:v>
                </c:pt>
                <c:pt idx="456">
                  <c:v>0.011577718</c:v>
                </c:pt>
                <c:pt idx="457">
                  <c:v>0.011628497</c:v>
                </c:pt>
                <c:pt idx="458">
                  <c:v>0.011628497</c:v>
                </c:pt>
                <c:pt idx="459">
                  <c:v>0.011628497</c:v>
                </c:pt>
                <c:pt idx="460">
                  <c:v>0.011628497</c:v>
                </c:pt>
                <c:pt idx="461">
                  <c:v>0.011628497</c:v>
                </c:pt>
                <c:pt idx="462">
                  <c:v>0.011679277</c:v>
                </c:pt>
                <c:pt idx="463">
                  <c:v>0.011679277</c:v>
                </c:pt>
                <c:pt idx="464">
                  <c:v>0.011730056</c:v>
                </c:pt>
                <c:pt idx="465">
                  <c:v>0.011730056</c:v>
                </c:pt>
                <c:pt idx="466">
                  <c:v>0.011730056</c:v>
                </c:pt>
                <c:pt idx="467">
                  <c:v>0.011730056</c:v>
                </c:pt>
                <c:pt idx="468">
                  <c:v>0.011730056</c:v>
                </c:pt>
                <c:pt idx="469">
                  <c:v>0.011730056</c:v>
                </c:pt>
                <c:pt idx="470">
                  <c:v>0.011780836</c:v>
                </c:pt>
                <c:pt idx="471">
                  <c:v>0.011780836</c:v>
                </c:pt>
                <c:pt idx="472">
                  <c:v>0.011831615</c:v>
                </c:pt>
                <c:pt idx="473">
                  <c:v>0.011831615</c:v>
                </c:pt>
                <c:pt idx="474">
                  <c:v>0.011882395</c:v>
                </c:pt>
                <c:pt idx="475">
                  <c:v>0.011882395</c:v>
                </c:pt>
                <c:pt idx="476">
                  <c:v>0.011882395</c:v>
                </c:pt>
                <c:pt idx="477">
                  <c:v>0.011933174</c:v>
                </c:pt>
                <c:pt idx="478">
                  <c:v>0.011933174</c:v>
                </c:pt>
                <c:pt idx="479">
                  <c:v>0.011933174</c:v>
                </c:pt>
                <c:pt idx="480">
                  <c:v>0.011933174</c:v>
                </c:pt>
                <c:pt idx="481">
                  <c:v>0.011983954</c:v>
                </c:pt>
                <c:pt idx="482">
                  <c:v>0.012034733</c:v>
                </c:pt>
                <c:pt idx="483">
                  <c:v>0.012085513</c:v>
                </c:pt>
                <c:pt idx="484">
                  <c:v>0.012085513</c:v>
                </c:pt>
                <c:pt idx="485">
                  <c:v>0.012237851</c:v>
                </c:pt>
                <c:pt idx="486">
                  <c:v>0.012237851</c:v>
                </c:pt>
                <c:pt idx="487">
                  <c:v>0.012237851</c:v>
                </c:pt>
                <c:pt idx="488">
                  <c:v>0.012237851</c:v>
                </c:pt>
                <c:pt idx="489">
                  <c:v>0.012237851</c:v>
                </c:pt>
                <c:pt idx="490">
                  <c:v>0.01228863</c:v>
                </c:pt>
                <c:pt idx="491">
                  <c:v>0.01228863</c:v>
                </c:pt>
                <c:pt idx="492">
                  <c:v>0.01233941</c:v>
                </c:pt>
                <c:pt idx="493">
                  <c:v>0.01233941</c:v>
                </c:pt>
                <c:pt idx="494">
                  <c:v>0.012390189</c:v>
                </c:pt>
                <c:pt idx="495">
                  <c:v>0.012390189</c:v>
                </c:pt>
                <c:pt idx="496">
                  <c:v>0.012491748</c:v>
                </c:pt>
                <c:pt idx="497">
                  <c:v>0.012542528</c:v>
                </c:pt>
                <c:pt idx="498">
                  <c:v>0.012542528</c:v>
                </c:pt>
                <c:pt idx="499">
                  <c:v>0.012593307</c:v>
                </c:pt>
                <c:pt idx="500">
                  <c:v>0.012593307</c:v>
                </c:pt>
                <c:pt idx="501">
                  <c:v>0.012694866</c:v>
                </c:pt>
                <c:pt idx="502">
                  <c:v>0.012694866</c:v>
                </c:pt>
                <c:pt idx="503">
                  <c:v>0.012694866</c:v>
                </c:pt>
                <c:pt idx="504">
                  <c:v>0.012694866</c:v>
                </c:pt>
                <c:pt idx="505">
                  <c:v>0.012745646</c:v>
                </c:pt>
                <c:pt idx="506">
                  <c:v>0.012745646</c:v>
                </c:pt>
                <c:pt idx="507">
                  <c:v>0.012745646</c:v>
                </c:pt>
                <c:pt idx="508">
                  <c:v>0.012796425</c:v>
                </c:pt>
                <c:pt idx="509">
                  <c:v>0.012796425</c:v>
                </c:pt>
                <c:pt idx="510">
                  <c:v>0.012796425</c:v>
                </c:pt>
                <c:pt idx="511">
                  <c:v>0.012897984</c:v>
                </c:pt>
                <c:pt idx="512">
                  <c:v>0.012897984</c:v>
                </c:pt>
                <c:pt idx="513">
                  <c:v>0.012897984</c:v>
                </c:pt>
                <c:pt idx="514">
                  <c:v>0.012897984</c:v>
                </c:pt>
                <c:pt idx="515">
                  <c:v>0.012897984</c:v>
                </c:pt>
                <c:pt idx="516">
                  <c:v>0.012948764</c:v>
                </c:pt>
                <c:pt idx="517">
                  <c:v>0.012948764</c:v>
                </c:pt>
                <c:pt idx="518">
                  <c:v>0.012999543</c:v>
                </c:pt>
                <c:pt idx="519">
                  <c:v>0.012999543</c:v>
                </c:pt>
                <c:pt idx="520">
                  <c:v>0.013101102</c:v>
                </c:pt>
                <c:pt idx="521">
                  <c:v>0.013151881</c:v>
                </c:pt>
                <c:pt idx="522">
                  <c:v>0.013151881</c:v>
                </c:pt>
                <c:pt idx="523">
                  <c:v>0.013202661</c:v>
                </c:pt>
                <c:pt idx="524">
                  <c:v>0.013202661</c:v>
                </c:pt>
                <c:pt idx="525">
                  <c:v>0.01325344</c:v>
                </c:pt>
                <c:pt idx="526">
                  <c:v>0.01325344</c:v>
                </c:pt>
                <c:pt idx="527">
                  <c:v>0.01330422</c:v>
                </c:pt>
                <c:pt idx="528">
                  <c:v>0.01330422</c:v>
                </c:pt>
                <c:pt idx="529">
                  <c:v>0.013354999</c:v>
                </c:pt>
                <c:pt idx="530">
                  <c:v>0.013354999</c:v>
                </c:pt>
                <c:pt idx="531">
                  <c:v>0.013405779</c:v>
                </c:pt>
                <c:pt idx="532">
                  <c:v>0.013405779</c:v>
                </c:pt>
                <c:pt idx="533">
                  <c:v>0.013456558</c:v>
                </c:pt>
                <c:pt idx="534">
                  <c:v>0.013456558</c:v>
                </c:pt>
                <c:pt idx="535">
                  <c:v>0.013507338</c:v>
                </c:pt>
                <c:pt idx="536">
                  <c:v>0.013507338</c:v>
                </c:pt>
                <c:pt idx="537">
                  <c:v>0.013710455</c:v>
                </c:pt>
                <c:pt idx="538">
                  <c:v>0.013710455</c:v>
                </c:pt>
                <c:pt idx="539">
                  <c:v>0.013761235</c:v>
                </c:pt>
                <c:pt idx="540">
                  <c:v>0.013761235</c:v>
                </c:pt>
                <c:pt idx="541">
                  <c:v>0.013761235</c:v>
                </c:pt>
                <c:pt idx="542">
                  <c:v>0.013761235</c:v>
                </c:pt>
                <c:pt idx="543">
                  <c:v>0.013761235</c:v>
                </c:pt>
                <c:pt idx="544">
                  <c:v>0.013862794</c:v>
                </c:pt>
                <c:pt idx="545">
                  <c:v>0.013862794</c:v>
                </c:pt>
                <c:pt idx="546">
                  <c:v>0.013913573</c:v>
                </c:pt>
                <c:pt idx="547">
                  <c:v>0.013913573</c:v>
                </c:pt>
                <c:pt idx="548">
                  <c:v>0.013913573</c:v>
                </c:pt>
                <c:pt idx="549">
                  <c:v>0.013913573</c:v>
                </c:pt>
                <c:pt idx="550">
                  <c:v>0.014015132</c:v>
                </c:pt>
                <c:pt idx="551">
                  <c:v>0.014015132</c:v>
                </c:pt>
                <c:pt idx="552">
                  <c:v>0.014065912</c:v>
                </c:pt>
                <c:pt idx="553">
                  <c:v>0.014065912</c:v>
                </c:pt>
                <c:pt idx="554">
                  <c:v>0.014065912</c:v>
                </c:pt>
                <c:pt idx="555">
                  <c:v>0.014065912</c:v>
                </c:pt>
                <c:pt idx="556">
                  <c:v>0.014116691</c:v>
                </c:pt>
                <c:pt idx="557">
                  <c:v>0.014116691</c:v>
                </c:pt>
                <c:pt idx="558">
                  <c:v>0.014167471</c:v>
                </c:pt>
                <c:pt idx="559">
                  <c:v>0.014167471</c:v>
                </c:pt>
                <c:pt idx="560">
                  <c:v>0.014167471</c:v>
                </c:pt>
                <c:pt idx="561">
                  <c:v>0.01421825</c:v>
                </c:pt>
                <c:pt idx="562">
                  <c:v>0.01421825</c:v>
                </c:pt>
                <c:pt idx="563">
                  <c:v>0.014319809</c:v>
                </c:pt>
                <c:pt idx="564">
                  <c:v>0.014319809</c:v>
                </c:pt>
                <c:pt idx="565">
                  <c:v>0.014319809</c:v>
                </c:pt>
                <c:pt idx="566">
                  <c:v>0.014370589</c:v>
                </c:pt>
                <c:pt idx="567">
                  <c:v>0.014370589</c:v>
                </c:pt>
                <c:pt idx="568">
                  <c:v>0.014472147</c:v>
                </c:pt>
                <c:pt idx="569">
                  <c:v>0.014472147</c:v>
                </c:pt>
                <c:pt idx="570">
                  <c:v>0.014472147</c:v>
                </c:pt>
                <c:pt idx="571">
                  <c:v>0.014726045</c:v>
                </c:pt>
                <c:pt idx="572">
                  <c:v>0.014726045</c:v>
                </c:pt>
                <c:pt idx="573">
                  <c:v>0.014776824</c:v>
                </c:pt>
                <c:pt idx="574">
                  <c:v>0.014776824</c:v>
                </c:pt>
                <c:pt idx="575">
                  <c:v>0.014776824</c:v>
                </c:pt>
                <c:pt idx="576">
                  <c:v>0.014776824</c:v>
                </c:pt>
                <c:pt idx="577">
                  <c:v>0.014776824</c:v>
                </c:pt>
                <c:pt idx="578">
                  <c:v>0.017823592</c:v>
                </c:pt>
                <c:pt idx="579">
                  <c:v>0.017823592</c:v>
                </c:pt>
                <c:pt idx="580">
                  <c:v>0.017874372</c:v>
                </c:pt>
                <c:pt idx="581">
                  <c:v>0.017874372</c:v>
                </c:pt>
                <c:pt idx="582">
                  <c:v>0.017975931</c:v>
                </c:pt>
                <c:pt idx="583">
                  <c:v>0.017975931</c:v>
                </c:pt>
                <c:pt idx="584">
                  <c:v>0.01802671</c:v>
                </c:pt>
                <c:pt idx="585">
                  <c:v>0.01802671</c:v>
                </c:pt>
                <c:pt idx="586">
                  <c:v>0.018077489</c:v>
                </c:pt>
                <c:pt idx="587">
                  <c:v>0.018077489</c:v>
                </c:pt>
                <c:pt idx="588">
                  <c:v>0.018128269</c:v>
                </c:pt>
                <c:pt idx="589">
                  <c:v>0.018128269</c:v>
                </c:pt>
                <c:pt idx="590">
                  <c:v>0.018128269</c:v>
                </c:pt>
                <c:pt idx="591">
                  <c:v>0.018229828</c:v>
                </c:pt>
                <c:pt idx="592">
                  <c:v>0.018229828</c:v>
                </c:pt>
                <c:pt idx="593">
                  <c:v>0.018229828</c:v>
                </c:pt>
                <c:pt idx="594">
                  <c:v>0.018229828</c:v>
                </c:pt>
                <c:pt idx="595">
                  <c:v>0.018280607</c:v>
                </c:pt>
                <c:pt idx="596">
                  <c:v>0.018331387</c:v>
                </c:pt>
                <c:pt idx="597">
                  <c:v>0.018331387</c:v>
                </c:pt>
                <c:pt idx="598">
                  <c:v>0.018382166</c:v>
                </c:pt>
                <c:pt idx="599">
                  <c:v>0.018382166</c:v>
                </c:pt>
                <c:pt idx="600">
                  <c:v>0.018382166</c:v>
                </c:pt>
                <c:pt idx="601">
                  <c:v>0.018382166</c:v>
                </c:pt>
                <c:pt idx="602">
                  <c:v>0.018382166</c:v>
                </c:pt>
                <c:pt idx="603">
                  <c:v>0.018432946</c:v>
                </c:pt>
                <c:pt idx="604">
                  <c:v>0.018432946</c:v>
                </c:pt>
                <c:pt idx="605">
                  <c:v>0.018483725</c:v>
                </c:pt>
                <c:pt idx="606">
                  <c:v>0.018483725</c:v>
                </c:pt>
                <c:pt idx="607">
                  <c:v>0.018534505</c:v>
                </c:pt>
                <c:pt idx="608">
                  <c:v>0.018534505</c:v>
                </c:pt>
                <c:pt idx="609">
                  <c:v>0.018636064</c:v>
                </c:pt>
                <c:pt idx="610">
                  <c:v>0.018636064</c:v>
                </c:pt>
                <c:pt idx="611">
                  <c:v>0.018686843</c:v>
                </c:pt>
                <c:pt idx="612">
                  <c:v>0.018686843</c:v>
                </c:pt>
                <c:pt idx="613">
                  <c:v>0.018788402</c:v>
                </c:pt>
                <c:pt idx="614">
                  <c:v>0.018788402</c:v>
                </c:pt>
                <c:pt idx="615">
                  <c:v>0.018788402</c:v>
                </c:pt>
                <c:pt idx="616">
                  <c:v>0.018839181</c:v>
                </c:pt>
                <c:pt idx="617">
                  <c:v>0.018839181</c:v>
                </c:pt>
                <c:pt idx="618">
                  <c:v>0.018839181</c:v>
                </c:pt>
                <c:pt idx="619">
                  <c:v>0.018889961</c:v>
                </c:pt>
                <c:pt idx="620">
                  <c:v>0.018889961</c:v>
                </c:pt>
                <c:pt idx="621">
                  <c:v>0.01894074</c:v>
                </c:pt>
                <c:pt idx="622">
                  <c:v>0.01894074</c:v>
                </c:pt>
                <c:pt idx="623">
                  <c:v>0.01894074</c:v>
                </c:pt>
                <c:pt idx="624">
                  <c:v>0.01894074</c:v>
                </c:pt>
                <c:pt idx="625">
                  <c:v>0.01894074</c:v>
                </c:pt>
                <c:pt idx="626">
                  <c:v>0.01894074</c:v>
                </c:pt>
                <c:pt idx="627">
                  <c:v>0.019042299</c:v>
                </c:pt>
                <c:pt idx="628">
                  <c:v>0.019042299</c:v>
                </c:pt>
                <c:pt idx="629">
                  <c:v>0.019143858</c:v>
                </c:pt>
                <c:pt idx="630">
                  <c:v>0.019143858</c:v>
                </c:pt>
                <c:pt idx="631">
                  <c:v>0.019143858</c:v>
                </c:pt>
                <c:pt idx="632">
                  <c:v>0.019194638</c:v>
                </c:pt>
                <c:pt idx="633">
                  <c:v>0.019194638</c:v>
                </c:pt>
                <c:pt idx="634">
                  <c:v>0.019194638</c:v>
                </c:pt>
                <c:pt idx="635">
                  <c:v>0.019296197</c:v>
                </c:pt>
                <c:pt idx="636">
                  <c:v>0.019296197</c:v>
                </c:pt>
                <c:pt idx="637">
                  <c:v>0.019346976</c:v>
                </c:pt>
                <c:pt idx="638">
                  <c:v>0.019346976</c:v>
                </c:pt>
                <c:pt idx="639">
                  <c:v>0.019651653</c:v>
                </c:pt>
                <c:pt idx="640">
                  <c:v>0.019854771</c:v>
                </c:pt>
                <c:pt idx="641">
                  <c:v>0.019854771</c:v>
                </c:pt>
                <c:pt idx="642">
                  <c:v>0.019854771</c:v>
                </c:pt>
                <c:pt idx="643">
                  <c:v>0.019854771</c:v>
                </c:pt>
                <c:pt idx="644">
                  <c:v>0.019854771</c:v>
                </c:pt>
                <c:pt idx="645">
                  <c:v>0.019854771</c:v>
                </c:pt>
                <c:pt idx="646">
                  <c:v>0.01990555</c:v>
                </c:pt>
                <c:pt idx="647">
                  <c:v>0.01990555</c:v>
                </c:pt>
                <c:pt idx="648">
                  <c:v>0.01995633</c:v>
                </c:pt>
                <c:pt idx="649">
                  <c:v>0.01995633</c:v>
                </c:pt>
                <c:pt idx="650">
                  <c:v>0.020007109</c:v>
                </c:pt>
                <c:pt idx="651">
                  <c:v>0.020007109</c:v>
                </c:pt>
                <c:pt idx="652">
                  <c:v>0.020108668</c:v>
                </c:pt>
                <c:pt idx="653">
                  <c:v>0.020159448</c:v>
                </c:pt>
                <c:pt idx="654">
                  <c:v>0.020159448</c:v>
                </c:pt>
                <c:pt idx="655">
                  <c:v>0.020159448</c:v>
                </c:pt>
                <c:pt idx="656">
                  <c:v>0.020210227</c:v>
                </c:pt>
                <c:pt idx="657">
                  <c:v>0.020210227</c:v>
                </c:pt>
                <c:pt idx="658">
                  <c:v>0.020311786</c:v>
                </c:pt>
                <c:pt idx="659">
                  <c:v>0.020311786</c:v>
                </c:pt>
                <c:pt idx="660">
                  <c:v>0.020464124</c:v>
                </c:pt>
                <c:pt idx="661">
                  <c:v>0.020464124</c:v>
                </c:pt>
                <c:pt idx="662">
                  <c:v>0.020514904</c:v>
                </c:pt>
                <c:pt idx="663">
                  <c:v>0.020514904</c:v>
                </c:pt>
                <c:pt idx="664">
                  <c:v>0.020514904</c:v>
                </c:pt>
                <c:pt idx="665">
                  <c:v>0.020514904</c:v>
                </c:pt>
                <c:pt idx="666">
                  <c:v>0.020565683</c:v>
                </c:pt>
                <c:pt idx="667">
                  <c:v>0.020565683</c:v>
                </c:pt>
                <c:pt idx="668">
                  <c:v>0.020565683</c:v>
                </c:pt>
                <c:pt idx="669">
                  <c:v>0.020616463</c:v>
                </c:pt>
                <c:pt idx="670">
                  <c:v>0.020616463</c:v>
                </c:pt>
                <c:pt idx="671">
                  <c:v>0.020616463</c:v>
                </c:pt>
                <c:pt idx="672">
                  <c:v>0.020616463</c:v>
                </c:pt>
                <c:pt idx="673">
                  <c:v>0.020616463</c:v>
                </c:pt>
                <c:pt idx="674">
                  <c:v>0.020667242</c:v>
                </c:pt>
                <c:pt idx="675">
                  <c:v>0.020667242</c:v>
                </c:pt>
                <c:pt idx="676">
                  <c:v>0.020667242</c:v>
                </c:pt>
                <c:pt idx="677">
                  <c:v>0.020718022</c:v>
                </c:pt>
                <c:pt idx="678">
                  <c:v>0.020718022</c:v>
                </c:pt>
                <c:pt idx="679">
                  <c:v>0.02087036</c:v>
                </c:pt>
                <c:pt idx="680">
                  <c:v>0.02087036</c:v>
                </c:pt>
                <c:pt idx="681">
                  <c:v>0.020921139</c:v>
                </c:pt>
                <c:pt idx="682">
                  <c:v>0.020921139</c:v>
                </c:pt>
                <c:pt idx="683">
                  <c:v>0.020971919</c:v>
                </c:pt>
                <c:pt idx="684">
                  <c:v>0.021022698</c:v>
                </c:pt>
                <c:pt idx="685">
                  <c:v>0.021022698</c:v>
                </c:pt>
                <c:pt idx="686">
                  <c:v>0.021073478</c:v>
                </c:pt>
                <c:pt idx="687">
                  <c:v>0.021073478</c:v>
                </c:pt>
                <c:pt idx="688">
                  <c:v>0.021124257</c:v>
                </c:pt>
                <c:pt idx="689">
                  <c:v>0.021225816</c:v>
                </c:pt>
                <c:pt idx="690">
                  <c:v>0.021276596</c:v>
                </c:pt>
                <c:pt idx="691">
                  <c:v>0.021276596</c:v>
                </c:pt>
                <c:pt idx="692">
                  <c:v>0.021276596</c:v>
                </c:pt>
                <c:pt idx="693">
                  <c:v>0.021276596</c:v>
                </c:pt>
                <c:pt idx="694">
                  <c:v>0.021327375</c:v>
                </c:pt>
                <c:pt idx="695">
                  <c:v>0.021327375</c:v>
                </c:pt>
                <c:pt idx="696">
                  <c:v>0.021327375</c:v>
                </c:pt>
                <c:pt idx="697">
                  <c:v>0.021327375</c:v>
                </c:pt>
                <c:pt idx="698">
                  <c:v>0.021428934</c:v>
                </c:pt>
                <c:pt idx="699">
                  <c:v>0.021428934</c:v>
                </c:pt>
                <c:pt idx="700">
                  <c:v>0.021530493</c:v>
                </c:pt>
                <c:pt idx="701">
                  <c:v>0.021632052</c:v>
                </c:pt>
                <c:pt idx="702">
                  <c:v>0.021632052</c:v>
                </c:pt>
                <c:pt idx="703">
                  <c:v>0.021632052</c:v>
                </c:pt>
                <c:pt idx="704">
                  <c:v>0.021682831</c:v>
                </c:pt>
                <c:pt idx="705">
                  <c:v>0.021682831</c:v>
                </c:pt>
                <c:pt idx="706">
                  <c:v>0.021682831</c:v>
                </c:pt>
                <c:pt idx="707">
                  <c:v>0.021682831</c:v>
                </c:pt>
                <c:pt idx="708">
                  <c:v>0.021682831</c:v>
                </c:pt>
                <c:pt idx="709">
                  <c:v>0.021733611</c:v>
                </c:pt>
                <c:pt idx="710">
                  <c:v>0.021733611</c:v>
                </c:pt>
                <c:pt idx="711">
                  <c:v>0.02178439</c:v>
                </c:pt>
                <c:pt idx="712">
                  <c:v>0.02178439</c:v>
                </c:pt>
                <c:pt idx="713">
                  <c:v>0.02183517</c:v>
                </c:pt>
                <c:pt idx="714">
                  <c:v>0.02183517</c:v>
                </c:pt>
                <c:pt idx="715">
                  <c:v>0.021885949</c:v>
                </c:pt>
                <c:pt idx="716">
                  <c:v>0.021885949</c:v>
                </c:pt>
                <c:pt idx="717">
                  <c:v>0.022139847</c:v>
                </c:pt>
                <c:pt idx="718">
                  <c:v>0.022139847</c:v>
                </c:pt>
                <c:pt idx="719">
                  <c:v>0.022292185</c:v>
                </c:pt>
                <c:pt idx="720">
                  <c:v>0.022292185</c:v>
                </c:pt>
                <c:pt idx="721">
                  <c:v>0.022292185</c:v>
                </c:pt>
                <c:pt idx="722">
                  <c:v>0.022342965</c:v>
                </c:pt>
                <c:pt idx="723">
                  <c:v>0.022342965</c:v>
                </c:pt>
                <c:pt idx="724">
                  <c:v>0.022342965</c:v>
                </c:pt>
                <c:pt idx="725">
                  <c:v>0.022342965</c:v>
                </c:pt>
                <c:pt idx="726">
                  <c:v>0.022546082</c:v>
                </c:pt>
                <c:pt idx="727">
                  <c:v>0.022546082</c:v>
                </c:pt>
                <c:pt idx="728">
                  <c:v>0.022546082</c:v>
                </c:pt>
                <c:pt idx="729">
                  <c:v>0.022546082</c:v>
                </c:pt>
                <c:pt idx="730">
                  <c:v>0.022596862</c:v>
                </c:pt>
                <c:pt idx="731">
                  <c:v>0.022596862</c:v>
                </c:pt>
                <c:pt idx="732">
                  <c:v>0.022596862</c:v>
                </c:pt>
                <c:pt idx="733">
                  <c:v>0.022698421</c:v>
                </c:pt>
                <c:pt idx="734">
                  <c:v>0.022698421</c:v>
                </c:pt>
                <c:pt idx="735">
                  <c:v>0.02279998</c:v>
                </c:pt>
                <c:pt idx="736">
                  <c:v>0.02279998</c:v>
                </c:pt>
                <c:pt idx="737">
                  <c:v>0.022850759</c:v>
                </c:pt>
                <c:pt idx="738">
                  <c:v>0.022850759</c:v>
                </c:pt>
                <c:pt idx="739">
                  <c:v>0.022850759</c:v>
                </c:pt>
                <c:pt idx="740">
                  <c:v>0.022952318</c:v>
                </c:pt>
                <c:pt idx="741">
                  <c:v>0.022952318</c:v>
                </c:pt>
                <c:pt idx="742">
                  <c:v>0.023053877</c:v>
                </c:pt>
                <c:pt idx="743">
                  <c:v>0.023104656</c:v>
                </c:pt>
                <c:pt idx="744">
                  <c:v>0.023104656</c:v>
                </c:pt>
                <c:pt idx="745">
                  <c:v>0.023104656</c:v>
                </c:pt>
                <c:pt idx="746">
                  <c:v>0.023206215</c:v>
                </c:pt>
                <c:pt idx="747">
                  <c:v>0.023206215</c:v>
                </c:pt>
                <c:pt idx="748">
                  <c:v>0.023206215</c:v>
                </c:pt>
                <c:pt idx="749">
                  <c:v>0.023206215</c:v>
                </c:pt>
                <c:pt idx="750">
                  <c:v>0.023307774</c:v>
                </c:pt>
                <c:pt idx="751">
                  <c:v>0.023307774</c:v>
                </c:pt>
                <c:pt idx="752">
                  <c:v>0.023307774</c:v>
                </c:pt>
                <c:pt idx="753">
                  <c:v>0.023307774</c:v>
                </c:pt>
                <c:pt idx="754">
                  <c:v>0.023358554</c:v>
                </c:pt>
                <c:pt idx="755">
                  <c:v>0.023358554</c:v>
                </c:pt>
                <c:pt idx="756">
                  <c:v>0.023510892</c:v>
                </c:pt>
                <c:pt idx="757">
                  <c:v>0.023510892</c:v>
                </c:pt>
                <c:pt idx="758">
                  <c:v>0.023561672</c:v>
                </c:pt>
                <c:pt idx="759">
                  <c:v>0.023561672</c:v>
                </c:pt>
                <c:pt idx="760">
                  <c:v>0.023612451</c:v>
                </c:pt>
                <c:pt idx="761">
                  <c:v>0.023612451</c:v>
                </c:pt>
                <c:pt idx="762">
                  <c:v>0.023663231</c:v>
                </c:pt>
                <c:pt idx="763">
                  <c:v>0.023663231</c:v>
                </c:pt>
                <c:pt idx="764">
                  <c:v>0.02376479</c:v>
                </c:pt>
                <c:pt idx="765">
                  <c:v>0.02376479</c:v>
                </c:pt>
                <c:pt idx="766">
                  <c:v>0.023815569</c:v>
                </c:pt>
                <c:pt idx="767">
                  <c:v>0.023815569</c:v>
                </c:pt>
                <c:pt idx="768">
                  <c:v>0.023866348</c:v>
                </c:pt>
                <c:pt idx="769">
                  <c:v>0.023866348</c:v>
                </c:pt>
                <c:pt idx="770">
                  <c:v>0.024069466</c:v>
                </c:pt>
                <c:pt idx="771">
                  <c:v>0.024069466</c:v>
                </c:pt>
                <c:pt idx="772">
                  <c:v>0.024069466</c:v>
                </c:pt>
                <c:pt idx="773">
                  <c:v>0.024069466</c:v>
                </c:pt>
                <c:pt idx="774">
                  <c:v>0.024069466</c:v>
                </c:pt>
                <c:pt idx="775">
                  <c:v>0.024069466</c:v>
                </c:pt>
                <c:pt idx="776">
                  <c:v>0.024120246</c:v>
                </c:pt>
                <c:pt idx="777">
                  <c:v>0.024120246</c:v>
                </c:pt>
                <c:pt idx="778">
                  <c:v>0.024171025</c:v>
                </c:pt>
                <c:pt idx="779">
                  <c:v>0.024171025</c:v>
                </c:pt>
                <c:pt idx="780">
                  <c:v>0.024221805</c:v>
                </c:pt>
                <c:pt idx="781">
                  <c:v>0.024221805</c:v>
                </c:pt>
                <c:pt idx="782">
                  <c:v>0.024374143</c:v>
                </c:pt>
                <c:pt idx="783">
                  <c:v>0.024374143</c:v>
                </c:pt>
                <c:pt idx="784">
                  <c:v>0.024424923</c:v>
                </c:pt>
                <c:pt idx="785">
                  <c:v>0.024424923</c:v>
                </c:pt>
                <c:pt idx="786">
                  <c:v>0.024424923</c:v>
                </c:pt>
                <c:pt idx="787">
                  <c:v>0.024475702</c:v>
                </c:pt>
                <c:pt idx="788">
                  <c:v>0.024475702</c:v>
                </c:pt>
                <c:pt idx="789">
                  <c:v>0.024881938</c:v>
                </c:pt>
                <c:pt idx="790">
                  <c:v>0.024881938</c:v>
                </c:pt>
                <c:pt idx="791">
                  <c:v>0.024881938</c:v>
                </c:pt>
                <c:pt idx="792">
                  <c:v>0.024932717</c:v>
                </c:pt>
                <c:pt idx="793">
                  <c:v>0.025745189</c:v>
                </c:pt>
                <c:pt idx="794">
                  <c:v>0.025745189</c:v>
                </c:pt>
                <c:pt idx="795">
                  <c:v>0.025897527</c:v>
                </c:pt>
                <c:pt idx="796">
                  <c:v>0.025897527</c:v>
                </c:pt>
                <c:pt idx="797">
                  <c:v>0.025948307</c:v>
                </c:pt>
                <c:pt idx="798">
                  <c:v>0.025948307</c:v>
                </c:pt>
                <c:pt idx="799">
                  <c:v>0.025948307</c:v>
                </c:pt>
                <c:pt idx="800">
                  <c:v>0.025948307</c:v>
                </c:pt>
                <c:pt idx="801">
                  <c:v>0.025948307</c:v>
                </c:pt>
                <c:pt idx="802">
                  <c:v>0.025999086</c:v>
                </c:pt>
                <c:pt idx="803">
                  <c:v>0.025999086</c:v>
                </c:pt>
                <c:pt idx="804">
                  <c:v>0.025999086</c:v>
                </c:pt>
                <c:pt idx="805">
                  <c:v>0.025999086</c:v>
                </c:pt>
                <c:pt idx="806">
                  <c:v>0.025999086</c:v>
                </c:pt>
                <c:pt idx="807">
                  <c:v>0.025999086</c:v>
                </c:pt>
                <c:pt idx="808">
                  <c:v>0.026049865</c:v>
                </c:pt>
                <c:pt idx="809">
                  <c:v>0.026049865</c:v>
                </c:pt>
                <c:pt idx="810">
                  <c:v>0.026049865</c:v>
                </c:pt>
                <c:pt idx="811">
                  <c:v>0.026151424</c:v>
                </c:pt>
                <c:pt idx="812">
                  <c:v>0.026151424</c:v>
                </c:pt>
                <c:pt idx="813">
                  <c:v>0.026303763</c:v>
                </c:pt>
                <c:pt idx="814">
                  <c:v>0.026405322</c:v>
                </c:pt>
                <c:pt idx="815">
                  <c:v>0.026405322</c:v>
                </c:pt>
                <c:pt idx="816">
                  <c:v>0.026405322</c:v>
                </c:pt>
                <c:pt idx="817">
                  <c:v>0.026405322</c:v>
                </c:pt>
                <c:pt idx="818">
                  <c:v>0.026405322</c:v>
                </c:pt>
                <c:pt idx="819">
                  <c:v>0.026405322</c:v>
                </c:pt>
                <c:pt idx="820">
                  <c:v>0.026405322</c:v>
                </c:pt>
                <c:pt idx="821">
                  <c:v>0.026456101</c:v>
                </c:pt>
                <c:pt idx="822">
                  <c:v>0.026456101</c:v>
                </c:pt>
                <c:pt idx="823">
                  <c:v>0.026456101</c:v>
                </c:pt>
                <c:pt idx="824">
                  <c:v>0.026456101</c:v>
                </c:pt>
                <c:pt idx="825">
                  <c:v>0.026506881</c:v>
                </c:pt>
                <c:pt idx="826">
                  <c:v>0.026506881</c:v>
                </c:pt>
                <c:pt idx="827">
                  <c:v>0.026506881</c:v>
                </c:pt>
                <c:pt idx="828">
                  <c:v>0.02660844</c:v>
                </c:pt>
                <c:pt idx="829">
                  <c:v>0.02660844</c:v>
                </c:pt>
                <c:pt idx="830">
                  <c:v>0.02660844</c:v>
                </c:pt>
                <c:pt idx="831">
                  <c:v>0.02660844</c:v>
                </c:pt>
                <c:pt idx="832">
                  <c:v>0.02660844</c:v>
                </c:pt>
                <c:pt idx="833">
                  <c:v>0.02660844</c:v>
                </c:pt>
                <c:pt idx="834">
                  <c:v>0.026659219</c:v>
                </c:pt>
                <c:pt idx="835">
                  <c:v>0.026659219</c:v>
                </c:pt>
                <c:pt idx="836">
                  <c:v>0.026760778</c:v>
                </c:pt>
                <c:pt idx="837">
                  <c:v>0.026760778</c:v>
                </c:pt>
                <c:pt idx="838">
                  <c:v>0.026811557</c:v>
                </c:pt>
                <c:pt idx="839">
                  <c:v>0.026811557</c:v>
                </c:pt>
                <c:pt idx="840">
                  <c:v>0.026811557</c:v>
                </c:pt>
                <c:pt idx="841">
                  <c:v>0.026862337</c:v>
                </c:pt>
                <c:pt idx="842">
                  <c:v>0.026862337</c:v>
                </c:pt>
                <c:pt idx="843">
                  <c:v>0.026913116</c:v>
                </c:pt>
                <c:pt idx="844">
                  <c:v>0.026913116</c:v>
                </c:pt>
                <c:pt idx="845">
                  <c:v>0.026913116</c:v>
                </c:pt>
                <c:pt idx="846">
                  <c:v>0.026963896</c:v>
                </c:pt>
                <c:pt idx="847">
                  <c:v>0.026963896</c:v>
                </c:pt>
                <c:pt idx="848">
                  <c:v>0.027116234</c:v>
                </c:pt>
                <c:pt idx="849">
                  <c:v>0.027116234</c:v>
                </c:pt>
                <c:pt idx="850">
                  <c:v>0.027167014</c:v>
                </c:pt>
                <c:pt idx="851">
                  <c:v>0.027167014</c:v>
                </c:pt>
                <c:pt idx="852">
                  <c:v>0.027167014</c:v>
                </c:pt>
                <c:pt idx="853">
                  <c:v>0.027167014</c:v>
                </c:pt>
                <c:pt idx="854">
                  <c:v>0.027217793</c:v>
                </c:pt>
                <c:pt idx="855">
                  <c:v>0.027217793</c:v>
                </c:pt>
                <c:pt idx="856">
                  <c:v>0.027268573</c:v>
                </c:pt>
                <c:pt idx="857">
                  <c:v>0.027268573</c:v>
                </c:pt>
                <c:pt idx="858">
                  <c:v>0.027370132</c:v>
                </c:pt>
                <c:pt idx="859">
                  <c:v>0.027370132</c:v>
                </c:pt>
                <c:pt idx="860">
                  <c:v>0.027725588</c:v>
                </c:pt>
                <c:pt idx="861">
                  <c:v>0.027776367</c:v>
                </c:pt>
                <c:pt idx="862">
                  <c:v>0.027776367</c:v>
                </c:pt>
                <c:pt idx="863">
                  <c:v>0.027776367</c:v>
                </c:pt>
                <c:pt idx="864">
                  <c:v>0.027776367</c:v>
                </c:pt>
                <c:pt idx="865">
                  <c:v>0.027776367</c:v>
                </c:pt>
                <c:pt idx="866">
                  <c:v>0.027827147</c:v>
                </c:pt>
                <c:pt idx="867">
                  <c:v>0.027827147</c:v>
                </c:pt>
                <c:pt idx="868">
                  <c:v>0.027877926</c:v>
                </c:pt>
                <c:pt idx="869">
                  <c:v>0.027877926</c:v>
                </c:pt>
                <c:pt idx="870">
                  <c:v>0.027928706</c:v>
                </c:pt>
                <c:pt idx="871">
                  <c:v>0.027928706</c:v>
                </c:pt>
                <c:pt idx="872">
                  <c:v>0.027979485</c:v>
                </c:pt>
                <c:pt idx="873">
                  <c:v>0.027979485</c:v>
                </c:pt>
                <c:pt idx="874">
                  <c:v>0.027979485</c:v>
                </c:pt>
                <c:pt idx="875">
                  <c:v>0.027979485</c:v>
                </c:pt>
                <c:pt idx="876">
                  <c:v>0.027979485</c:v>
                </c:pt>
                <c:pt idx="877">
                  <c:v>0.028030265</c:v>
                </c:pt>
                <c:pt idx="878">
                  <c:v>0.028030265</c:v>
                </c:pt>
                <c:pt idx="879">
                  <c:v>0.028081044</c:v>
                </c:pt>
                <c:pt idx="880">
                  <c:v>0.028081044</c:v>
                </c:pt>
                <c:pt idx="881">
                  <c:v>0.028131823</c:v>
                </c:pt>
                <c:pt idx="882">
                  <c:v>0.028131823</c:v>
                </c:pt>
                <c:pt idx="883">
                  <c:v>0.028182603</c:v>
                </c:pt>
                <c:pt idx="884">
                  <c:v>0.028182603</c:v>
                </c:pt>
                <c:pt idx="885">
                  <c:v>0.028233382</c:v>
                </c:pt>
                <c:pt idx="886">
                  <c:v>0.028233382</c:v>
                </c:pt>
                <c:pt idx="887">
                  <c:v>0.028284162</c:v>
                </c:pt>
                <c:pt idx="888">
                  <c:v>0.028284162</c:v>
                </c:pt>
                <c:pt idx="889">
                  <c:v>0.028334941</c:v>
                </c:pt>
                <c:pt idx="890">
                  <c:v>0.028334941</c:v>
                </c:pt>
                <c:pt idx="891">
                  <c:v>0.02848728</c:v>
                </c:pt>
                <c:pt idx="892">
                  <c:v>0.02848728</c:v>
                </c:pt>
                <c:pt idx="893">
                  <c:v>0.028588839</c:v>
                </c:pt>
                <c:pt idx="894">
                  <c:v>0.028588839</c:v>
                </c:pt>
                <c:pt idx="895">
                  <c:v>0.028639618</c:v>
                </c:pt>
                <c:pt idx="896">
                  <c:v>0.028639618</c:v>
                </c:pt>
                <c:pt idx="897">
                  <c:v>0.028690398</c:v>
                </c:pt>
                <c:pt idx="898">
                  <c:v>0.028690398</c:v>
                </c:pt>
                <c:pt idx="899">
                  <c:v>0.028690398</c:v>
                </c:pt>
                <c:pt idx="900">
                  <c:v>0.028741177</c:v>
                </c:pt>
                <c:pt idx="901">
                  <c:v>0.028741177</c:v>
                </c:pt>
                <c:pt idx="902">
                  <c:v>0.028741177</c:v>
                </c:pt>
                <c:pt idx="903">
                  <c:v>0.028741177</c:v>
                </c:pt>
                <c:pt idx="904">
                  <c:v>0.028791957</c:v>
                </c:pt>
                <c:pt idx="905">
                  <c:v>0.028791957</c:v>
                </c:pt>
                <c:pt idx="906">
                  <c:v>0.028893515</c:v>
                </c:pt>
                <c:pt idx="907">
                  <c:v>0.028893515</c:v>
                </c:pt>
                <c:pt idx="908">
                  <c:v>0.028944295</c:v>
                </c:pt>
                <c:pt idx="909">
                  <c:v>0.028944295</c:v>
                </c:pt>
                <c:pt idx="910">
                  <c:v>0.028944295</c:v>
                </c:pt>
                <c:pt idx="911">
                  <c:v>0.028944295</c:v>
                </c:pt>
                <c:pt idx="912">
                  <c:v>0.029045854</c:v>
                </c:pt>
                <c:pt idx="913">
                  <c:v>0.029045854</c:v>
                </c:pt>
                <c:pt idx="914">
                  <c:v>0.029198192</c:v>
                </c:pt>
                <c:pt idx="915">
                  <c:v>0.029198192</c:v>
                </c:pt>
                <c:pt idx="916">
                  <c:v>0.029198192</c:v>
                </c:pt>
                <c:pt idx="917">
                  <c:v>0.029198192</c:v>
                </c:pt>
                <c:pt idx="918">
                  <c:v>0.029248972</c:v>
                </c:pt>
                <c:pt idx="919">
                  <c:v>0.029248972</c:v>
                </c:pt>
                <c:pt idx="920">
                  <c:v>0.029299751</c:v>
                </c:pt>
                <c:pt idx="921">
                  <c:v>0.029299751</c:v>
                </c:pt>
                <c:pt idx="922">
                  <c:v>0.029350531</c:v>
                </c:pt>
                <c:pt idx="923">
                  <c:v>0.029350531</c:v>
                </c:pt>
                <c:pt idx="924">
                  <c:v>0.02940131</c:v>
                </c:pt>
                <c:pt idx="925">
                  <c:v>0.02940131</c:v>
                </c:pt>
                <c:pt idx="926">
                  <c:v>0.02945209</c:v>
                </c:pt>
                <c:pt idx="927">
                  <c:v>0.029604428</c:v>
                </c:pt>
                <c:pt idx="928">
                  <c:v>0.029604428</c:v>
                </c:pt>
                <c:pt idx="929">
                  <c:v>0.029655207</c:v>
                </c:pt>
                <c:pt idx="930">
                  <c:v>0.029655207</c:v>
                </c:pt>
                <c:pt idx="931">
                  <c:v>0.029705987</c:v>
                </c:pt>
                <c:pt idx="932">
                  <c:v>0.029705987</c:v>
                </c:pt>
                <c:pt idx="933">
                  <c:v>0.029807546</c:v>
                </c:pt>
                <c:pt idx="934">
                  <c:v>0.029807546</c:v>
                </c:pt>
                <c:pt idx="935">
                  <c:v>0.029807546</c:v>
                </c:pt>
                <c:pt idx="936">
                  <c:v>0.029807546</c:v>
                </c:pt>
                <c:pt idx="937">
                  <c:v>0.029807546</c:v>
                </c:pt>
                <c:pt idx="938">
                  <c:v>0.029807546</c:v>
                </c:pt>
                <c:pt idx="939">
                  <c:v>0.029807546</c:v>
                </c:pt>
                <c:pt idx="940">
                  <c:v>0.029858325</c:v>
                </c:pt>
                <c:pt idx="941">
                  <c:v>0.029858325</c:v>
                </c:pt>
                <c:pt idx="942">
                  <c:v>0.029909105</c:v>
                </c:pt>
                <c:pt idx="943">
                  <c:v>0.029909105</c:v>
                </c:pt>
                <c:pt idx="944">
                  <c:v>0.029909105</c:v>
                </c:pt>
                <c:pt idx="945">
                  <c:v>0.029959884</c:v>
                </c:pt>
                <c:pt idx="946">
                  <c:v>0.029959884</c:v>
                </c:pt>
                <c:pt idx="947">
                  <c:v>0.030010664</c:v>
                </c:pt>
                <c:pt idx="948">
                  <c:v>0.030010664</c:v>
                </c:pt>
                <c:pt idx="949">
                  <c:v>0.030010664</c:v>
                </c:pt>
                <c:pt idx="950">
                  <c:v>0.030010664</c:v>
                </c:pt>
                <c:pt idx="951">
                  <c:v>0.030010664</c:v>
                </c:pt>
                <c:pt idx="952">
                  <c:v>0.030061443</c:v>
                </c:pt>
                <c:pt idx="953">
                  <c:v>0.030061443</c:v>
                </c:pt>
                <c:pt idx="954">
                  <c:v>0.030112223</c:v>
                </c:pt>
                <c:pt idx="955">
                  <c:v>0.030112223</c:v>
                </c:pt>
                <c:pt idx="956">
                  <c:v>0.030163002</c:v>
                </c:pt>
                <c:pt idx="957">
                  <c:v>0.030163002</c:v>
                </c:pt>
                <c:pt idx="958">
                  <c:v>0.03036612</c:v>
                </c:pt>
                <c:pt idx="959">
                  <c:v>0.03036612</c:v>
                </c:pt>
                <c:pt idx="960">
                  <c:v>0.030467679</c:v>
                </c:pt>
                <c:pt idx="961">
                  <c:v>0.030467679</c:v>
                </c:pt>
                <c:pt idx="962">
                  <c:v>0.030569238</c:v>
                </c:pt>
                <c:pt idx="963">
                  <c:v>0.030569238</c:v>
                </c:pt>
                <c:pt idx="964">
                  <c:v>0.030569238</c:v>
                </c:pt>
                <c:pt idx="965">
                  <c:v>0.030569238</c:v>
                </c:pt>
                <c:pt idx="966">
                  <c:v>0.030620017</c:v>
                </c:pt>
                <c:pt idx="967">
                  <c:v>0.030620017</c:v>
                </c:pt>
                <c:pt idx="968">
                  <c:v>0.030670797</c:v>
                </c:pt>
                <c:pt idx="969">
                  <c:v>0.030670797</c:v>
                </c:pt>
                <c:pt idx="970">
                  <c:v>0.030721576</c:v>
                </c:pt>
                <c:pt idx="971">
                  <c:v>0.030721576</c:v>
                </c:pt>
                <c:pt idx="972">
                  <c:v>0.030873915</c:v>
                </c:pt>
                <c:pt idx="973">
                  <c:v>0.030873915</c:v>
                </c:pt>
                <c:pt idx="974">
                  <c:v>0.031026253</c:v>
                </c:pt>
                <c:pt idx="975">
                  <c:v>0.031077032</c:v>
                </c:pt>
                <c:pt idx="976">
                  <c:v>0.031077032</c:v>
                </c:pt>
                <c:pt idx="977">
                  <c:v>0.031077032</c:v>
                </c:pt>
                <c:pt idx="978">
                  <c:v>0.031077032</c:v>
                </c:pt>
                <c:pt idx="979">
                  <c:v>0.031127812</c:v>
                </c:pt>
                <c:pt idx="980">
                  <c:v>0.031127812</c:v>
                </c:pt>
                <c:pt idx="981">
                  <c:v>0.031229371</c:v>
                </c:pt>
                <c:pt idx="982">
                  <c:v>0.031229371</c:v>
                </c:pt>
                <c:pt idx="983">
                  <c:v>0.031432489</c:v>
                </c:pt>
                <c:pt idx="984">
                  <c:v>0.031483268</c:v>
                </c:pt>
                <c:pt idx="985">
                  <c:v>0.031483268</c:v>
                </c:pt>
                <c:pt idx="986">
                  <c:v>0.031534048</c:v>
                </c:pt>
                <c:pt idx="987">
                  <c:v>0.031534048</c:v>
                </c:pt>
                <c:pt idx="988">
                  <c:v>0.031635607</c:v>
                </c:pt>
                <c:pt idx="989">
                  <c:v>0.031635607</c:v>
                </c:pt>
                <c:pt idx="990">
                  <c:v>0.031787945</c:v>
                </c:pt>
                <c:pt idx="991">
                  <c:v>0.031787945</c:v>
                </c:pt>
                <c:pt idx="992">
                  <c:v>0.031838724</c:v>
                </c:pt>
                <c:pt idx="993">
                  <c:v>0.031838724</c:v>
                </c:pt>
                <c:pt idx="994">
                  <c:v>0.031889504</c:v>
                </c:pt>
                <c:pt idx="995">
                  <c:v>0.031889504</c:v>
                </c:pt>
                <c:pt idx="996">
                  <c:v>0.031889504</c:v>
                </c:pt>
                <c:pt idx="997">
                  <c:v>0.031889504</c:v>
                </c:pt>
                <c:pt idx="998">
                  <c:v>0.032041842</c:v>
                </c:pt>
                <c:pt idx="999">
                  <c:v>0.032041842</c:v>
                </c:pt>
                <c:pt idx="1000">
                  <c:v>0.032041842</c:v>
                </c:pt>
                <c:pt idx="1001">
                  <c:v>0.032041842</c:v>
                </c:pt>
                <c:pt idx="1002">
                  <c:v>0.032041842</c:v>
                </c:pt>
                <c:pt idx="1003">
                  <c:v>0.032041842</c:v>
                </c:pt>
                <c:pt idx="1004">
                  <c:v>0.032092622</c:v>
                </c:pt>
                <c:pt idx="1005">
                  <c:v>0.032092622</c:v>
                </c:pt>
                <c:pt idx="1006">
                  <c:v>0.032092622</c:v>
                </c:pt>
                <c:pt idx="1007">
                  <c:v>0.032143401</c:v>
                </c:pt>
                <c:pt idx="1008">
                  <c:v>0.032143401</c:v>
                </c:pt>
                <c:pt idx="1009">
                  <c:v>0.032194181</c:v>
                </c:pt>
                <c:pt idx="1010">
                  <c:v>0.032194181</c:v>
                </c:pt>
                <c:pt idx="1011">
                  <c:v>0.03229574</c:v>
                </c:pt>
                <c:pt idx="1012">
                  <c:v>0.03229574</c:v>
                </c:pt>
                <c:pt idx="1013">
                  <c:v>0.032346519</c:v>
                </c:pt>
                <c:pt idx="1014">
                  <c:v>0.032346519</c:v>
                </c:pt>
                <c:pt idx="1015">
                  <c:v>0.032397299</c:v>
                </c:pt>
                <c:pt idx="1016">
                  <c:v>0.032397299</c:v>
                </c:pt>
                <c:pt idx="1017">
                  <c:v>0.032448078</c:v>
                </c:pt>
                <c:pt idx="1018">
                  <c:v>0.032448078</c:v>
                </c:pt>
                <c:pt idx="1019">
                  <c:v>0.032448078</c:v>
                </c:pt>
                <c:pt idx="1020">
                  <c:v>0.032448078</c:v>
                </c:pt>
                <c:pt idx="1021">
                  <c:v>0.032498857</c:v>
                </c:pt>
                <c:pt idx="1022">
                  <c:v>0.032498857</c:v>
                </c:pt>
                <c:pt idx="1023">
                  <c:v>0.032549637</c:v>
                </c:pt>
                <c:pt idx="1024">
                  <c:v>0.032549637</c:v>
                </c:pt>
                <c:pt idx="1025">
                  <c:v>0.032549637</c:v>
                </c:pt>
                <c:pt idx="1026">
                  <c:v>0.032549637</c:v>
                </c:pt>
                <c:pt idx="1027">
                  <c:v>0.032600416</c:v>
                </c:pt>
                <c:pt idx="1028">
                  <c:v>0.032600416</c:v>
                </c:pt>
                <c:pt idx="1029">
                  <c:v>0.032600416</c:v>
                </c:pt>
                <c:pt idx="1030">
                  <c:v>0.032600416</c:v>
                </c:pt>
                <c:pt idx="1031">
                  <c:v>0.032600416</c:v>
                </c:pt>
                <c:pt idx="1032">
                  <c:v>0.032600416</c:v>
                </c:pt>
                <c:pt idx="1033">
                  <c:v>0.032600416</c:v>
                </c:pt>
                <c:pt idx="1034">
                  <c:v>0.032600416</c:v>
                </c:pt>
                <c:pt idx="1035">
                  <c:v>0.032701975</c:v>
                </c:pt>
                <c:pt idx="1036">
                  <c:v>0.032701975</c:v>
                </c:pt>
                <c:pt idx="1037">
                  <c:v>0.032701975</c:v>
                </c:pt>
                <c:pt idx="1038">
                  <c:v>0.032701975</c:v>
                </c:pt>
                <c:pt idx="1039">
                  <c:v>0.032752755</c:v>
                </c:pt>
                <c:pt idx="1040">
                  <c:v>0.032752755</c:v>
                </c:pt>
                <c:pt idx="1041">
                  <c:v>0.032803534</c:v>
                </c:pt>
                <c:pt idx="1042">
                  <c:v>0.032803534</c:v>
                </c:pt>
                <c:pt idx="1043">
                  <c:v>0.032955873</c:v>
                </c:pt>
                <c:pt idx="1044">
                  <c:v>0.032955873</c:v>
                </c:pt>
                <c:pt idx="1045">
                  <c:v>0.033006652</c:v>
                </c:pt>
                <c:pt idx="1046">
                  <c:v>0.033006652</c:v>
                </c:pt>
                <c:pt idx="1047">
                  <c:v>0.033006652</c:v>
                </c:pt>
                <c:pt idx="1048">
                  <c:v>0.033057432</c:v>
                </c:pt>
                <c:pt idx="1049">
                  <c:v>0.033057432</c:v>
                </c:pt>
                <c:pt idx="1050">
                  <c:v>0.033108211</c:v>
                </c:pt>
                <c:pt idx="1051">
                  <c:v>0.033108211</c:v>
                </c:pt>
                <c:pt idx="1052">
                  <c:v>0.033158991</c:v>
                </c:pt>
                <c:pt idx="1053">
                  <c:v>0.033158991</c:v>
                </c:pt>
                <c:pt idx="1054">
                  <c:v>0.03320977</c:v>
                </c:pt>
                <c:pt idx="1055">
                  <c:v>0.03320977</c:v>
                </c:pt>
                <c:pt idx="1056">
                  <c:v>0.033311329</c:v>
                </c:pt>
                <c:pt idx="1057">
                  <c:v>0.033311329</c:v>
                </c:pt>
                <c:pt idx="1058">
                  <c:v>0.033362108</c:v>
                </c:pt>
                <c:pt idx="1059">
                  <c:v>0.033362108</c:v>
                </c:pt>
                <c:pt idx="1060">
                  <c:v>0.033362108</c:v>
                </c:pt>
                <c:pt idx="1061">
                  <c:v>0.033362108</c:v>
                </c:pt>
                <c:pt idx="1062">
                  <c:v>0.033412888</c:v>
                </c:pt>
                <c:pt idx="1063">
                  <c:v>0.033412888</c:v>
                </c:pt>
                <c:pt idx="1064">
                  <c:v>0.033463667</c:v>
                </c:pt>
                <c:pt idx="1065">
                  <c:v>0.033463667</c:v>
                </c:pt>
                <c:pt idx="1066">
                  <c:v>0.033616006</c:v>
                </c:pt>
                <c:pt idx="1067">
                  <c:v>0.033616006</c:v>
                </c:pt>
                <c:pt idx="1068">
                  <c:v>0.033666785</c:v>
                </c:pt>
                <c:pt idx="1069">
                  <c:v>0.033666785</c:v>
                </c:pt>
                <c:pt idx="1070">
                  <c:v>0.033768344</c:v>
                </c:pt>
                <c:pt idx="1071">
                  <c:v>0.033920682</c:v>
                </c:pt>
                <c:pt idx="1072">
                  <c:v>0.033920682</c:v>
                </c:pt>
                <c:pt idx="1073">
                  <c:v>0.033971462</c:v>
                </c:pt>
                <c:pt idx="1074">
                  <c:v>0.033971462</c:v>
                </c:pt>
                <c:pt idx="1075">
                  <c:v>0.0341238</c:v>
                </c:pt>
                <c:pt idx="1076">
                  <c:v>0.0341238</c:v>
                </c:pt>
                <c:pt idx="1077">
                  <c:v>0.034225359</c:v>
                </c:pt>
                <c:pt idx="1078">
                  <c:v>0.034225359</c:v>
                </c:pt>
                <c:pt idx="1079">
                  <c:v>0.034326918</c:v>
                </c:pt>
                <c:pt idx="1080">
                  <c:v>0.034428477</c:v>
                </c:pt>
                <c:pt idx="1081">
                  <c:v>0.034428477</c:v>
                </c:pt>
                <c:pt idx="1082">
                  <c:v>0.034530036</c:v>
                </c:pt>
                <c:pt idx="1083">
                  <c:v>0.034530036</c:v>
                </c:pt>
                <c:pt idx="1084">
                  <c:v>0.034631595</c:v>
                </c:pt>
                <c:pt idx="1085">
                  <c:v>0.034631595</c:v>
                </c:pt>
                <c:pt idx="1086">
                  <c:v>0.034733154</c:v>
                </c:pt>
                <c:pt idx="1087">
                  <c:v>0.034733154</c:v>
                </c:pt>
                <c:pt idx="1088">
                  <c:v>0.034783933</c:v>
                </c:pt>
                <c:pt idx="1089">
                  <c:v>0.034783933</c:v>
                </c:pt>
                <c:pt idx="1090">
                  <c:v>0.034834713</c:v>
                </c:pt>
                <c:pt idx="1091">
                  <c:v>0.034834713</c:v>
                </c:pt>
                <c:pt idx="1092">
                  <c:v>0.034936272</c:v>
                </c:pt>
                <c:pt idx="1093">
                  <c:v>0.03508861</c:v>
                </c:pt>
                <c:pt idx="1094">
                  <c:v>0.03508861</c:v>
                </c:pt>
                <c:pt idx="1095">
                  <c:v>0.03508861</c:v>
                </c:pt>
                <c:pt idx="1096">
                  <c:v>0.03513939</c:v>
                </c:pt>
                <c:pt idx="1097">
                  <c:v>0.03513939</c:v>
                </c:pt>
                <c:pt idx="1098">
                  <c:v>0.03513939</c:v>
                </c:pt>
                <c:pt idx="1099">
                  <c:v>0.03513939</c:v>
                </c:pt>
                <c:pt idx="1100">
                  <c:v>0.035240949</c:v>
                </c:pt>
                <c:pt idx="1101">
                  <c:v>0.035240949</c:v>
                </c:pt>
                <c:pt idx="1102">
                  <c:v>0.035240949</c:v>
                </c:pt>
                <c:pt idx="1103">
                  <c:v>0.035240949</c:v>
                </c:pt>
                <c:pt idx="1104">
                  <c:v>0.035291728</c:v>
                </c:pt>
                <c:pt idx="1105">
                  <c:v>0.035291728</c:v>
                </c:pt>
                <c:pt idx="1106">
                  <c:v>0.035393287</c:v>
                </c:pt>
                <c:pt idx="1107">
                  <c:v>0.035393287</c:v>
                </c:pt>
                <c:pt idx="1108">
                  <c:v>0.037221348</c:v>
                </c:pt>
                <c:pt idx="1109">
                  <c:v>0.037221348</c:v>
                </c:pt>
                <c:pt idx="1110">
                  <c:v>0.037272127</c:v>
                </c:pt>
                <c:pt idx="1111">
                  <c:v>0.037272127</c:v>
                </c:pt>
                <c:pt idx="1112">
                  <c:v>0.037322907</c:v>
                </c:pt>
                <c:pt idx="1113">
                  <c:v>0.037322907</c:v>
                </c:pt>
                <c:pt idx="1114">
                  <c:v>0.037475245</c:v>
                </c:pt>
                <c:pt idx="1115">
                  <c:v>0.037475245</c:v>
                </c:pt>
                <c:pt idx="1116">
                  <c:v>0.037475245</c:v>
                </c:pt>
                <c:pt idx="1117">
                  <c:v>0.037475245</c:v>
                </c:pt>
                <c:pt idx="1118">
                  <c:v>0.037576804</c:v>
                </c:pt>
                <c:pt idx="1119">
                  <c:v>0.037576804</c:v>
                </c:pt>
                <c:pt idx="1120">
                  <c:v>0.037627583</c:v>
                </c:pt>
                <c:pt idx="1121">
                  <c:v>0.037627583</c:v>
                </c:pt>
                <c:pt idx="1122">
                  <c:v>0.037627583</c:v>
                </c:pt>
                <c:pt idx="1123">
                  <c:v>0.037627583</c:v>
                </c:pt>
                <c:pt idx="1124">
                  <c:v>0.037729142</c:v>
                </c:pt>
                <c:pt idx="1125">
                  <c:v>0.037729142</c:v>
                </c:pt>
                <c:pt idx="1126">
                  <c:v>0.037830701</c:v>
                </c:pt>
                <c:pt idx="1127">
                  <c:v>0.037830701</c:v>
                </c:pt>
                <c:pt idx="1128">
                  <c:v>0.037881481</c:v>
                </c:pt>
                <c:pt idx="1129">
                  <c:v>0.037881481</c:v>
                </c:pt>
                <c:pt idx="1130">
                  <c:v>0.037881481</c:v>
                </c:pt>
                <c:pt idx="1131">
                  <c:v>0.03793226</c:v>
                </c:pt>
                <c:pt idx="1132">
                  <c:v>0.03793226</c:v>
                </c:pt>
                <c:pt idx="1133">
                  <c:v>0.03798304</c:v>
                </c:pt>
                <c:pt idx="1134">
                  <c:v>0.03798304</c:v>
                </c:pt>
                <c:pt idx="1135">
                  <c:v>0.03798304</c:v>
                </c:pt>
                <c:pt idx="1136">
                  <c:v>0.03798304</c:v>
                </c:pt>
                <c:pt idx="1137">
                  <c:v>0.038033819</c:v>
                </c:pt>
                <c:pt idx="1138">
                  <c:v>0.038033819</c:v>
                </c:pt>
                <c:pt idx="1139">
                  <c:v>0.038033819</c:v>
                </c:pt>
                <c:pt idx="1140">
                  <c:v>0.038084599</c:v>
                </c:pt>
                <c:pt idx="1141">
                  <c:v>0.038084599</c:v>
                </c:pt>
                <c:pt idx="1142">
                  <c:v>0.038084599</c:v>
                </c:pt>
                <c:pt idx="1143">
                  <c:v>0.038135378</c:v>
                </c:pt>
                <c:pt idx="1144">
                  <c:v>0.038135378</c:v>
                </c:pt>
                <c:pt idx="1145">
                  <c:v>0.038287716</c:v>
                </c:pt>
                <c:pt idx="1146">
                  <c:v>0.038287716</c:v>
                </c:pt>
                <c:pt idx="1147">
                  <c:v>0.038287716</c:v>
                </c:pt>
                <c:pt idx="1148">
                  <c:v>0.038287716</c:v>
                </c:pt>
                <c:pt idx="1149">
                  <c:v>0.038287716</c:v>
                </c:pt>
                <c:pt idx="1150">
                  <c:v>0.038338496</c:v>
                </c:pt>
                <c:pt idx="1151">
                  <c:v>0.038338496</c:v>
                </c:pt>
                <c:pt idx="1152">
                  <c:v>0.038490834</c:v>
                </c:pt>
                <c:pt idx="1153">
                  <c:v>0.038490834</c:v>
                </c:pt>
                <c:pt idx="1154">
                  <c:v>0.038592393</c:v>
                </c:pt>
                <c:pt idx="1155">
                  <c:v>0.038592393</c:v>
                </c:pt>
                <c:pt idx="1156">
                  <c:v>0.038643173</c:v>
                </c:pt>
                <c:pt idx="1157">
                  <c:v>0.038643173</c:v>
                </c:pt>
                <c:pt idx="1158">
                  <c:v>0.038693952</c:v>
                </c:pt>
                <c:pt idx="1159">
                  <c:v>0.038693952</c:v>
                </c:pt>
                <c:pt idx="1160">
                  <c:v>0.038846291</c:v>
                </c:pt>
                <c:pt idx="1161">
                  <c:v>0.038846291</c:v>
                </c:pt>
                <c:pt idx="1162">
                  <c:v>0.03889707</c:v>
                </c:pt>
                <c:pt idx="1163">
                  <c:v>0.03889707</c:v>
                </c:pt>
                <c:pt idx="1164">
                  <c:v>0.038947849</c:v>
                </c:pt>
                <c:pt idx="1165">
                  <c:v>0.038947849</c:v>
                </c:pt>
                <c:pt idx="1166">
                  <c:v>0.038998629</c:v>
                </c:pt>
                <c:pt idx="1167">
                  <c:v>0.038998629</c:v>
                </c:pt>
                <c:pt idx="1168">
                  <c:v>0.039049408</c:v>
                </c:pt>
                <c:pt idx="1169">
                  <c:v>0.039049408</c:v>
                </c:pt>
                <c:pt idx="1170">
                  <c:v>0.039150967</c:v>
                </c:pt>
                <c:pt idx="1171">
                  <c:v>0.039150967</c:v>
                </c:pt>
                <c:pt idx="1172">
                  <c:v>0.039252526</c:v>
                </c:pt>
                <c:pt idx="1173">
                  <c:v>0.039252526</c:v>
                </c:pt>
                <c:pt idx="1174">
                  <c:v>0.039303306</c:v>
                </c:pt>
                <c:pt idx="1175">
                  <c:v>0.039303306</c:v>
                </c:pt>
                <c:pt idx="1176">
                  <c:v>0.039303306</c:v>
                </c:pt>
                <c:pt idx="1177">
                  <c:v>0.039303306</c:v>
                </c:pt>
                <c:pt idx="1178">
                  <c:v>0.039404865</c:v>
                </c:pt>
                <c:pt idx="1179">
                  <c:v>0.039404865</c:v>
                </c:pt>
                <c:pt idx="1180">
                  <c:v>0.039455644</c:v>
                </c:pt>
                <c:pt idx="1181">
                  <c:v>0.039455644</c:v>
                </c:pt>
                <c:pt idx="1182">
                  <c:v>0.039506424</c:v>
                </c:pt>
                <c:pt idx="1183">
                  <c:v>0.039506424</c:v>
                </c:pt>
                <c:pt idx="1184">
                  <c:v>0.039557203</c:v>
                </c:pt>
                <c:pt idx="1185">
                  <c:v>0.039557203</c:v>
                </c:pt>
                <c:pt idx="1186">
                  <c:v>0.039607983</c:v>
                </c:pt>
                <c:pt idx="1187">
                  <c:v>0.039607983</c:v>
                </c:pt>
                <c:pt idx="1188">
                  <c:v>0.039607983</c:v>
                </c:pt>
                <c:pt idx="1189">
                  <c:v>0.039658762</c:v>
                </c:pt>
                <c:pt idx="1190">
                  <c:v>0.039658762</c:v>
                </c:pt>
                <c:pt idx="1191">
                  <c:v>0.039709541</c:v>
                </c:pt>
                <c:pt idx="1192">
                  <c:v>0.039709541</c:v>
                </c:pt>
                <c:pt idx="1193">
                  <c:v>0.039760321</c:v>
                </c:pt>
                <c:pt idx="1194">
                  <c:v>0.039760321</c:v>
                </c:pt>
                <c:pt idx="1195">
                  <c:v>0.0398111</c:v>
                </c:pt>
                <c:pt idx="1196">
                  <c:v>0.0398111</c:v>
                </c:pt>
                <c:pt idx="1197">
                  <c:v>0.0398111</c:v>
                </c:pt>
                <c:pt idx="1198">
                  <c:v>0.0398111</c:v>
                </c:pt>
                <c:pt idx="1199">
                  <c:v>0.039963439</c:v>
                </c:pt>
                <c:pt idx="1200">
                  <c:v>0.039963439</c:v>
                </c:pt>
                <c:pt idx="1201">
                  <c:v>0.040064998</c:v>
                </c:pt>
                <c:pt idx="1202">
                  <c:v>0.040064998</c:v>
                </c:pt>
                <c:pt idx="1203">
                  <c:v>0.040115777</c:v>
                </c:pt>
                <c:pt idx="1204">
                  <c:v>0.040115777</c:v>
                </c:pt>
                <c:pt idx="1205">
                  <c:v>0.040217336</c:v>
                </c:pt>
                <c:pt idx="1206">
                  <c:v>0.040217336</c:v>
                </c:pt>
                <c:pt idx="1207">
                  <c:v>0.040318895</c:v>
                </c:pt>
                <c:pt idx="1208">
                  <c:v>0.040318895</c:v>
                </c:pt>
                <c:pt idx="1209">
                  <c:v>0.040318895</c:v>
                </c:pt>
                <c:pt idx="1210">
                  <c:v>0.040318895</c:v>
                </c:pt>
                <c:pt idx="1211">
                  <c:v>0.040369675</c:v>
                </c:pt>
                <c:pt idx="1212">
                  <c:v>0.040369675</c:v>
                </c:pt>
                <c:pt idx="1213">
                  <c:v>0.040369675</c:v>
                </c:pt>
                <c:pt idx="1214">
                  <c:v>0.040369675</c:v>
                </c:pt>
                <c:pt idx="1215">
                  <c:v>0.040420454</c:v>
                </c:pt>
                <c:pt idx="1216">
                  <c:v>0.040420454</c:v>
                </c:pt>
                <c:pt idx="1217">
                  <c:v>0.040420454</c:v>
                </c:pt>
                <c:pt idx="1218">
                  <c:v>0.040420454</c:v>
                </c:pt>
                <c:pt idx="1219">
                  <c:v>0.040522013</c:v>
                </c:pt>
                <c:pt idx="1220">
                  <c:v>0.040522013</c:v>
                </c:pt>
                <c:pt idx="1221">
                  <c:v>0.040572792</c:v>
                </c:pt>
                <c:pt idx="1222">
                  <c:v>0.040572792</c:v>
                </c:pt>
                <c:pt idx="1223">
                  <c:v>0.040877469</c:v>
                </c:pt>
                <c:pt idx="1224">
                  <c:v>0.040877469</c:v>
                </c:pt>
                <c:pt idx="1225">
                  <c:v>0.040877469</c:v>
                </c:pt>
                <c:pt idx="1226">
                  <c:v>0.040928249</c:v>
                </c:pt>
                <c:pt idx="1227">
                  <c:v>0.040928249</c:v>
                </c:pt>
                <c:pt idx="1228">
                  <c:v>0.040979028</c:v>
                </c:pt>
                <c:pt idx="1229">
                  <c:v>0.040979028</c:v>
                </c:pt>
                <c:pt idx="1230">
                  <c:v>0.041182146</c:v>
                </c:pt>
                <c:pt idx="1231">
                  <c:v>0.041182146</c:v>
                </c:pt>
                <c:pt idx="1232">
                  <c:v>0.041182146</c:v>
                </c:pt>
                <c:pt idx="1233">
                  <c:v>0.041283705</c:v>
                </c:pt>
                <c:pt idx="1234">
                  <c:v>0.041385264</c:v>
                </c:pt>
                <c:pt idx="1235">
                  <c:v>0.041385264</c:v>
                </c:pt>
                <c:pt idx="1236">
                  <c:v>0.041436043</c:v>
                </c:pt>
                <c:pt idx="1237">
                  <c:v>0.041436043</c:v>
                </c:pt>
                <c:pt idx="1238">
                  <c:v>0.041537602</c:v>
                </c:pt>
                <c:pt idx="1239">
                  <c:v>0.041537602</c:v>
                </c:pt>
                <c:pt idx="1240">
                  <c:v>0.041588382</c:v>
                </c:pt>
                <c:pt idx="1241">
                  <c:v>0.041588382</c:v>
                </c:pt>
                <c:pt idx="1242">
                  <c:v>0.041639161</c:v>
                </c:pt>
                <c:pt idx="1243">
                  <c:v>0.041639161</c:v>
                </c:pt>
                <c:pt idx="1244">
                  <c:v>0.0417915</c:v>
                </c:pt>
                <c:pt idx="1245">
                  <c:v>0.041842279</c:v>
                </c:pt>
                <c:pt idx="1246">
                  <c:v>0.041842279</c:v>
                </c:pt>
                <c:pt idx="1247">
                  <c:v>0.041994617</c:v>
                </c:pt>
                <c:pt idx="1248">
                  <c:v>0.041994617</c:v>
                </c:pt>
                <c:pt idx="1249">
                  <c:v>0.042045397</c:v>
                </c:pt>
                <c:pt idx="1250">
                  <c:v>0.042045397</c:v>
                </c:pt>
                <c:pt idx="1251">
                  <c:v>0.042096176</c:v>
                </c:pt>
                <c:pt idx="1252">
                  <c:v>0.042096176</c:v>
                </c:pt>
                <c:pt idx="1253">
                  <c:v>0.042299294</c:v>
                </c:pt>
                <c:pt idx="1254">
                  <c:v>0.042299294</c:v>
                </c:pt>
                <c:pt idx="1255">
                  <c:v>0.042350074</c:v>
                </c:pt>
                <c:pt idx="1256">
                  <c:v>0.042350074</c:v>
                </c:pt>
                <c:pt idx="1257">
                  <c:v>0.042400853</c:v>
                </c:pt>
                <c:pt idx="1258">
                  <c:v>0.042400853</c:v>
                </c:pt>
                <c:pt idx="1259">
                  <c:v>0.042451633</c:v>
                </c:pt>
                <c:pt idx="1260">
                  <c:v>0.042451633</c:v>
                </c:pt>
                <c:pt idx="1261">
                  <c:v>0.042502412</c:v>
                </c:pt>
                <c:pt idx="1262">
                  <c:v>0.042502412</c:v>
                </c:pt>
                <c:pt idx="1263">
                  <c:v>0.04270553</c:v>
                </c:pt>
                <c:pt idx="1264">
                  <c:v>0.04270553</c:v>
                </c:pt>
                <c:pt idx="1265">
                  <c:v>0.042908648</c:v>
                </c:pt>
                <c:pt idx="1266">
                  <c:v>0.042908648</c:v>
                </c:pt>
                <c:pt idx="1267">
                  <c:v>0.042959427</c:v>
                </c:pt>
                <c:pt idx="1268">
                  <c:v>0.042959427</c:v>
                </c:pt>
                <c:pt idx="1269">
                  <c:v>0.043010207</c:v>
                </c:pt>
                <c:pt idx="1270">
                  <c:v>0.043010207</c:v>
                </c:pt>
                <c:pt idx="1271">
                  <c:v>0.043162545</c:v>
                </c:pt>
                <c:pt idx="1272">
                  <c:v>0.043162545</c:v>
                </c:pt>
                <c:pt idx="1273">
                  <c:v>0.043213325</c:v>
                </c:pt>
                <c:pt idx="1274">
                  <c:v>0.043213325</c:v>
                </c:pt>
                <c:pt idx="1275">
                  <c:v>0.043314883</c:v>
                </c:pt>
                <c:pt idx="1276">
                  <c:v>0.043314883</c:v>
                </c:pt>
                <c:pt idx="1277">
                  <c:v>0.043365663</c:v>
                </c:pt>
                <c:pt idx="1278">
                  <c:v>0.043365663</c:v>
                </c:pt>
                <c:pt idx="1279">
                  <c:v>0.043416442</c:v>
                </c:pt>
                <c:pt idx="1280">
                  <c:v>0.043416442</c:v>
                </c:pt>
                <c:pt idx="1281">
                  <c:v>0.043467222</c:v>
                </c:pt>
                <c:pt idx="1282">
                  <c:v>0.043518001</c:v>
                </c:pt>
                <c:pt idx="1283">
                  <c:v>0.043518001</c:v>
                </c:pt>
                <c:pt idx="1284">
                  <c:v>0.043568781</c:v>
                </c:pt>
                <c:pt idx="1285">
                  <c:v>0.043568781</c:v>
                </c:pt>
                <c:pt idx="1286">
                  <c:v>0.04361956</c:v>
                </c:pt>
                <c:pt idx="1287">
                  <c:v>0.04361956</c:v>
                </c:pt>
                <c:pt idx="1288">
                  <c:v>0.04367034</c:v>
                </c:pt>
                <c:pt idx="1289">
                  <c:v>0.04367034</c:v>
                </c:pt>
                <c:pt idx="1290">
                  <c:v>0.043771899</c:v>
                </c:pt>
                <c:pt idx="1291">
                  <c:v>0.043771899</c:v>
                </c:pt>
                <c:pt idx="1292">
                  <c:v>0.043873458</c:v>
                </c:pt>
                <c:pt idx="1293">
                  <c:v>0.043924237</c:v>
                </c:pt>
                <c:pt idx="1294">
                  <c:v>0.043924237</c:v>
                </c:pt>
                <c:pt idx="1295">
                  <c:v>0.043975017</c:v>
                </c:pt>
                <c:pt idx="1296">
                  <c:v>0.043975017</c:v>
                </c:pt>
                <c:pt idx="1297">
                  <c:v>0.044025796</c:v>
                </c:pt>
                <c:pt idx="1298">
                  <c:v>0.044178134</c:v>
                </c:pt>
                <c:pt idx="1299">
                  <c:v>0.044178134</c:v>
                </c:pt>
                <c:pt idx="1300">
                  <c:v>0.044228914</c:v>
                </c:pt>
                <c:pt idx="1301">
                  <c:v>0.044381252</c:v>
                </c:pt>
                <c:pt idx="1302">
                  <c:v>0.044381252</c:v>
                </c:pt>
                <c:pt idx="1303">
                  <c:v>0.044482811</c:v>
                </c:pt>
                <c:pt idx="1304">
                  <c:v>0.044482811</c:v>
                </c:pt>
                <c:pt idx="1305">
                  <c:v>0.04463515</c:v>
                </c:pt>
                <c:pt idx="1306">
                  <c:v>0.04463515</c:v>
                </c:pt>
                <c:pt idx="1307">
                  <c:v>0.044685929</c:v>
                </c:pt>
                <c:pt idx="1308">
                  <c:v>0.044685929</c:v>
                </c:pt>
                <c:pt idx="1309">
                  <c:v>0.044736708</c:v>
                </c:pt>
                <c:pt idx="1310">
                  <c:v>0.044736708</c:v>
                </c:pt>
                <c:pt idx="1311">
                  <c:v>0.044787488</c:v>
                </c:pt>
                <c:pt idx="1312">
                  <c:v>0.044787488</c:v>
                </c:pt>
                <c:pt idx="1313">
                  <c:v>0.044838267</c:v>
                </c:pt>
                <c:pt idx="1314">
                  <c:v>0.044838267</c:v>
                </c:pt>
                <c:pt idx="1315">
                  <c:v>0.044889047</c:v>
                </c:pt>
                <c:pt idx="1316">
                  <c:v>0.044889047</c:v>
                </c:pt>
                <c:pt idx="1317">
                  <c:v>0.044990606</c:v>
                </c:pt>
                <c:pt idx="1318">
                  <c:v>0.044990606</c:v>
                </c:pt>
                <c:pt idx="1319">
                  <c:v>0.045041385</c:v>
                </c:pt>
                <c:pt idx="1320">
                  <c:v>0.045041385</c:v>
                </c:pt>
                <c:pt idx="1321">
                  <c:v>0.045142944</c:v>
                </c:pt>
                <c:pt idx="1322">
                  <c:v>0.045193724</c:v>
                </c:pt>
                <c:pt idx="1323">
                  <c:v>0.045244503</c:v>
                </c:pt>
                <c:pt idx="1324">
                  <c:v>0.045244503</c:v>
                </c:pt>
                <c:pt idx="1325">
                  <c:v>0.045295283</c:v>
                </c:pt>
                <c:pt idx="1326">
                  <c:v>0.045295283</c:v>
                </c:pt>
                <c:pt idx="1327">
                  <c:v>0.045346062</c:v>
                </c:pt>
                <c:pt idx="1328">
                  <c:v>0.045346062</c:v>
                </c:pt>
                <c:pt idx="1329">
                  <c:v>0.045396842</c:v>
                </c:pt>
                <c:pt idx="1330">
                  <c:v>0.045396842</c:v>
                </c:pt>
                <c:pt idx="1331">
                  <c:v>0.04554918</c:v>
                </c:pt>
                <c:pt idx="1332">
                  <c:v>0.04554918</c:v>
                </c:pt>
                <c:pt idx="1333">
                  <c:v>0.045650739</c:v>
                </c:pt>
                <c:pt idx="1334">
                  <c:v>0.045701518</c:v>
                </c:pt>
                <c:pt idx="1335">
                  <c:v>0.045701518</c:v>
                </c:pt>
                <c:pt idx="1336">
                  <c:v>0.045701518</c:v>
                </c:pt>
                <c:pt idx="1337">
                  <c:v>0.045752298</c:v>
                </c:pt>
                <c:pt idx="1338">
                  <c:v>0.045752298</c:v>
                </c:pt>
                <c:pt idx="1339">
                  <c:v>0.045853857</c:v>
                </c:pt>
                <c:pt idx="1340">
                  <c:v>0.045853857</c:v>
                </c:pt>
                <c:pt idx="1341">
                  <c:v>0.045853857</c:v>
                </c:pt>
                <c:pt idx="1342">
                  <c:v>0.045853857</c:v>
                </c:pt>
                <c:pt idx="1343">
                  <c:v>0.045853857</c:v>
                </c:pt>
                <c:pt idx="1344">
                  <c:v>0.045853857</c:v>
                </c:pt>
                <c:pt idx="1345">
                  <c:v>0.045955416</c:v>
                </c:pt>
                <c:pt idx="1346">
                  <c:v>0.045955416</c:v>
                </c:pt>
                <c:pt idx="1347">
                  <c:v>0.046056975</c:v>
                </c:pt>
                <c:pt idx="1348">
                  <c:v>0.046056975</c:v>
                </c:pt>
                <c:pt idx="1349">
                  <c:v>0.046158533</c:v>
                </c:pt>
                <c:pt idx="1350">
                  <c:v>0.046158533</c:v>
                </c:pt>
                <c:pt idx="1351">
                  <c:v>0.046158533</c:v>
                </c:pt>
                <c:pt idx="1352">
                  <c:v>0.046209313</c:v>
                </c:pt>
                <c:pt idx="1353">
                  <c:v>0.046209313</c:v>
                </c:pt>
                <c:pt idx="1354">
                  <c:v>0.046260092</c:v>
                </c:pt>
                <c:pt idx="1355">
                  <c:v>0.046260092</c:v>
                </c:pt>
                <c:pt idx="1356">
                  <c:v>0.046310872</c:v>
                </c:pt>
                <c:pt idx="1357">
                  <c:v>0.046310872</c:v>
                </c:pt>
                <c:pt idx="1358">
                  <c:v>0.046412431</c:v>
                </c:pt>
                <c:pt idx="1359">
                  <c:v>0.04646321</c:v>
                </c:pt>
                <c:pt idx="1360">
                  <c:v>0.04646321</c:v>
                </c:pt>
                <c:pt idx="1361">
                  <c:v>0.046564769</c:v>
                </c:pt>
                <c:pt idx="1362">
                  <c:v>0.046615549</c:v>
                </c:pt>
                <c:pt idx="1363">
                  <c:v>0.046615549</c:v>
                </c:pt>
                <c:pt idx="1364">
                  <c:v>0.046717108</c:v>
                </c:pt>
                <c:pt idx="1365">
                  <c:v>0.046717108</c:v>
                </c:pt>
                <c:pt idx="1366">
                  <c:v>0.046767887</c:v>
                </c:pt>
                <c:pt idx="1367">
                  <c:v>0.046767887</c:v>
                </c:pt>
                <c:pt idx="1368">
                  <c:v>0.046971005</c:v>
                </c:pt>
                <c:pt idx="1369">
                  <c:v>0.046971005</c:v>
                </c:pt>
                <c:pt idx="1370">
                  <c:v>0.047021784</c:v>
                </c:pt>
                <c:pt idx="1371">
                  <c:v>0.047021784</c:v>
                </c:pt>
                <c:pt idx="1372">
                  <c:v>0.047123343</c:v>
                </c:pt>
                <c:pt idx="1373">
                  <c:v>0.047123343</c:v>
                </c:pt>
                <c:pt idx="1374">
                  <c:v>0.047275682</c:v>
                </c:pt>
                <c:pt idx="1375">
                  <c:v>0.047275682</c:v>
                </c:pt>
                <c:pt idx="1376">
                  <c:v>0.047326461</c:v>
                </c:pt>
                <c:pt idx="1377">
                  <c:v>0.047326461</c:v>
                </c:pt>
                <c:pt idx="1378">
                  <c:v>0.047377241</c:v>
                </c:pt>
                <c:pt idx="1379">
                  <c:v>0.047377241</c:v>
                </c:pt>
                <c:pt idx="1380">
                  <c:v>0.04742802</c:v>
                </c:pt>
                <c:pt idx="1381">
                  <c:v>0.04742802</c:v>
                </c:pt>
                <c:pt idx="1382">
                  <c:v>0.047529579</c:v>
                </c:pt>
                <c:pt idx="1383">
                  <c:v>0.047529579</c:v>
                </c:pt>
                <c:pt idx="1384">
                  <c:v>0.04839283</c:v>
                </c:pt>
                <c:pt idx="1385">
                  <c:v>0.04839283</c:v>
                </c:pt>
                <c:pt idx="1386">
                  <c:v>0.048443609</c:v>
                </c:pt>
                <c:pt idx="1387">
                  <c:v>0.048443609</c:v>
                </c:pt>
                <c:pt idx="1388">
                  <c:v>0.048545168</c:v>
                </c:pt>
                <c:pt idx="1389">
                  <c:v>0.048545168</c:v>
                </c:pt>
                <c:pt idx="1390">
                  <c:v>0.048595948</c:v>
                </c:pt>
                <c:pt idx="1391">
                  <c:v>0.048595948</c:v>
                </c:pt>
                <c:pt idx="1392">
                  <c:v>0.048697507</c:v>
                </c:pt>
                <c:pt idx="1393">
                  <c:v>0.048697507</c:v>
                </c:pt>
                <c:pt idx="1394">
                  <c:v>0.048849845</c:v>
                </c:pt>
                <c:pt idx="1395">
                  <c:v>0.048849845</c:v>
                </c:pt>
                <c:pt idx="1396">
                  <c:v>0.048951404</c:v>
                </c:pt>
                <c:pt idx="1397">
                  <c:v>0.048951404</c:v>
                </c:pt>
                <c:pt idx="1398">
                  <c:v>0.048951404</c:v>
                </c:pt>
                <c:pt idx="1399">
                  <c:v>0.049002184</c:v>
                </c:pt>
                <c:pt idx="1400">
                  <c:v>0.049002184</c:v>
                </c:pt>
                <c:pt idx="1401">
                  <c:v>0.049052963</c:v>
                </c:pt>
                <c:pt idx="1402">
                  <c:v>0.049052963</c:v>
                </c:pt>
                <c:pt idx="1403">
                  <c:v>0.049103742</c:v>
                </c:pt>
                <c:pt idx="1404">
                  <c:v>0.049103742</c:v>
                </c:pt>
                <c:pt idx="1405">
                  <c:v>0.049154522</c:v>
                </c:pt>
                <c:pt idx="1406">
                  <c:v>0.049154522</c:v>
                </c:pt>
                <c:pt idx="1407">
                  <c:v>0.049205301</c:v>
                </c:pt>
                <c:pt idx="1408">
                  <c:v>0.049205301</c:v>
                </c:pt>
                <c:pt idx="1409">
                  <c:v>0.04930686</c:v>
                </c:pt>
                <c:pt idx="1410">
                  <c:v>0.04930686</c:v>
                </c:pt>
                <c:pt idx="1411">
                  <c:v>0.04935764</c:v>
                </c:pt>
                <c:pt idx="1412">
                  <c:v>0.049459199</c:v>
                </c:pt>
                <c:pt idx="1413">
                  <c:v>0.049560758</c:v>
                </c:pt>
                <c:pt idx="1414">
                  <c:v>0.049560758</c:v>
                </c:pt>
                <c:pt idx="1415">
                  <c:v>0.049611537</c:v>
                </c:pt>
                <c:pt idx="1416">
                  <c:v>0.049611537</c:v>
                </c:pt>
                <c:pt idx="1417">
                  <c:v>0.049662317</c:v>
                </c:pt>
                <c:pt idx="1418">
                  <c:v>0.049713096</c:v>
                </c:pt>
                <c:pt idx="1419">
                  <c:v>0.049763875</c:v>
                </c:pt>
                <c:pt idx="1420">
                  <c:v>0.049763875</c:v>
                </c:pt>
                <c:pt idx="1421">
                  <c:v>0.049814655</c:v>
                </c:pt>
                <c:pt idx="1422">
                  <c:v>0.049814655</c:v>
                </c:pt>
                <c:pt idx="1423">
                  <c:v>0.049916214</c:v>
                </c:pt>
                <c:pt idx="1424">
                  <c:v>0.049916214</c:v>
                </c:pt>
                <c:pt idx="1425">
                  <c:v>0.049966993</c:v>
                </c:pt>
                <c:pt idx="1426">
                  <c:v>0.049966993</c:v>
                </c:pt>
                <c:pt idx="1427">
                  <c:v>0.049966993</c:v>
                </c:pt>
                <c:pt idx="1428">
                  <c:v>0.050017773</c:v>
                </c:pt>
                <c:pt idx="1429">
                  <c:v>0.050017773</c:v>
                </c:pt>
                <c:pt idx="1430">
                  <c:v>0.050017773</c:v>
                </c:pt>
                <c:pt idx="1431">
                  <c:v>0.050017773</c:v>
                </c:pt>
                <c:pt idx="1432">
                  <c:v>0.050220891</c:v>
                </c:pt>
                <c:pt idx="1433">
                  <c:v>0.050220891</c:v>
                </c:pt>
                <c:pt idx="1434">
                  <c:v>0.050220891</c:v>
                </c:pt>
                <c:pt idx="1435">
                  <c:v>0.050220891</c:v>
                </c:pt>
                <c:pt idx="1436">
                  <c:v>0.050220891</c:v>
                </c:pt>
                <c:pt idx="1437">
                  <c:v>0.05027167</c:v>
                </c:pt>
                <c:pt idx="1438">
                  <c:v>0.05027167</c:v>
                </c:pt>
                <c:pt idx="1439">
                  <c:v>0.05032245</c:v>
                </c:pt>
                <c:pt idx="1440">
                  <c:v>0.05032245</c:v>
                </c:pt>
                <c:pt idx="1441">
                  <c:v>0.050373229</c:v>
                </c:pt>
                <c:pt idx="1442">
                  <c:v>0.050474788</c:v>
                </c:pt>
                <c:pt idx="1443">
                  <c:v>0.050576347</c:v>
                </c:pt>
                <c:pt idx="1444">
                  <c:v>0.050677906</c:v>
                </c:pt>
                <c:pt idx="1445">
                  <c:v>0.050830244</c:v>
                </c:pt>
                <c:pt idx="1446">
                  <c:v>0.050982583</c:v>
                </c:pt>
                <c:pt idx="1447">
                  <c:v>0.050982583</c:v>
                </c:pt>
                <c:pt idx="1448">
                  <c:v>0.051084142</c:v>
                </c:pt>
                <c:pt idx="1449">
                  <c:v>0.051084142</c:v>
                </c:pt>
                <c:pt idx="1450">
                  <c:v>0.051134921</c:v>
                </c:pt>
                <c:pt idx="1451">
                  <c:v>0.051134921</c:v>
                </c:pt>
                <c:pt idx="1452">
                  <c:v>0.051185701</c:v>
                </c:pt>
                <c:pt idx="1453">
                  <c:v>0.051185701</c:v>
                </c:pt>
                <c:pt idx="1454">
                  <c:v>0.051185701</c:v>
                </c:pt>
                <c:pt idx="1455">
                  <c:v>0.05123648</c:v>
                </c:pt>
                <c:pt idx="1456">
                  <c:v>0.05123648</c:v>
                </c:pt>
                <c:pt idx="1457">
                  <c:v>0.051338039</c:v>
                </c:pt>
                <c:pt idx="1458">
                  <c:v>0.051338039</c:v>
                </c:pt>
                <c:pt idx="1459">
                  <c:v>0.051388818</c:v>
                </c:pt>
                <c:pt idx="1460">
                  <c:v>0.051388818</c:v>
                </c:pt>
                <c:pt idx="1461">
                  <c:v>0.051490377</c:v>
                </c:pt>
                <c:pt idx="1462">
                  <c:v>0.051490377</c:v>
                </c:pt>
                <c:pt idx="1463">
                  <c:v>0.051591936</c:v>
                </c:pt>
                <c:pt idx="1464">
                  <c:v>0.051591936</c:v>
                </c:pt>
                <c:pt idx="1465">
                  <c:v>0.051642716</c:v>
                </c:pt>
                <c:pt idx="1466">
                  <c:v>0.051642716</c:v>
                </c:pt>
                <c:pt idx="1467">
                  <c:v>0.051693495</c:v>
                </c:pt>
                <c:pt idx="1468">
                  <c:v>0.051693495</c:v>
                </c:pt>
                <c:pt idx="1469">
                  <c:v>0.051693495</c:v>
                </c:pt>
                <c:pt idx="1470">
                  <c:v>0.051693495</c:v>
                </c:pt>
                <c:pt idx="1471">
                  <c:v>0.051744275</c:v>
                </c:pt>
                <c:pt idx="1472">
                  <c:v>0.051744275</c:v>
                </c:pt>
                <c:pt idx="1473">
                  <c:v>0.051845834</c:v>
                </c:pt>
                <c:pt idx="1474">
                  <c:v>0.051845834</c:v>
                </c:pt>
                <c:pt idx="1475">
                  <c:v>0.052048951</c:v>
                </c:pt>
                <c:pt idx="1476">
                  <c:v>0.05215051</c:v>
                </c:pt>
                <c:pt idx="1477">
                  <c:v>0.05215051</c:v>
                </c:pt>
                <c:pt idx="1478">
                  <c:v>0.05215051</c:v>
                </c:pt>
                <c:pt idx="1479">
                  <c:v>0.05215051</c:v>
                </c:pt>
                <c:pt idx="1480">
                  <c:v>0.052252069</c:v>
                </c:pt>
                <c:pt idx="1481">
                  <c:v>0.052353628</c:v>
                </c:pt>
                <c:pt idx="1482">
                  <c:v>0.052353628</c:v>
                </c:pt>
                <c:pt idx="1483">
                  <c:v>0.052404408</c:v>
                </c:pt>
                <c:pt idx="1484">
                  <c:v>0.052404408</c:v>
                </c:pt>
                <c:pt idx="1485">
                  <c:v>0.052556746</c:v>
                </c:pt>
                <c:pt idx="1486">
                  <c:v>0.052556746</c:v>
                </c:pt>
                <c:pt idx="1487">
                  <c:v>0.052556746</c:v>
                </c:pt>
                <c:pt idx="1488">
                  <c:v>0.052556746</c:v>
                </c:pt>
                <c:pt idx="1489">
                  <c:v>0.052607526</c:v>
                </c:pt>
                <c:pt idx="1490">
                  <c:v>0.052607526</c:v>
                </c:pt>
                <c:pt idx="1491">
                  <c:v>0.052658305</c:v>
                </c:pt>
                <c:pt idx="1492">
                  <c:v>0.052658305</c:v>
                </c:pt>
                <c:pt idx="1493">
                  <c:v>0.052759864</c:v>
                </c:pt>
                <c:pt idx="1494">
                  <c:v>0.052861423</c:v>
                </c:pt>
                <c:pt idx="1495">
                  <c:v>0.052861423</c:v>
                </c:pt>
                <c:pt idx="1496">
                  <c:v>0.052962982</c:v>
                </c:pt>
                <c:pt idx="1497">
                  <c:v>0.053013761</c:v>
                </c:pt>
                <c:pt idx="1498">
                  <c:v>0.053013761</c:v>
                </c:pt>
                <c:pt idx="1499">
                  <c:v>0.053064541</c:v>
                </c:pt>
                <c:pt idx="1500">
                  <c:v>0.053064541</c:v>
                </c:pt>
                <c:pt idx="1501">
                  <c:v>0.05311532</c:v>
                </c:pt>
                <c:pt idx="1502">
                  <c:v>0.05311532</c:v>
                </c:pt>
                <c:pt idx="1503">
                  <c:v>0.05311532</c:v>
                </c:pt>
                <c:pt idx="1504">
                  <c:v>0.0531661</c:v>
                </c:pt>
                <c:pt idx="1505">
                  <c:v>0.0531661</c:v>
                </c:pt>
                <c:pt idx="1506">
                  <c:v>0.053216879</c:v>
                </c:pt>
                <c:pt idx="1507">
                  <c:v>0.053775453</c:v>
                </c:pt>
                <c:pt idx="1508">
                  <c:v>0.053775453</c:v>
                </c:pt>
                <c:pt idx="1509">
                  <c:v>0.053826233</c:v>
                </c:pt>
                <c:pt idx="1510">
                  <c:v>0.053826233</c:v>
                </c:pt>
                <c:pt idx="1511">
                  <c:v>0.053877012</c:v>
                </c:pt>
                <c:pt idx="1512">
                  <c:v>0.053877012</c:v>
                </c:pt>
                <c:pt idx="1513">
                  <c:v>0.053927792</c:v>
                </c:pt>
                <c:pt idx="1514">
                  <c:v>0.053927792</c:v>
                </c:pt>
                <c:pt idx="1515">
                  <c:v>0.053978571</c:v>
                </c:pt>
                <c:pt idx="1516">
                  <c:v>0.053978571</c:v>
                </c:pt>
                <c:pt idx="1517">
                  <c:v>0.054029351</c:v>
                </c:pt>
                <c:pt idx="1518">
                  <c:v>0.054029351</c:v>
                </c:pt>
                <c:pt idx="1519">
                  <c:v>0.05408013</c:v>
                </c:pt>
                <c:pt idx="1520">
                  <c:v>0.05408013</c:v>
                </c:pt>
                <c:pt idx="1521">
                  <c:v>0.05408013</c:v>
                </c:pt>
                <c:pt idx="1522">
                  <c:v>0.05408013</c:v>
                </c:pt>
                <c:pt idx="1523">
                  <c:v>0.054181689</c:v>
                </c:pt>
                <c:pt idx="1524">
                  <c:v>0.054181689</c:v>
                </c:pt>
                <c:pt idx="1525">
                  <c:v>0.054384807</c:v>
                </c:pt>
                <c:pt idx="1526">
                  <c:v>0.054384807</c:v>
                </c:pt>
                <c:pt idx="1527">
                  <c:v>0.054384807</c:v>
                </c:pt>
                <c:pt idx="1528">
                  <c:v>0.054384807</c:v>
                </c:pt>
                <c:pt idx="1529">
                  <c:v>0.054486366</c:v>
                </c:pt>
                <c:pt idx="1530">
                  <c:v>0.054486366</c:v>
                </c:pt>
                <c:pt idx="1531">
                  <c:v>0.054486366</c:v>
                </c:pt>
                <c:pt idx="1532">
                  <c:v>0.054537145</c:v>
                </c:pt>
                <c:pt idx="1533">
                  <c:v>0.054537145</c:v>
                </c:pt>
                <c:pt idx="1534">
                  <c:v>0.054537145</c:v>
                </c:pt>
                <c:pt idx="1535">
                  <c:v>0.054587925</c:v>
                </c:pt>
                <c:pt idx="1536">
                  <c:v>0.054587925</c:v>
                </c:pt>
                <c:pt idx="1537">
                  <c:v>0.054638704</c:v>
                </c:pt>
                <c:pt idx="1538">
                  <c:v>0.054638704</c:v>
                </c:pt>
                <c:pt idx="1539">
                  <c:v>0.054689484</c:v>
                </c:pt>
                <c:pt idx="1540">
                  <c:v>0.054689484</c:v>
                </c:pt>
                <c:pt idx="1541">
                  <c:v>0.054689484</c:v>
                </c:pt>
                <c:pt idx="1542">
                  <c:v>0.054689484</c:v>
                </c:pt>
                <c:pt idx="1543">
                  <c:v>0.054740263</c:v>
                </c:pt>
                <c:pt idx="1544">
                  <c:v>0.054740263</c:v>
                </c:pt>
                <c:pt idx="1545">
                  <c:v>0.054791043</c:v>
                </c:pt>
                <c:pt idx="1546">
                  <c:v>0.054791043</c:v>
                </c:pt>
                <c:pt idx="1547">
                  <c:v>0.054892601</c:v>
                </c:pt>
                <c:pt idx="1548">
                  <c:v>0.054892601</c:v>
                </c:pt>
                <c:pt idx="1549">
                  <c:v>0.05499416</c:v>
                </c:pt>
                <c:pt idx="1550">
                  <c:v>0.055095719</c:v>
                </c:pt>
                <c:pt idx="1551">
                  <c:v>0.055146499</c:v>
                </c:pt>
                <c:pt idx="1552">
                  <c:v>0.055146499</c:v>
                </c:pt>
                <c:pt idx="1553">
                  <c:v>0.055197278</c:v>
                </c:pt>
                <c:pt idx="1554">
                  <c:v>0.055197278</c:v>
                </c:pt>
                <c:pt idx="1555">
                  <c:v>0.055248058</c:v>
                </c:pt>
                <c:pt idx="1556">
                  <c:v>0.055248058</c:v>
                </c:pt>
                <c:pt idx="1557">
                  <c:v>0.055298837</c:v>
                </c:pt>
                <c:pt idx="1558">
                  <c:v>0.055298837</c:v>
                </c:pt>
                <c:pt idx="1559">
                  <c:v>0.055552734</c:v>
                </c:pt>
                <c:pt idx="1560">
                  <c:v>0.055552734</c:v>
                </c:pt>
                <c:pt idx="1561">
                  <c:v>0.055603514</c:v>
                </c:pt>
                <c:pt idx="1562">
                  <c:v>0.055603514</c:v>
                </c:pt>
                <c:pt idx="1563">
                  <c:v>0.055603514</c:v>
                </c:pt>
                <c:pt idx="1564">
                  <c:v>0.055755852</c:v>
                </c:pt>
                <c:pt idx="1565">
                  <c:v>0.055806632</c:v>
                </c:pt>
                <c:pt idx="1566">
                  <c:v>0.055806632</c:v>
                </c:pt>
                <c:pt idx="1567">
                  <c:v>0.055857411</c:v>
                </c:pt>
                <c:pt idx="1568">
                  <c:v>0.055857411</c:v>
                </c:pt>
                <c:pt idx="1569">
                  <c:v>0.05595897</c:v>
                </c:pt>
                <c:pt idx="1570">
                  <c:v>0.05595897</c:v>
                </c:pt>
                <c:pt idx="1571">
                  <c:v>0.05595897</c:v>
                </c:pt>
                <c:pt idx="1572">
                  <c:v>0.056060529</c:v>
                </c:pt>
                <c:pt idx="1573">
                  <c:v>0.056060529</c:v>
                </c:pt>
                <c:pt idx="1574">
                  <c:v>0.056060529</c:v>
                </c:pt>
                <c:pt idx="1575">
                  <c:v>0.056111309</c:v>
                </c:pt>
                <c:pt idx="1576">
                  <c:v>0.056111309</c:v>
                </c:pt>
                <c:pt idx="1577">
                  <c:v>0.056111309</c:v>
                </c:pt>
                <c:pt idx="1578">
                  <c:v>0.056111309</c:v>
                </c:pt>
                <c:pt idx="1579">
                  <c:v>0.056162088</c:v>
                </c:pt>
                <c:pt idx="1580">
                  <c:v>0.056771442</c:v>
                </c:pt>
                <c:pt idx="1581">
                  <c:v>0.056771442</c:v>
                </c:pt>
                <c:pt idx="1582">
                  <c:v>0.056822221</c:v>
                </c:pt>
                <c:pt idx="1583">
                  <c:v>0.056822221</c:v>
                </c:pt>
                <c:pt idx="1584">
                  <c:v>0.056822221</c:v>
                </c:pt>
                <c:pt idx="1585">
                  <c:v>0.05692378</c:v>
                </c:pt>
                <c:pt idx="1586">
                  <c:v>0.05692378</c:v>
                </c:pt>
                <c:pt idx="1587">
                  <c:v>0.057076118</c:v>
                </c:pt>
                <c:pt idx="1588">
                  <c:v>0.057076118</c:v>
                </c:pt>
                <c:pt idx="1589">
                  <c:v>0.057126898</c:v>
                </c:pt>
                <c:pt idx="1590">
                  <c:v>0.057126898</c:v>
                </c:pt>
                <c:pt idx="1591">
                  <c:v>0.057330016</c:v>
                </c:pt>
                <c:pt idx="1592">
                  <c:v>0.057330016</c:v>
                </c:pt>
                <c:pt idx="1593">
                  <c:v>0.057330016</c:v>
                </c:pt>
                <c:pt idx="1594">
                  <c:v>0.057431575</c:v>
                </c:pt>
                <c:pt idx="1595">
                  <c:v>0.057431575</c:v>
                </c:pt>
                <c:pt idx="1596">
                  <c:v>0.057482354</c:v>
                </c:pt>
                <c:pt idx="1597">
                  <c:v>0.057482354</c:v>
                </c:pt>
                <c:pt idx="1598">
                  <c:v>0.057787031</c:v>
                </c:pt>
                <c:pt idx="1599">
                  <c:v>0.057787031</c:v>
                </c:pt>
                <c:pt idx="1600">
                  <c:v>0.05783781</c:v>
                </c:pt>
                <c:pt idx="1601">
                  <c:v>0.05783781</c:v>
                </c:pt>
                <c:pt idx="1602">
                  <c:v>0.05788859</c:v>
                </c:pt>
                <c:pt idx="1603">
                  <c:v>0.05788859</c:v>
                </c:pt>
                <c:pt idx="1604">
                  <c:v>0.05788859</c:v>
                </c:pt>
                <c:pt idx="1605">
                  <c:v>0.05788859</c:v>
                </c:pt>
                <c:pt idx="1606">
                  <c:v>0.058040928</c:v>
                </c:pt>
                <c:pt idx="1607">
                  <c:v>0.058497943</c:v>
                </c:pt>
                <c:pt idx="1608">
                  <c:v>0.058497943</c:v>
                </c:pt>
                <c:pt idx="1609">
                  <c:v>0.058548723</c:v>
                </c:pt>
                <c:pt idx="1610">
                  <c:v>0.058548723</c:v>
                </c:pt>
                <c:pt idx="1611">
                  <c:v>0.058650282</c:v>
                </c:pt>
                <c:pt idx="1612">
                  <c:v>0.058650282</c:v>
                </c:pt>
                <c:pt idx="1613">
                  <c:v>0.058701061</c:v>
                </c:pt>
                <c:pt idx="1614">
                  <c:v>0.058701061</c:v>
                </c:pt>
                <c:pt idx="1615">
                  <c:v>0.0588534</c:v>
                </c:pt>
                <c:pt idx="1616">
                  <c:v>0.0588534</c:v>
                </c:pt>
                <c:pt idx="1617">
                  <c:v>0.0588534</c:v>
                </c:pt>
                <c:pt idx="1618">
                  <c:v>0.058904179</c:v>
                </c:pt>
                <c:pt idx="1619">
                  <c:v>0.058904179</c:v>
                </c:pt>
                <c:pt idx="1620">
                  <c:v>0.059005738</c:v>
                </c:pt>
                <c:pt idx="1621">
                  <c:v>0.059005738</c:v>
                </c:pt>
                <c:pt idx="1622">
                  <c:v>0.059208856</c:v>
                </c:pt>
                <c:pt idx="1623">
                  <c:v>0.059208856</c:v>
                </c:pt>
                <c:pt idx="1624">
                  <c:v>0.059208856</c:v>
                </c:pt>
                <c:pt idx="1625">
                  <c:v>0.059259635</c:v>
                </c:pt>
                <c:pt idx="1626">
                  <c:v>0.059259635</c:v>
                </c:pt>
                <c:pt idx="1627">
                  <c:v>0.059310415</c:v>
                </c:pt>
                <c:pt idx="1628">
                  <c:v>0.059310415</c:v>
                </c:pt>
                <c:pt idx="1629">
                  <c:v>0.059513533</c:v>
                </c:pt>
                <c:pt idx="1630">
                  <c:v>0.059513533</c:v>
                </c:pt>
                <c:pt idx="1631">
                  <c:v>0.059615092</c:v>
                </c:pt>
                <c:pt idx="1632">
                  <c:v>0.059716651</c:v>
                </c:pt>
                <c:pt idx="1633">
                  <c:v>0.059716651</c:v>
                </c:pt>
                <c:pt idx="1634">
                  <c:v>0.05981821</c:v>
                </c:pt>
                <c:pt idx="1635">
                  <c:v>0.059919768</c:v>
                </c:pt>
                <c:pt idx="1636">
                  <c:v>0.059919768</c:v>
                </c:pt>
                <c:pt idx="1637">
                  <c:v>0.059970548</c:v>
                </c:pt>
                <c:pt idx="1638">
                  <c:v>0.059970548</c:v>
                </c:pt>
                <c:pt idx="1639">
                  <c:v>0.060021327</c:v>
                </c:pt>
                <c:pt idx="1640">
                  <c:v>0.060021327</c:v>
                </c:pt>
                <c:pt idx="1641">
                  <c:v>0.060122886</c:v>
                </c:pt>
                <c:pt idx="1642">
                  <c:v>0.060122886</c:v>
                </c:pt>
                <c:pt idx="1643">
                  <c:v>0.060173666</c:v>
                </c:pt>
                <c:pt idx="1644">
                  <c:v>0.060173666</c:v>
                </c:pt>
                <c:pt idx="1645">
                  <c:v>0.060224445</c:v>
                </c:pt>
                <c:pt idx="1646">
                  <c:v>0.060224445</c:v>
                </c:pt>
                <c:pt idx="1647">
                  <c:v>0.060275225</c:v>
                </c:pt>
                <c:pt idx="1648">
                  <c:v>0.060275225</c:v>
                </c:pt>
                <c:pt idx="1649">
                  <c:v>0.060326004</c:v>
                </c:pt>
                <c:pt idx="1650">
                  <c:v>0.060326004</c:v>
                </c:pt>
                <c:pt idx="1651">
                  <c:v>0.060376784</c:v>
                </c:pt>
                <c:pt idx="1652">
                  <c:v>0.060478343</c:v>
                </c:pt>
                <c:pt idx="1653">
                  <c:v>0.060478343</c:v>
                </c:pt>
                <c:pt idx="1654">
                  <c:v>0.060478343</c:v>
                </c:pt>
                <c:pt idx="1655">
                  <c:v>0.060579901</c:v>
                </c:pt>
                <c:pt idx="1656">
                  <c:v>0.060579901</c:v>
                </c:pt>
                <c:pt idx="1657">
                  <c:v>0.060579901</c:v>
                </c:pt>
                <c:pt idx="1658">
                  <c:v>0.060579901</c:v>
                </c:pt>
                <c:pt idx="1659">
                  <c:v>0.060935358</c:v>
                </c:pt>
                <c:pt idx="1660">
                  <c:v>0.060935358</c:v>
                </c:pt>
                <c:pt idx="1661">
                  <c:v>0.060935358</c:v>
                </c:pt>
                <c:pt idx="1662">
                  <c:v>0.061036917</c:v>
                </c:pt>
                <c:pt idx="1663">
                  <c:v>0.061036917</c:v>
                </c:pt>
                <c:pt idx="1664">
                  <c:v>0.061087696</c:v>
                </c:pt>
                <c:pt idx="1665">
                  <c:v>0.061087696</c:v>
                </c:pt>
                <c:pt idx="1666">
                  <c:v>0.061138476</c:v>
                </c:pt>
                <c:pt idx="1667">
                  <c:v>0.061138476</c:v>
                </c:pt>
                <c:pt idx="1668">
                  <c:v>0.061240035</c:v>
                </c:pt>
                <c:pt idx="1669">
                  <c:v>0.061240035</c:v>
                </c:pt>
                <c:pt idx="1670">
                  <c:v>0.061341593</c:v>
                </c:pt>
                <c:pt idx="1671">
                  <c:v>0.061341593</c:v>
                </c:pt>
                <c:pt idx="1672">
                  <c:v>0.061443152</c:v>
                </c:pt>
                <c:pt idx="1673">
                  <c:v>0.061443152</c:v>
                </c:pt>
                <c:pt idx="1674">
                  <c:v>0.061493932</c:v>
                </c:pt>
                <c:pt idx="1675">
                  <c:v>0.061595491</c:v>
                </c:pt>
                <c:pt idx="1676">
                  <c:v>0.06164627</c:v>
                </c:pt>
                <c:pt idx="1677">
                  <c:v>0.06164627</c:v>
                </c:pt>
                <c:pt idx="1678">
                  <c:v>0.06169705</c:v>
                </c:pt>
                <c:pt idx="1679">
                  <c:v>0.06169705</c:v>
                </c:pt>
                <c:pt idx="1680">
                  <c:v>0.061747829</c:v>
                </c:pt>
                <c:pt idx="1681">
                  <c:v>0.061747829</c:v>
                </c:pt>
                <c:pt idx="1682">
                  <c:v>0.061798609</c:v>
                </c:pt>
                <c:pt idx="1683">
                  <c:v>0.061798609</c:v>
                </c:pt>
                <c:pt idx="1684">
                  <c:v>0.061798609</c:v>
                </c:pt>
                <c:pt idx="1685">
                  <c:v>0.061950947</c:v>
                </c:pt>
                <c:pt idx="1686">
                  <c:v>0.062103285</c:v>
                </c:pt>
                <c:pt idx="1687">
                  <c:v>0.062103285</c:v>
                </c:pt>
                <c:pt idx="1688">
                  <c:v>0.062204844</c:v>
                </c:pt>
                <c:pt idx="1689">
                  <c:v>0.062204844</c:v>
                </c:pt>
                <c:pt idx="1690">
                  <c:v>0.062306403</c:v>
                </c:pt>
                <c:pt idx="1691">
                  <c:v>0.062306403</c:v>
                </c:pt>
                <c:pt idx="1692">
                  <c:v>0.062407962</c:v>
                </c:pt>
                <c:pt idx="1693">
                  <c:v>0.062407962</c:v>
                </c:pt>
                <c:pt idx="1694">
                  <c:v>0.062407962</c:v>
                </c:pt>
                <c:pt idx="1695">
                  <c:v>0.062407962</c:v>
                </c:pt>
                <c:pt idx="1696">
                  <c:v>0.062458742</c:v>
                </c:pt>
                <c:pt idx="1697">
                  <c:v>0.062509521</c:v>
                </c:pt>
                <c:pt idx="1698">
                  <c:v>0.062509521</c:v>
                </c:pt>
                <c:pt idx="1699">
                  <c:v>0.062509521</c:v>
                </c:pt>
                <c:pt idx="1700">
                  <c:v>0.062560301</c:v>
                </c:pt>
                <c:pt idx="1701">
                  <c:v>0.062560301</c:v>
                </c:pt>
                <c:pt idx="1702">
                  <c:v>0.062560301</c:v>
                </c:pt>
                <c:pt idx="1703">
                  <c:v>0.062560301</c:v>
                </c:pt>
                <c:pt idx="1704">
                  <c:v>0.062560301</c:v>
                </c:pt>
                <c:pt idx="1705">
                  <c:v>0.06261108</c:v>
                </c:pt>
                <c:pt idx="1706">
                  <c:v>0.06261108</c:v>
                </c:pt>
                <c:pt idx="1707">
                  <c:v>0.06266186</c:v>
                </c:pt>
                <c:pt idx="1708">
                  <c:v>0.063169654</c:v>
                </c:pt>
                <c:pt idx="1709">
                  <c:v>0.063169654</c:v>
                </c:pt>
                <c:pt idx="1710">
                  <c:v>0.063220434</c:v>
                </c:pt>
                <c:pt idx="1711">
                  <c:v>0.063220434</c:v>
                </c:pt>
                <c:pt idx="1712">
                  <c:v>0.063271213</c:v>
                </c:pt>
                <c:pt idx="1713">
                  <c:v>0.063271213</c:v>
                </c:pt>
                <c:pt idx="1714">
                  <c:v>0.063321993</c:v>
                </c:pt>
                <c:pt idx="1715">
                  <c:v>0.063321993</c:v>
                </c:pt>
                <c:pt idx="1716">
                  <c:v>0.063423552</c:v>
                </c:pt>
                <c:pt idx="1717">
                  <c:v>0.063423552</c:v>
                </c:pt>
                <c:pt idx="1718">
                  <c:v>0.063474331</c:v>
                </c:pt>
                <c:pt idx="1719">
                  <c:v>0.063474331</c:v>
                </c:pt>
                <c:pt idx="1720">
                  <c:v>0.06352511</c:v>
                </c:pt>
                <c:pt idx="1721">
                  <c:v>0.063626669</c:v>
                </c:pt>
                <c:pt idx="1722">
                  <c:v>0.063677449</c:v>
                </c:pt>
                <c:pt idx="1723">
                  <c:v>0.063677449</c:v>
                </c:pt>
                <c:pt idx="1724">
                  <c:v>0.063779008</c:v>
                </c:pt>
                <c:pt idx="1725">
                  <c:v>0.063779008</c:v>
                </c:pt>
                <c:pt idx="1726">
                  <c:v>0.063880567</c:v>
                </c:pt>
                <c:pt idx="1727">
                  <c:v>0.063880567</c:v>
                </c:pt>
                <c:pt idx="1728">
                  <c:v>0.063982126</c:v>
                </c:pt>
                <c:pt idx="1729">
                  <c:v>0.064083685</c:v>
                </c:pt>
                <c:pt idx="1730">
                  <c:v>0.064083685</c:v>
                </c:pt>
                <c:pt idx="1731">
                  <c:v>0.064134464</c:v>
                </c:pt>
                <c:pt idx="1732">
                  <c:v>0.064134464</c:v>
                </c:pt>
                <c:pt idx="1733">
                  <c:v>0.064185243</c:v>
                </c:pt>
                <c:pt idx="1734">
                  <c:v>0.064236023</c:v>
                </c:pt>
                <c:pt idx="1735">
                  <c:v>0.064337582</c:v>
                </c:pt>
                <c:pt idx="1736">
                  <c:v>0.064388361</c:v>
                </c:pt>
                <c:pt idx="1737">
                  <c:v>0.064388361</c:v>
                </c:pt>
                <c:pt idx="1738">
                  <c:v>0.064439141</c:v>
                </c:pt>
                <c:pt idx="1739">
                  <c:v>0.064439141</c:v>
                </c:pt>
                <c:pt idx="1740">
                  <c:v>0.06448992</c:v>
                </c:pt>
                <c:pt idx="1741">
                  <c:v>0.06448992</c:v>
                </c:pt>
                <c:pt idx="1742">
                  <c:v>0.06448992</c:v>
                </c:pt>
                <c:pt idx="1743">
                  <c:v>0.064743818</c:v>
                </c:pt>
                <c:pt idx="1744">
                  <c:v>0.064794597</c:v>
                </c:pt>
                <c:pt idx="1745">
                  <c:v>0.064794597</c:v>
                </c:pt>
                <c:pt idx="1746">
                  <c:v>0.064845377</c:v>
                </c:pt>
                <c:pt idx="1747">
                  <c:v>0.064845377</c:v>
                </c:pt>
                <c:pt idx="1748">
                  <c:v>0.064946935</c:v>
                </c:pt>
                <c:pt idx="1749">
                  <c:v>0.065048494</c:v>
                </c:pt>
                <c:pt idx="1750">
                  <c:v>0.065048494</c:v>
                </c:pt>
                <c:pt idx="1751">
                  <c:v>0.065150053</c:v>
                </c:pt>
                <c:pt idx="1752">
                  <c:v>0.065150053</c:v>
                </c:pt>
                <c:pt idx="1753">
                  <c:v>0.065251612</c:v>
                </c:pt>
                <c:pt idx="1754">
                  <c:v>0.065251612</c:v>
                </c:pt>
                <c:pt idx="1755">
                  <c:v>0.065353171</c:v>
                </c:pt>
                <c:pt idx="1756">
                  <c:v>0.065353171</c:v>
                </c:pt>
                <c:pt idx="1757">
                  <c:v>0.065403951</c:v>
                </c:pt>
                <c:pt idx="1758">
                  <c:v>0.065403951</c:v>
                </c:pt>
                <c:pt idx="1759">
                  <c:v>0.06545473</c:v>
                </c:pt>
                <c:pt idx="1760">
                  <c:v>0.06545473</c:v>
                </c:pt>
                <c:pt idx="1761">
                  <c:v>0.065556289</c:v>
                </c:pt>
                <c:pt idx="1762">
                  <c:v>0.065556289</c:v>
                </c:pt>
                <c:pt idx="1763">
                  <c:v>0.065556289</c:v>
                </c:pt>
                <c:pt idx="1764">
                  <c:v>0.065556289</c:v>
                </c:pt>
                <c:pt idx="1765">
                  <c:v>0.065657848</c:v>
                </c:pt>
                <c:pt idx="1766">
                  <c:v>0.065657848</c:v>
                </c:pt>
                <c:pt idx="1767">
                  <c:v>0.065657848</c:v>
                </c:pt>
                <c:pt idx="1768">
                  <c:v>0.065657848</c:v>
                </c:pt>
                <c:pt idx="1769">
                  <c:v>0.065708627</c:v>
                </c:pt>
                <c:pt idx="1770">
                  <c:v>0.065708627</c:v>
                </c:pt>
                <c:pt idx="1771">
                  <c:v>0.065810186</c:v>
                </c:pt>
                <c:pt idx="1772">
                  <c:v>0.065810186</c:v>
                </c:pt>
                <c:pt idx="1773">
                  <c:v>0.065860966</c:v>
                </c:pt>
                <c:pt idx="1774">
                  <c:v>0.065860966</c:v>
                </c:pt>
                <c:pt idx="1775">
                  <c:v>0.065962525</c:v>
                </c:pt>
                <c:pt idx="1776">
                  <c:v>0.065962525</c:v>
                </c:pt>
                <c:pt idx="1777">
                  <c:v>0.066013304</c:v>
                </c:pt>
                <c:pt idx="1778">
                  <c:v>0.066013304</c:v>
                </c:pt>
                <c:pt idx="1779">
                  <c:v>0.066165643</c:v>
                </c:pt>
                <c:pt idx="1780">
                  <c:v>0.066165643</c:v>
                </c:pt>
                <c:pt idx="1781">
                  <c:v>0.066216422</c:v>
                </c:pt>
                <c:pt idx="1782">
                  <c:v>0.066216422</c:v>
                </c:pt>
                <c:pt idx="1783">
                  <c:v>0.066216422</c:v>
                </c:pt>
                <c:pt idx="1784">
                  <c:v>0.066216422</c:v>
                </c:pt>
                <c:pt idx="1785">
                  <c:v>0.066216422</c:v>
                </c:pt>
                <c:pt idx="1786">
                  <c:v>0.066470319</c:v>
                </c:pt>
                <c:pt idx="1787">
                  <c:v>0.066521099</c:v>
                </c:pt>
                <c:pt idx="1788">
                  <c:v>0.066622658</c:v>
                </c:pt>
                <c:pt idx="1789">
                  <c:v>0.066622658</c:v>
                </c:pt>
                <c:pt idx="1790">
                  <c:v>0.066673437</c:v>
                </c:pt>
                <c:pt idx="1791">
                  <c:v>0.066673437</c:v>
                </c:pt>
                <c:pt idx="1792">
                  <c:v>0.066724217</c:v>
                </c:pt>
                <c:pt idx="1793">
                  <c:v>0.066724217</c:v>
                </c:pt>
                <c:pt idx="1794">
                  <c:v>0.066774996</c:v>
                </c:pt>
                <c:pt idx="1795">
                  <c:v>0.066774996</c:v>
                </c:pt>
                <c:pt idx="1796">
                  <c:v>0.066876555</c:v>
                </c:pt>
                <c:pt idx="1797">
                  <c:v>0.066876555</c:v>
                </c:pt>
                <c:pt idx="1798">
                  <c:v>0.066927335</c:v>
                </c:pt>
                <c:pt idx="1799">
                  <c:v>0.066927335</c:v>
                </c:pt>
                <c:pt idx="1800">
                  <c:v>0.066978114</c:v>
                </c:pt>
                <c:pt idx="1801">
                  <c:v>0.066978114</c:v>
                </c:pt>
                <c:pt idx="1802">
                  <c:v>0.066978114</c:v>
                </c:pt>
                <c:pt idx="1803">
                  <c:v>0.067028894</c:v>
                </c:pt>
                <c:pt idx="1804">
                  <c:v>0.067028894</c:v>
                </c:pt>
                <c:pt idx="1805">
                  <c:v>0.067130452</c:v>
                </c:pt>
                <c:pt idx="1806">
                  <c:v>0.067130452</c:v>
                </c:pt>
                <c:pt idx="1807">
                  <c:v>0.067181232</c:v>
                </c:pt>
                <c:pt idx="1808">
                  <c:v>0.067181232</c:v>
                </c:pt>
                <c:pt idx="1809">
                  <c:v>0.067232011</c:v>
                </c:pt>
                <c:pt idx="1810">
                  <c:v>0.067232011</c:v>
                </c:pt>
                <c:pt idx="1811">
                  <c:v>0.067282791</c:v>
                </c:pt>
                <c:pt idx="1812">
                  <c:v>0.067282791</c:v>
                </c:pt>
                <c:pt idx="1813">
                  <c:v>0.067435129</c:v>
                </c:pt>
                <c:pt idx="1814">
                  <c:v>0.067435129</c:v>
                </c:pt>
                <c:pt idx="1815">
                  <c:v>0.067536688</c:v>
                </c:pt>
                <c:pt idx="1816">
                  <c:v>0.067638247</c:v>
                </c:pt>
                <c:pt idx="1817">
                  <c:v>0.067638247</c:v>
                </c:pt>
                <c:pt idx="1818">
                  <c:v>0.067739806</c:v>
                </c:pt>
                <c:pt idx="1819">
                  <c:v>0.067739806</c:v>
                </c:pt>
                <c:pt idx="1820">
                  <c:v>0.067841365</c:v>
                </c:pt>
                <c:pt idx="1821">
                  <c:v>0.067841365</c:v>
                </c:pt>
                <c:pt idx="1822">
                  <c:v>0.067892144</c:v>
                </c:pt>
                <c:pt idx="1823">
                  <c:v>0.067892144</c:v>
                </c:pt>
                <c:pt idx="1824">
                  <c:v>0.067892144</c:v>
                </c:pt>
                <c:pt idx="1825">
                  <c:v>0.067993703</c:v>
                </c:pt>
                <c:pt idx="1826">
                  <c:v>0.067993703</c:v>
                </c:pt>
                <c:pt idx="1827">
                  <c:v>0.067993703</c:v>
                </c:pt>
                <c:pt idx="1828">
                  <c:v>0.067993703</c:v>
                </c:pt>
                <c:pt idx="1829">
                  <c:v>0.068044483</c:v>
                </c:pt>
                <c:pt idx="1830">
                  <c:v>0.068044483</c:v>
                </c:pt>
                <c:pt idx="1831">
                  <c:v>0.068095262</c:v>
                </c:pt>
                <c:pt idx="1832">
                  <c:v>0.068095262</c:v>
                </c:pt>
                <c:pt idx="1833">
                  <c:v>0.068196821</c:v>
                </c:pt>
                <c:pt idx="1834">
                  <c:v>0.06829838</c:v>
                </c:pt>
                <c:pt idx="1835">
                  <c:v>0.06829838</c:v>
                </c:pt>
                <c:pt idx="1836">
                  <c:v>0.06834916</c:v>
                </c:pt>
                <c:pt idx="1837">
                  <c:v>0.06834916</c:v>
                </c:pt>
                <c:pt idx="1838">
                  <c:v>0.068450719</c:v>
                </c:pt>
                <c:pt idx="1839">
                  <c:v>0.068450719</c:v>
                </c:pt>
                <c:pt idx="1840">
                  <c:v>0.068501498</c:v>
                </c:pt>
                <c:pt idx="1841">
                  <c:v>0.068501498</c:v>
                </c:pt>
                <c:pt idx="1842">
                  <c:v>0.068552277</c:v>
                </c:pt>
                <c:pt idx="1843">
                  <c:v>0.068552277</c:v>
                </c:pt>
                <c:pt idx="1844">
                  <c:v>0.068552277</c:v>
                </c:pt>
                <c:pt idx="1845">
                  <c:v>0.068603057</c:v>
                </c:pt>
                <c:pt idx="1846">
                  <c:v>0.068603057</c:v>
                </c:pt>
                <c:pt idx="1847">
                  <c:v>0.068653836</c:v>
                </c:pt>
                <c:pt idx="1848">
                  <c:v>0.068653836</c:v>
                </c:pt>
                <c:pt idx="1849">
                  <c:v>0.068755395</c:v>
                </c:pt>
                <c:pt idx="1850">
                  <c:v>0.068755395</c:v>
                </c:pt>
                <c:pt idx="1851">
                  <c:v>0.068755395</c:v>
                </c:pt>
                <c:pt idx="1852">
                  <c:v>0.068907734</c:v>
                </c:pt>
                <c:pt idx="1853">
                  <c:v>0.069009293</c:v>
                </c:pt>
                <c:pt idx="1854">
                  <c:v>0.069009293</c:v>
                </c:pt>
                <c:pt idx="1855">
                  <c:v>0.069060072</c:v>
                </c:pt>
                <c:pt idx="1856">
                  <c:v>0.069060072</c:v>
                </c:pt>
                <c:pt idx="1857">
                  <c:v>0.069110852</c:v>
                </c:pt>
                <c:pt idx="1858">
                  <c:v>0.069110852</c:v>
                </c:pt>
                <c:pt idx="1859">
                  <c:v>0.069212411</c:v>
                </c:pt>
                <c:pt idx="1860">
                  <c:v>0.069212411</c:v>
                </c:pt>
                <c:pt idx="1861">
                  <c:v>0.06926319</c:v>
                </c:pt>
                <c:pt idx="1862">
                  <c:v>0.06926319</c:v>
                </c:pt>
                <c:pt idx="1863">
                  <c:v>0.069313969</c:v>
                </c:pt>
                <c:pt idx="1864">
                  <c:v>0.069313969</c:v>
                </c:pt>
                <c:pt idx="1865">
                  <c:v>0.069466308</c:v>
                </c:pt>
                <c:pt idx="1866">
                  <c:v>0.069466308</c:v>
                </c:pt>
                <c:pt idx="1867">
                  <c:v>0.069517087</c:v>
                </c:pt>
                <c:pt idx="1868">
                  <c:v>0.069517087</c:v>
                </c:pt>
                <c:pt idx="1869">
                  <c:v>0.069567867</c:v>
                </c:pt>
                <c:pt idx="1870">
                  <c:v>0.069567867</c:v>
                </c:pt>
                <c:pt idx="1871">
                  <c:v>0.069618646</c:v>
                </c:pt>
                <c:pt idx="1872">
                  <c:v>0.069618646</c:v>
                </c:pt>
                <c:pt idx="1873">
                  <c:v>0.069669426</c:v>
                </c:pt>
                <c:pt idx="1874">
                  <c:v>0.070024882</c:v>
                </c:pt>
                <c:pt idx="1875">
                  <c:v>0.070024882</c:v>
                </c:pt>
                <c:pt idx="1876">
                  <c:v>0.070126441</c:v>
                </c:pt>
                <c:pt idx="1877">
                  <c:v>0.070126441</c:v>
                </c:pt>
                <c:pt idx="1878">
                  <c:v>0.07017722</c:v>
                </c:pt>
                <c:pt idx="1879">
                  <c:v>0.07017722</c:v>
                </c:pt>
                <c:pt idx="1880">
                  <c:v>0.070228</c:v>
                </c:pt>
                <c:pt idx="1881">
                  <c:v>0.070228</c:v>
                </c:pt>
                <c:pt idx="1882">
                  <c:v>0.070228</c:v>
                </c:pt>
                <c:pt idx="1883">
                  <c:v>0.070228</c:v>
                </c:pt>
                <c:pt idx="1884">
                  <c:v>0.070380338</c:v>
                </c:pt>
                <c:pt idx="1885">
                  <c:v>0.070380338</c:v>
                </c:pt>
                <c:pt idx="1886">
                  <c:v>0.070431118</c:v>
                </c:pt>
                <c:pt idx="1887">
                  <c:v>0.071091251</c:v>
                </c:pt>
                <c:pt idx="1888">
                  <c:v>0.071091251</c:v>
                </c:pt>
                <c:pt idx="1889">
                  <c:v>0.07114203</c:v>
                </c:pt>
                <c:pt idx="1890">
                  <c:v>0.07114203</c:v>
                </c:pt>
                <c:pt idx="1891">
                  <c:v>0.07119281</c:v>
                </c:pt>
                <c:pt idx="1892">
                  <c:v>0.07119281</c:v>
                </c:pt>
                <c:pt idx="1893">
                  <c:v>0.071243589</c:v>
                </c:pt>
                <c:pt idx="1894">
                  <c:v>0.071243589</c:v>
                </c:pt>
                <c:pt idx="1895">
                  <c:v>0.071294369</c:v>
                </c:pt>
                <c:pt idx="1896">
                  <c:v>0.071345148</c:v>
                </c:pt>
                <c:pt idx="1897">
                  <c:v>0.071345148</c:v>
                </c:pt>
                <c:pt idx="1898">
                  <c:v>0.071395927</c:v>
                </c:pt>
                <c:pt idx="1899">
                  <c:v>0.071395927</c:v>
                </c:pt>
                <c:pt idx="1900">
                  <c:v>0.071599045</c:v>
                </c:pt>
                <c:pt idx="1901">
                  <c:v>0.071599045</c:v>
                </c:pt>
                <c:pt idx="1902">
                  <c:v>0.071599045</c:v>
                </c:pt>
                <c:pt idx="1903">
                  <c:v>0.071802163</c:v>
                </c:pt>
                <c:pt idx="1904">
                  <c:v>0.071802163</c:v>
                </c:pt>
                <c:pt idx="1905">
                  <c:v>0.071852943</c:v>
                </c:pt>
                <c:pt idx="1906">
                  <c:v>0.071954502</c:v>
                </c:pt>
                <c:pt idx="1907">
                  <c:v>0.071954502</c:v>
                </c:pt>
                <c:pt idx="1908">
                  <c:v>0.072005281</c:v>
                </c:pt>
                <c:pt idx="1909">
                  <c:v>0.072005281</c:v>
                </c:pt>
                <c:pt idx="1910">
                  <c:v>0.072056061</c:v>
                </c:pt>
                <c:pt idx="1911">
                  <c:v>0.072056061</c:v>
                </c:pt>
                <c:pt idx="1912">
                  <c:v>0.072309958</c:v>
                </c:pt>
                <c:pt idx="1913">
                  <c:v>0.072309958</c:v>
                </c:pt>
                <c:pt idx="1914">
                  <c:v>0.072411517</c:v>
                </c:pt>
                <c:pt idx="1915">
                  <c:v>0.072411517</c:v>
                </c:pt>
                <c:pt idx="1916">
                  <c:v>0.072513076</c:v>
                </c:pt>
                <c:pt idx="1917">
                  <c:v>0.072513076</c:v>
                </c:pt>
                <c:pt idx="1918">
                  <c:v>0.072513076</c:v>
                </c:pt>
                <c:pt idx="1919">
                  <c:v>0.072614635</c:v>
                </c:pt>
                <c:pt idx="1920">
                  <c:v>0.072614635</c:v>
                </c:pt>
                <c:pt idx="1921">
                  <c:v>0.072766973</c:v>
                </c:pt>
                <c:pt idx="1922">
                  <c:v>0.072766973</c:v>
                </c:pt>
                <c:pt idx="1923">
                  <c:v>0.072817753</c:v>
                </c:pt>
                <c:pt idx="1924">
                  <c:v>0.072817753</c:v>
                </c:pt>
                <c:pt idx="1925">
                  <c:v>0.072817753</c:v>
                </c:pt>
                <c:pt idx="1926">
                  <c:v>0.072919311</c:v>
                </c:pt>
                <c:pt idx="1927">
                  <c:v>0.072919311</c:v>
                </c:pt>
                <c:pt idx="1928">
                  <c:v>0.072919311</c:v>
                </c:pt>
                <c:pt idx="1929">
                  <c:v>0.07307165</c:v>
                </c:pt>
                <c:pt idx="1930">
                  <c:v>0.07307165</c:v>
                </c:pt>
                <c:pt idx="1931">
                  <c:v>0.073122429</c:v>
                </c:pt>
                <c:pt idx="1932">
                  <c:v>0.073122429</c:v>
                </c:pt>
                <c:pt idx="1933">
                  <c:v>0.073173209</c:v>
                </c:pt>
                <c:pt idx="1934">
                  <c:v>0.073173209</c:v>
                </c:pt>
                <c:pt idx="1935">
                  <c:v>0.073274768</c:v>
                </c:pt>
                <c:pt idx="1936">
                  <c:v>0.073274768</c:v>
                </c:pt>
                <c:pt idx="1937">
                  <c:v>0.073274768</c:v>
                </c:pt>
                <c:pt idx="1938">
                  <c:v>0.073274768</c:v>
                </c:pt>
                <c:pt idx="1939">
                  <c:v>0.073274768</c:v>
                </c:pt>
                <c:pt idx="1940">
                  <c:v>0.073376327</c:v>
                </c:pt>
                <c:pt idx="1941">
                  <c:v>0.073376327</c:v>
                </c:pt>
                <c:pt idx="1942">
                  <c:v>0.073427106</c:v>
                </c:pt>
                <c:pt idx="1943">
                  <c:v>0.073427106</c:v>
                </c:pt>
                <c:pt idx="1944">
                  <c:v>0.073427106</c:v>
                </c:pt>
                <c:pt idx="1945">
                  <c:v>0.073528665</c:v>
                </c:pt>
                <c:pt idx="1946">
                  <c:v>0.073630224</c:v>
                </c:pt>
                <c:pt idx="1947">
                  <c:v>0.073681003</c:v>
                </c:pt>
                <c:pt idx="1948">
                  <c:v>0.073681003</c:v>
                </c:pt>
                <c:pt idx="1949">
                  <c:v>0.073681003</c:v>
                </c:pt>
                <c:pt idx="1950">
                  <c:v>0.073681003</c:v>
                </c:pt>
                <c:pt idx="1951">
                  <c:v>0.073731783</c:v>
                </c:pt>
                <c:pt idx="1952">
                  <c:v>0.073731783</c:v>
                </c:pt>
                <c:pt idx="1953">
                  <c:v>0.073782562</c:v>
                </c:pt>
                <c:pt idx="1954">
                  <c:v>0.073782562</c:v>
                </c:pt>
                <c:pt idx="1955">
                  <c:v>0.073833342</c:v>
                </c:pt>
                <c:pt idx="1956">
                  <c:v>0.073833342</c:v>
                </c:pt>
                <c:pt idx="1957">
                  <c:v>0.073884121</c:v>
                </c:pt>
                <c:pt idx="1958">
                  <c:v>0.073884121</c:v>
                </c:pt>
                <c:pt idx="1959">
                  <c:v>0.07398568</c:v>
                </c:pt>
                <c:pt idx="1960">
                  <c:v>0.074087239</c:v>
                </c:pt>
                <c:pt idx="1961">
                  <c:v>0.074087239</c:v>
                </c:pt>
                <c:pt idx="1962">
                  <c:v>0.074188798</c:v>
                </c:pt>
                <c:pt idx="1963">
                  <c:v>0.074188798</c:v>
                </c:pt>
                <c:pt idx="1964">
                  <c:v>0.074239578</c:v>
                </c:pt>
                <c:pt idx="1965">
                  <c:v>0.074493475</c:v>
                </c:pt>
                <c:pt idx="1966">
                  <c:v>0.074595034</c:v>
                </c:pt>
                <c:pt idx="1967">
                  <c:v>0.074595034</c:v>
                </c:pt>
                <c:pt idx="1968">
                  <c:v>0.074645813</c:v>
                </c:pt>
                <c:pt idx="1969">
                  <c:v>0.074798152</c:v>
                </c:pt>
                <c:pt idx="1970">
                  <c:v>0.075001269</c:v>
                </c:pt>
                <c:pt idx="1971">
                  <c:v>0.075001269</c:v>
                </c:pt>
                <c:pt idx="1972">
                  <c:v>0.075052049</c:v>
                </c:pt>
                <c:pt idx="1973">
                  <c:v>0.075052049</c:v>
                </c:pt>
                <c:pt idx="1974">
                  <c:v>0.075102828</c:v>
                </c:pt>
                <c:pt idx="1975">
                  <c:v>0.075102828</c:v>
                </c:pt>
                <c:pt idx="1976">
                  <c:v>0.075153608</c:v>
                </c:pt>
                <c:pt idx="1977">
                  <c:v>0.075153608</c:v>
                </c:pt>
                <c:pt idx="1978">
                  <c:v>0.075204387</c:v>
                </c:pt>
                <c:pt idx="1979">
                  <c:v>0.075204387</c:v>
                </c:pt>
                <c:pt idx="1980">
                  <c:v>0.075204387</c:v>
                </c:pt>
                <c:pt idx="1981">
                  <c:v>0.075204387</c:v>
                </c:pt>
                <c:pt idx="1982">
                  <c:v>0.075305946</c:v>
                </c:pt>
                <c:pt idx="1983">
                  <c:v>0.075305946</c:v>
                </c:pt>
                <c:pt idx="1984">
                  <c:v>0.075407505</c:v>
                </c:pt>
                <c:pt idx="1985">
                  <c:v>0.075407505</c:v>
                </c:pt>
                <c:pt idx="1986">
                  <c:v>0.075458285</c:v>
                </c:pt>
                <c:pt idx="1987">
                  <c:v>0.075458285</c:v>
                </c:pt>
                <c:pt idx="1988">
                  <c:v>0.075458285</c:v>
                </c:pt>
                <c:pt idx="1989">
                  <c:v>0.075610623</c:v>
                </c:pt>
                <c:pt idx="1990">
                  <c:v>0.075610623</c:v>
                </c:pt>
                <c:pt idx="1991">
                  <c:v>0.075661403</c:v>
                </c:pt>
                <c:pt idx="1992">
                  <c:v>0.075661403</c:v>
                </c:pt>
                <c:pt idx="1993">
                  <c:v>0.075762961</c:v>
                </c:pt>
                <c:pt idx="1994">
                  <c:v>0.075762961</c:v>
                </c:pt>
                <c:pt idx="1995">
                  <c:v>0.075762961</c:v>
                </c:pt>
                <c:pt idx="1996">
                  <c:v>0.07586452</c:v>
                </c:pt>
                <c:pt idx="1997">
                  <c:v>0.07586452</c:v>
                </c:pt>
                <c:pt idx="1998">
                  <c:v>0.07586452</c:v>
                </c:pt>
                <c:pt idx="1999">
                  <c:v>0.07586452</c:v>
                </c:pt>
                <c:pt idx="2000">
                  <c:v>0.07586452</c:v>
                </c:pt>
                <c:pt idx="2001">
                  <c:v>0.0759153</c:v>
                </c:pt>
                <c:pt idx="2002">
                  <c:v>0.0759153</c:v>
                </c:pt>
                <c:pt idx="2003">
                  <c:v>0.076016859</c:v>
                </c:pt>
                <c:pt idx="2004">
                  <c:v>0.076016859</c:v>
                </c:pt>
                <c:pt idx="2005">
                  <c:v>0.076067638</c:v>
                </c:pt>
                <c:pt idx="2006">
                  <c:v>0.076067638</c:v>
                </c:pt>
                <c:pt idx="2007">
                  <c:v>0.076169197</c:v>
                </c:pt>
                <c:pt idx="2008">
                  <c:v>0.076321536</c:v>
                </c:pt>
                <c:pt idx="2009">
                  <c:v>0.076321536</c:v>
                </c:pt>
                <c:pt idx="2010">
                  <c:v>0.076321536</c:v>
                </c:pt>
                <c:pt idx="2011">
                  <c:v>0.076321536</c:v>
                </c:pt>
                <c:pt idx="2012">
                  <c:v>0.076321536</c:v>
                </c:pt>
                <c:pt idx="2013">
                  <c:v>0.076423095</c:v>
                </c:pt>
                <c:pt idx="2014">
                  <c:v>0.076423095</c:v>
                </c:pt>
                <c:pt idx="2015">
                  <c:v>0.076473874</c:v>
                </c:pt>
                <c:pt idx="2016">
                  <c:v>0.076473874</c:v>
                </c:pt>
                <c:pt idx="2017">
                  <c:v>0.076524653</c:v>
                </c:pt>
                <c:pt idx="2018">
                  <c:v>0.076524653</c:v>
                </c:pt>
                <c:pt idx="2019">
                  <c:v>0.076626212</c:v>
                </c:pt>
                <c:pt idx="2020">
                  <c:v>0.07682933</c:v>
                </c:pt>
                <c:pt idx="2021">
                  <c:v>0.07688011</c:v>
                </c:pt>
                <c:pt idx="2022">
                  <c:v>0.07688011</c:v>
                </c:pt>
                <c:pt idx="2023">
                  <c:v>0.076981669</c:v>
                </c:pt>
                <c:pt idx="2024">
                  <c:v>0.076981669</c:v>
                </c:pt>
                <c:pt idx="2025">
                  <c:v>0.077032448</c:v>
                </c:pt>
                <c:pt idx="2026">
                  <c:v>0.077032448</c:v>
                </c:pt>
                <c:pt idx="2027">
                  <c:v>0.077083228</c:v>
                </c:pt>
                <c:pt idx="2028">
                  <c:v>0.077083228</c:v>
                </c:pt>
                <c:pt idx="2029">
                  <c:v>0.077134007</c:v>
                </c:pt>
                <c:pt idx="2030">
                  <c:v>0.077134007</c:v>
                </c:pt>
                <c:pt idx="2031">
                  <c:v>0.077134007</c:v>
                </c:pt>
                <c:pt idx="2032">
                  <c:v>0.077134007</c:v>
                </c:pt>
                <c:pt idx="2033">
                  <c:v>0.077184786</c:v>
                </c:pt>
                <c:pt idx="2034">
                  <c:v>0.077184786</c:v>
                </c:pt>
                <c:pt idx="2035">
                  <c:v>0.077438684</c:v>
                </c:pt>
                <c:pt idx="2036">
                  <c:v>0.077438684</c:v>
                </c:pt>
                <c:pt idx="2037">
                  <c:v>0.077591022</c:v>
                </c:pt>
                <c:pt idx="2038">
                  <c:v>0.077591022</c:v>
                </c:pt>
                <c:pt idx="2039">
                  <c:v>0.077641802</c:v>
                </c:pt>
                <c:pt idx="2040">
                  <c:v>0.077641802</c:v>
                </c:pt>
                <c:pt idx="2041">
                  <c:v>0.07779414</c:v>
                </c:pt>
                <c:pt idx="2042">
                  <c:v>0.07779414</c:v>
                </c:pt>
                <c:pt idx="2043">
                  <c:v>0.07784492</c:v>
                </c:pt>
                <c:pt idx="2044">
                  <c:v>0.07784492</c:v>
                </c:pt>
                <c:pt idx="2045">
                  <c:v>0.077946478</c:v>
                </c:pt>
                <c:pt idx="2046">
                  <c:v>0.077946478</c:v>
                </c:pt>
                <c:pt idx="2047">
                  <c:v>0.078048037</c:v>
                </c:pt>
                <c:pt idx="2048">
                  <c:v>0.078048037</c:v>
                </c:pt>
                <c:pt idx="2049">
                  <c:v>0.078098817</c:v>
                </c:pt>
                <c:pt idx="2050">
                  <c:v>0.078098817</c:v>
                </c:pt>
                <c:pt idx="2051">
                  <c:v>0.078200376</c:v>
                </c:pt>
                <c:pt idx="2052">
                  <c:v>0.078200376</c:v>
                </c:pt>
                <c:pt idx="2053">
                  <c:v>0.078200376</c:v>
                </c:pt>
                <c:pt idx="2054">
                  <c:v>0.078200376</c:v>
                </c:pt>
                <c:pt idx="2055">
                  <c:v>0.078301935</c:v>
                </c:pt>
                <c:pt idx="2056">
                  <c:v>0.078301935</c:v>
                </c:pt>
                <c:pt idx="2057">
                  <c:v>0.078505053</c:v>
                </c:pt>
                <c:pt idx="2058">
                  <c:v>0.078505053</c:v>
                </c:pt>
                <c:pt idx="2059">
                  <c:v>0.078606611</c:v>
                </c:pt>
                <c:pt idx="2060">
                  <c:v>0.078606611</c:v>
                </c:pt>
                <c:pt idx="2061">
                  <c:v>0.078606611</c:v>
                </c:pt>
                <c:pt idx="2062">
                  <c:v>0.07870817</c:v>
                </c:pt>
                <c:pt idx="2063">
                  <c:v>0.078809729</c:v>
                </c:pt>
                <c:pt idx="2064">
                  <c:v>0.078809729</c:v>
                </c:pt>
                <c:pt idx="2065">
                  <c:v>0.078860509</c:v>
                </c:pt>
                <c:pt idx="2066">
                  <c:v>0.078860509</c:v>
                </c:pt>
                <c:pt idx="2067">
                  <c:v>0.078911288</c:v>
                </c:pt>
                <c:pt idx="2068">
                  <c:v>0.078911288</c:v>
                </c:pt>
                <c:pt idx="2069">
                  <c:v>0.078962068</c:v>
                </c:pt>
                <c:pt idx="2070">
                  <c:v>0.078962068</c:v>
                </c:pt>
                <c:pt idx="2071">
                  <c:v>0.079012847</c:v>
                </c:pt>
                <c:pt idx="2072">
                  <c:v>0.079825319</c:v>
                </c:pt>
                <c:pt idx="2073">
                  <c:v>0.079876098</c:v>
                </c:pt>
                <c:pt idx="2074">
                  <c:v>0.079876098</c:v>
                </c:pt>
                <c:pt idx="2075">
                  <c:v>0.079977657</c:v>
                </c:pt>
                <c:pt idx="2076">
                  <c:v>0.080028437</c:v>
                </c:pt>
                <c:pt idx="2077">
                  <c:v>0.080028437</c:v>
                </c:pt>
                <c:pt idx="2078">
                  <c:v>0.080028437</c:v>
                </c:pt>
                <c:pt idx="2079">
                  <c:v>0.080079216</c:v>
                </c:pt>
                <c:pt idx="2080">
                  <c:v>0.080079216</c:v>
                </c:pt>
                <c:pt idx="2081">
                  <c:v>0.080129995</c:v>
                </c:pt>
                <c:pt idx="2082">
                  <c:v>0.080231554</c:v>
                </c:pt>
                <c:pt idx="2083">
                  <c:v>0.080333113</c:v>
                </c:pt>
                <c:pt idx="2084">
                  <c:v>0.080333113</c:v>
                </c:pt>
                <c:pt idx="2085">
                  <c:v>0.080383893</c:v>
                </c:pt>
                <c:pt idx="2086">
                  <c:v>0.080383893</c:v>
                </c:pt>
                <c:pt idx="2087">
                  <c:v>0.080434672</c:v>
                </c:pt>
                <c:pt idx="2088">
                  <c:v>0.080434672</c:v>
                </c:pt>
                <c:pt idx="2089">
                  <c:v>0.080485452</c:v>
                </c:pt>
                <c:pt idx="2090">
                  <c:v>0.080485452</c:v>
                </c:pt>
                <c:pt idx="2091">
                  <c:v>0.080536231</c:v>
                </c:pt>
                <c:pt idx="2092">
                  <c:v>0.080536231</c:v>
                </c:pt>
                <c:pt idx="2093">
                  <c:v>0.080536231</c:v>
                </c:pt>
                <c:pt idx="2094">
                  <c:v>0.080587011</c:v>
                </c:pt>
                <c:pt idx="2095">
                  <c:v>0.080587011</c:v>
                </c:pt>
                <c:pt idx="2096">
                  <c:v>0.08063779</c:v>
                </c:pt>
                <c:pt idx="2097">
                  <c:v>0.080739349</c:v>
                </c:pt>
                <c:pt idx="2098">
                  <c:v>0.080790128</c:v>
                </c:pt>
                <c:pt idx="2099">
                  <c:v>0.080790128</c:v>
                </c:pt>
                <c:pt idx="2100">
                  <c:v>0.080790128</c:v>
                </c:pt>
                <c:pt idx="2101">
                  <c:v>0.080790128</c:v>
                </c:pt>
                <c:pt idx="2102">
                  <c:v>0.080891687</c:v>
                </c:pt>
                <c:pt idx="2103">
                  <c:v>0.080891687</c:v>
                </c:pt>
                <c:pt idx="2104">
                  <c:v>0.080942467</c:v>
                </c:pt>
                <c:pt idx="2105">
                  <c:v>0.080942467</c:v>
                </c:pt>
                <c:pt idx="2106">
                  <c:v>0.080993246</c:v>
                </c:pt>
                <c:pt idx="2107">
                  <c:v>0.080993246</c:v>
                </c:pt>
                <c:pt idx="2108">
                  <c:v>0.081044026</c:v>
                </c:pt>
                <c:pt idx="2109">
                  <c:v>0.081094805</c:v>
                </c:pt>
                <c:pt idx="2110">
                  <c:v>0.081094805</c:v>
                </c:pt>
                <c:pt idx="2111">
                  <c:v>0.081196364</c:v>
                </c:pt>
                <c:pt idx="2112">
                  <c:v>0.081196364</c:v>
                </c:pt>
                <c:pt idx="2113">
                  <c:v>0.081297923</c:v>
                </c:pt>
                <c:pt idx="2114">
                  <c:v>0.081297923</c:v>
                </c:pt>
                <c:pt idx="2115">
                  <c:v>0.081348703</c:v>
                </c:pt>
                <c:pt idx="2116">
                  <c:v>0.081348703</c:v>
                </c:pt>
                <c:pt idx="2117">
                  <c:v>0.081399482</c:v>
                </c:pt>
                <c:pt idx="2118">
                  <c:v>0.081399482</c:v>
                </c:pt>
                <c:pt idx="2119">
                  <c:v>0.0816026</c:v>
                </c:pt>
                <c:pt idx="2120">
                  <c:v>0.081704159</c:v>
                </c:pt>
                <c:pt idx="2121">
                  <c:v>0.081907277</c:v>
                </c:pt>
                <c:pt idx="2122">
                  <c:v>0.082008836</c:v>
                </c:pt>
                <c:pt idx="2123">
                  <c:v>0.082161174</c:v>
                </c:pt>
                <c:pt idx="2124">
                  <c:v>0.082161174</c:v>
                </c:pt>
                <c:pt idx="2125">
                  <c:v>0.082262733</c:v>
                </c:pt>
                <c:pt idx="2126">
                  <c:v>0.082415071</c:v>
                </c:pt>
                <c:pt idx="2127">
                  <c:v>0.082415071</c:v>
                </c:pt>
                <c:pt idx="2128">
                  <c:v>0.08251663</c:v>
                </c:pt>
                <c:pt idx="2129">
                  <c:v>0.082618189</c:v>
                </c:pt>
                <c:pt idx="2130">
                  <c:v>0.082618189</c:v>
                </c:pt>
                <c:pt idx="2131">
                  <c:v>0.082719748</c:v>
                </c:pt>
                <c:pt idx="2132">
                  <c:v>0.082770528</c:v>
                </c:pt>
                <c:pt idx="2133">
                  <c:v>0.082770528</c:v>
                </c:pt>
                <c:pt idx="2134">
                  <c:v>0.082770528</c:v>
                </c:pt>
                <c:pt idx="2135">
                  <c:v>0.082770528</c:v>
                </c:pt>
                <c:pt idx="2136">
                  <c:v>0.082872087</c:v>
                </c:pt>
                <c:pt idx="2137">
                  <c:v>0.082872087</c:v>
                </c:pt>
                <c:pt idx="2138">
                  <c:v>0.082973645</c:v>
                </c:pt>
                <c:pt idx="2139">
                  <c:v>0.082973645</c:v>
                </c:pt>
                <c:pt idx="2140">
                  <c:v>0.083024425</c:v>
                </c:pt>
                <c:pt idx="2141">
                  <c:v>0.083176763</c:v>
                </c:pt>
                <c:pt idx="2142">
                  <c:v>0.083227543</c:v>
                </c:pt>
                <c:pt idx="2143">
                  <c:v>0.083227543</c:v>
                </c:pt>
                <c:pt idx="2144">
                  <c:v>0.083278322</c:v>
                </c:pt>
                <c:pt idx="2145">
                  <c:v>0.083278322</c:v>
                </c:pt>
                <c:pt idx="2146">
                  <c:v>0.083329102</c:v>
                </c:pt>
                <c:pt idx="2147">
                  <c:v>0.083329102</c:v>
                </c:pt>
                <c:pt idx="2148">
                  <c:v>0.083379881</c:v>
                </c:pt>
                <c:pt idx="2149">
                  <c:v>0.083379881</c:v>
                </c:pt>
                <c:pt idx="2150">
                  <c:v>0.08353222</c:v>
                </c:pt>
                <c:pt idx="2151">
                  <c:v>0.08353222</c:v>
                </c:pt>
                <c:pt idx="2152">
                  <c:v>0.083582999</c:v>
                </c:pt>
                <c:pt idx="2153">
                  <c:v>0.083684558</c:v>
                </c:pt>
                <c:pt idx="2154">
                  <c:v>0.083684558</c:v>
                </c:pt>
                <c:pt idx="2155">
                  <c:v>0.083735337</c:v>
                </c:pt>
                <c:pt idx="2156">
                  <c:v>0.083735337</c:v>
                </c:pt>
                <c:pt idx="2157">
                  <c:v>0.083887676</c:v>
                </c:pt>
                <c:pt idx="2158">
                  <c:v>0.083887676</c:v>
                </c:pt>
                <c:pt idx="2159">
                  <c:v>0.083938455</c:v>
                </c:pt>
                <c:pt idx="2160">
                  <c:v>0.084040014</c:v>
                </c:pt>
                <c:pt idx="2161">
                  <c:v>0.084040014</c:v>
                </c:pt>
                <c:pt idx="2162">
                  <c:v>0.084090794</c:v>
                </c:pt>
                <c:pt idx="2163">
                  <c:v>0.084090794</c:v>
                </c:pt>
                <c:pt idx="2164">
                  <c:v>0.084090794</c:v>
                </c:pt>
                <c:pt idx="2165">
                  <c:v>0.084090794</c:v>
                </c:pt>
                <c:pt idx="2166">
                  <c:v>0.084090794</c:v>
                </c:pt>
                <c:pt idx="2167">
                  <c:v>0.084090794</c:v>
                </c:pt>
                <c:pt idx="2168">
                  <c:v>0.084141573</c:v>
                </c:pt>
                <c:pt idx="2169">
                  <c:v>0.084141573</c:v>
                </c:pt>
                <c:pt idx="2170">
                  <c:v>0.084192353</c:v>
                </c:pt>
                <c:pt idx="2171">
                  <c:v>0.084293912</c:v>
                </c:pt>
                <c:pt idx="2172">
                  <c:v>0.084293912</c:v>
                </c:pt>
                <c:pt idx="2173">
                  <c:v>0.084293912</c:v>
                </c:pt>
                <c:pt idx="2174">
                  <c:v>0.084293912</c:v>
                </c:pt>
                <c:pt idx="2175">
                  <c:v>0.08439547</c:v>
                </c:pt>
                <c:pt idx="2176">
                  <c:v>0.08439547</c:v>
                </c:pt>
                <c:pt idx="2177">
                  <c:v>0.08444625</c:v>
                </c:pt>
                <c:pt idx="2178">
                  <c:v>0.08444625</c:v>
                </c:pt>
                <c:pt idx="2179">
                  <c:v>0.084750927</c:v>
                </c:pt>
                <c:pt idx="2180">
                  <c:v>0.084750927</c:v>
                </c:pt>
                <c:pt idx="2181">
                  <c:v>0.084801706</c:v>
                </c:pt>
                <c:pt idx="2182">
                  <c:v>0.084801706</c:v>
                </c:pt>
                <c:pt idx="2183">
                  <c:v>0.084852486</c:v>
                </c:pt>
                <c:pt idx="2184">
                  <c:v>0.084852486</c:v>
                </c:pt>
                <c:pt idx="2185">
                  <c:v>0.084903265</c:v>
                </c:pt>
                <c:pt idx="2186">
                  <c:v>0.084903265</c:v>
                </c:pt>
                <c:pt idx="2187">
                  <c:v>0.084954045</c:v>
                </c:pt>
                <c:pt idx="2188">
                  <c:v>0.084954045</c:v>
                </c:pt>
                <c:pt idx="2189">
                  <c:v>0.084954045</c:v>
                </c:pt>
                <c:pt idx="2190">
                  <c:v>0.085055604</c:v>
                </c:pt>
                <c:pt idx="2191">
                  <c:v>0.085055604</c:v>
                </c:pt>
                <c:pt idx="2192">
                  <c:v>0.085207942</c:v>
                </c:pt>
                <c:pt idx="2193">
                  <c:v>0.085207942</c:v>
                </c:pt>
                <c:pt idx="2194">
                  <c:v>0.08541106</c:v>
                </c:pt>
                <c:pt idx="2195">
                  <c:v>0.08541106</c:v>
                </c:pt>
                <c:pt idx="2196">
                  <c:v>0.085563398</c:v>
                </c:pt>
                <c:pt idx="2197">
                  <c:v>0.085664957</c:v>
                </c:pt>
                <c:pt idx="2198">
                  <c:v>0.085817295</c:v>
                </c:pt>
                <c:pt idx="2199">
                  <c:v>0.085918854</c:v>
                </c:pt>
                <c:pt idx="2200">
                  <c:v>0.085918854</c:v>
                </c:pt>
                <c:pt idx="2201">
                  <c:v>0.086071193</c:v>
                </c:pt>
                <c:pt idx="2202">
                  <c:v>0.086121972</c:v>
                </c:pt>
                <c:pt idx="2203">
                  <c:v>0.086121972</c:v>
                </c:pt>
                <c:pt idx="2204">
                  <c:v>0.086172752</c:v>
                </c:pt>
                <c:pt idx="2205">
                  <c:v>0.086172752</c:v>
                </c:pt>
                <c:pt idx="2206">
                  <c:v>0.08637587</c:v>
                </c:pt>
                <c:pt idx="2207">
                  <c:v>0.086528208</c:v>
                </c:pt>
                <c:pt idx="2208">
                  <c:v>0.086629767</c:v>
                </c:pt>
                <c:pt idx="2209">
                  <c:v>0.086680546</c:v>
                </c:pt>
                <c:pt idx="2210">
                  <c:v>0.086680546</c:v>
                </c:pt>
                <c:pt idx="2211">
                  <c:v>0.086883664</c:v>
                </c:pt>
                <c:pt idx="2212">
                  <c:v>0.086883664</c:v>
                </c:pt>
                <c:pt idx="2213">
                  <c:v>0.086934444</c:v>
                </c:pt>
                <c:pt idx="2214">
                  <c:v>0.086934444</c:v>
                </c:pt>
                <c:pt idx="2215">
                  <c:v>0.087036003</c:v>
                </c:pt>
                <c:pt idx="2216">
                  <c:v>0.087036003</c:v>
                </c:pt>
                <c:pt idx="2217">
                  <c:v>0.087036003</c:v>
                </c:pt>
                <c:pt idx="2218">
                  <c:v>0.087036003</c:v>
                </c:pt>
                <c:pt idx="2219">
                  <c:v>0.087137562</c:v>
                </c:pt>
                <c:pt idx="2220">
                  <c:v>0.087137562</c:v>
                </c:pt>
                <c:pt idx="2221">
                  <c:v>0.0872899</c:v>
                </c:pt>
                <c:pt idx="2222">
                  <c:v>0.0872899</c:v>
                </c:pt>
                <c:pt idx="2223">
                  <c:v>0.087340679</c:v>
                </c:pt>
                <c:pt idx="2224">
                  <c:v>0.087340679</c:v>
                </c:pt>
                <c:pt idx="2225">
                  <c:v>0.087391459</c:v>
                </c:pt>
                <c:pt idx="2226">
                  <c:v>0.087391459</c:v>
                </c:pt>
                <c:pt idx="2227">
                  <c:v>0.087493018</c:v>
                </c:pt>
                <c:pt idx="2228">
                  <c:v>0.087493018</c:v>
                </c:pt>
                <c:pt idx="2229">
                  <c:v>0.087594577</c:v>
                </c:pt>
                <c:pt idx="2230">
                  <c:v>0.087594577</c:v>
                </c:pt>
                <c:pt idx="2231">
                  <c:v>0.087594577</c:v>
                </c:pt>
                <c:pt idx="2232">
                  <c:v>0.087594577</c:v>
                </c:pt>
                <c:pt idx="2233">
                  <c:v>0.087645356</c:v>
                </c:pt>
                <c:pt idx="2234">
                  <c:v>0.087645356</c:v>
                </c:pt>
                <c:pt idx="2235">
                  <c:v>0.087746915</c:v>
                </c:pt>
                <c:pt idx="2236">
                  <c:v>0.087746915</c:v>
                </c:pt>
                <c:pt idx="2237">
                  <c:v>0.088102371</c:v>
                </c:pt>
                <c:pt idx="2238">
                  <c:v>0.088102371</c:v>
                </c:pt>
                <c:pt idx="2239">
                  <c:v>0.088153151</c:v>
                </c:pt>
                <c:pt idx="2240">
                  <c:v>0.088153151</c:v>
                </c:pt>
                <c:pt idx="2241">
                  <c:v>0.08825471</c:v>
                </c:pt>
                <c:pt idx="2242">
                  <c:v>0.08825471</c:v>
                </c:pt>
                <c:pt idx="2243">
                  <c:v>0.088356269</c:v>
                </c:pt>
                <c:pt idx="2244">
                  <c:v>0.088356269</c:v>
                </c:pt>
                <c:pt idx="2245">
                  <c:v>0.088508607</c:v>
                </c:pt>
                <c:pt idx="2246">
                  <c:v>0.088508607</c:v>
                </c:pt>
                <c:pt idx="2247">
                  <c:v>0.088711725</c:v>
                </c:pt>
                <c:pt idx="2248">
                  <c:v>0.088711725</c:v>
                </c:pt>
                <c:pt idx="2249">
                  <c:v>0.088762504</c:v>
                </c:pt>
                <c:pt idx="2250">
                  <c:v>0.088762504</c:v>
                </c:pt>
                <c:pt idx="2251">
                  <c:v>0.088813284</c:v>
                </c:pt>
                <c:pt idx="2252">
                  <c:v>0.088813284</c:v>
                </c:pt>
                <c:pt idx="2253">
                  <c:v>0.089016402</c:v>
                </c:pt>
                <c:pt idx="2254">
                  <c:v>0.089016402</c:v>
                </c:pt>
                <c:pt idx="2255">
                  <c:v>0.089371858</c:v>
                </c:pt>
                <c:pt idx="2256">
                  <c:v>0.089422637</c:v>
                </c:pt>
                <c:pt idx="2257">
                  <c:v>0.089625755</c:v>
                </c:pt>
                <c:pt idx="2258">
                  <c:v>0.089828873</c:v>
                </c:pt>
                <c:pt idx="2259">
                  <c:v>0.089828873</c:v>
                </c:pt>
                <c:pt idx="2260">
                  <c:v>0.089930432</c:v>
                </c:pt>
                <c:pt idx="2261">
                  <c:v>0.089930432</c:v>
                </c:pt>
                <c:pt idx="2262">
                  <c:v>0.090031991</c:v>
                </c:pt>
                <c:pt idx="2263">
                  <c:v>0.090031991</c:v>
                </c:pt>
                <c:pt idx="2264">
                  <c:v>0.090082771</c:v>
                </c:pt>
                <c:pt idx="2265">
                  <c:v>0.090082771</c:v>
                </c:pt>
                <c:pt idx="2266">
                  <c:v>0.090184329</c:v>
                </c:pt>
                <c:pt idx="2267">
                  <c:v>0.090184329</c:v>
                </c:pt>
                <c:pt idx="2268">
                  <c:v>0.090285888</c:v>
                </c:pt>
                <c:pt idx="2269">
                  <c:v>0.090285888</c:v>
                </c:pt>
                <c:pt idx="2270">
                  <c:v>0.090489006</c:v>
                </c:pt>
                <c:pt idx="2271">
                  <c:v>0.090692124</c:v>
                </c:pt>
                <c:pt idx="2272">
                  <c:v>0.090692124</c:v>
                </c:pt>
                <c:pt idx="2273">
                  <c:v>0.090692124</c:v>
                </c:pt>
                <c:pt idx="2274">
                  <c:v>0.090742904</c:v>
                </c:pt>
                <c:pt idx="2275">
                  <c:v>0.090742904</c:v>
                </c:pt>
                <c:pt idx="2276">
                  <c:v>0.090793683</c:v>
                </c:pt>
                <c:pt idx="2277">
                  <c:v>0.090793683</c:v>
                </c:pt>
                <c:pt idx="2278">
                  <c:v>0.090946021</c:v>
                </c:pt>
                <c:pt idx="2279">
                  <c:v>0.090946021</c:v>
                </c:pt>
                <c:pt idx="2280">
                  <c:v>0.090946021</c:v>
                </c:pt>
                <c:pt idx="2281">
                  <c:v>0.090946021</c:v>
                </c:pt>
                <c:pt idx="2282">
                  <c:v>0.090996801</c:v>
                </c:pt>
                <c:pt idx="2283">
                  <c:v>0.090996801</c:v>
                </c:pt>
                <c:pt idx="2284">
                  <c:v>0.090996801</c:v>
                </c:pt>
                <c:pt idx="2285">
                  <c:v>0.090996801</c:v>
                </c:pt>
                <c:pt idx="2286">
                  <c:v>0.09104758</c:v>
                </c:pt>
                <c:pt idx="2287">
                  <c:v>0.09104758</c:v>
                </c:pt>
                <c:pt idx="2288">
                  <c:v>0.09104758</c:v>
                </c:pt>
                <c:pt idx="2289">
                  <c:v>0.091199919</c:v>
                </c:pt>
                <c:pt idx="2290">
                  <c:v>0.091199919</c:v>
                </c:pt>
                <c:pt idx="2291">
                  <c:v>0.091301478</c:v>
                </c:pt>
                <c:pt idx="2292">
                  <c:v>0.091301478</c:v>
                </c:pt>
                <c:pt idx="2293">
                  <c:v>0.091352257</c:v>
                </c:pt>
                <c:pt idx="2294">
                  <c:v>0.091352257</c:v>
                </c:pt>
                <c:pt idx="2295">
                  <c:v>0.091809272</c:v>
                </c:pt>
                <c:pt idx="2296">
                  <c:v>0.091809272</c:v>
                </c:pt>
                <c:pt idx="2297">
                  <c:v>0.091809272</c:v>
                </c:pt>
                <c:pt idx="2298">
                  <c:v>0.091910831</c:v>
                </c:pt>
                <c:pt idx="2299">
                  <c:v>0.091910831</c:v>
                </c:pt>
                <c:pt idx="2300">
                  <c:v>0.091910831</c:v>
                </c:pt>
                <c:pt idx="2301">
                  <c:v>0.091961611</c:v>
                </c:pt>
                <c:pt idx="2302">
                  <c:v>0.091961611</c:v>
                </c:pt>
                <c:pt idx="2303">
                  <c:v>0.09201239</c:v>
                </c:pt>
                <c:pt idx="2304">
                  <c:v>0.092113949</c:v>
                </c:pt>
                <c:pt idx="2305">
                  <c:v>0.092113949</c:v>
                </c:pt>
                <c:pt idx="2306">
                  <c:v>0.092164729</c:v>
                </c:pt>
                <c:pt idx="2307">
                  <c:v>0.092266288</c:v>
                </c:pt>
                <c:pt idx="2308">
                  <c:v>0.092367846</c:v>
                </c:pt>
                <c:pt idx="2309">
                  <c:v>0.092469405</c:v>
                </c:pt>
                <c:pt idx="2310">
                  <c:v>0.092469405</c:v>
                </c:pt>
                <c:pt idx="2311">
                  <c:v>0.092570964</c:v>
                </c:pt>
                <c:pt idx="2312">
                  <c:v>0.092570964</c:v>
                </c:pt>
                <c:pt idx="2313">
                  <c:v>0.092774082</c:v>
                </c:pt>
                <c:pt idx="2314">
                  <c:v>0.092774082</c:v>
                </c:pt>
                <c:pt idx="2315">
                  <c:v>0.092824862</c:v>
                </c:pt>
                <c:pt idx="2316">
                  <c:v>0.092875641</c:v>
                </c:pt>
                <c:pt idx="2317">
                  <c:v>0.092875641</c:v>
                </c:pt>
                <c:pt idx="2318">
                  <c:v>0.092926421</c:v>
                </c:pt>
                <c:pt idx="2319">
                  <c:v>0.092926421</c:v>
                </c:pt>
                <c:pt idx="2320">
                  <c:v>0.093027979</c:v>
                </c:pt>
                <c:pt idx="2321">
                  <c:v>0.093027979</c:v>
                </c:pt>
                <c:pt idx="2322">
                  <c:v>0.093078759</c:v>
                </c:pt>
                <c:pt idx="2323">
                  <c:v>0.093078759</c:v>
                </c:pt>
                <c:pt idx="2324">
                  <c:v>0.093078759</c:v>
                </c:pt>
                <c:pt idx="2325">
                  <c:v>0.093129538</c:v>
                </c:pt>
                <c:pt idx="2326">
                  <c:v>0.093129538</c:v>
                </c:pt>
                <c:pt idx="2327">
                  <c:v>0.093180318</c:v>
                </c:pt>
                <c:pt idx="2328">
                  <c:v>0.093180318</c:v>
                </c:pt>
                <c:pt idx="2329">
                  <c:v>0.093231097</c:v>
                </c:pt>
                <c:pt idx="2330">
                  <c:v>0.093231097</c:v>
                </c:pt>
                <c:pt idx="2331">
                  <c:v>0.093281877</c:v>
                </c:pt>
                <c:pt idx="2332">
                  <c:v>0.093281877</c:v>
                </c:pt>
                <c:pt idx="2333">
                  <c:v>0.093332656</c:v>
                </c:pt>
                <c:pt idx="2334">
                  <c:v>0.093332656</c:v>
                </c:pt>
                <c:pt idx="2335">
                  <c:v>0.093434215</c:v>
                </c:pt>
                <c:pt idx="2336">
                  <c:v>0.093434215</c:v>
                </c:pt>
                <c:pt idx="2337">
                  <c:v>0.093484995</c:v>
                </c:pt>
                <c:pt idx="2338">
                  <c:v>0.093535774</c:v>
                </c:pt>
                <c:pt idx="2339">
                  <c:v>0.093586554</c:v>
                </c:pt>
                <c:pt idx="2340">
                  <c:v>0.093586554</c:v>
                </c:pt>
                <c:pt idx="2341">
                  <c:v>0.093688113</c:v>
                </c:pt>
                <c:pt idx="2342">
                  <c:v>0.093688113</c:v>
                </c:pt>
                <c:pt idx="2343">
                  <c:v>0.093738892</c:v>
                </c:pt>
                <c:pt idx="2344">
                  <c:v>0.093738892</c:v>
                </c:pt>
                <c:pt idx="2345">
                  <c:v>0.09389123</c:v>
                </c:pt>
                <c:pt idx="2346">
                  <c:v>0.09389123</c:v>
                </c:pt>
                <c:pt idx="2347">
                  <c:v>0.093992789</c:v>
                </c:pt>
                <c:pt idx="2348">
                  <c:v>0.093992789</c:v>
                </c:pt>
                <c:pt idx="2349">
                  <c:v>0.094094348</c:v>
                </c:pt>
                <c:pt idx="2350">
                  <c:v>0.094094348</c:v>
                </c:pt>
                <c:pt idx="2351">
                  <c:v>0.094297466</c:v>
                </c:pt>
                <c:pt idx="2352">
                  <c:v>0.094297466</c:v>
                </c:pt>
                <c:pt idx="2353">
                  <c:v>0.094652922</c:v>
                </c:pt>
                <c:pt idx="2354">
                  <c:v>0.094652922</c:v>
                </c:pt>
                <c:pt idx="2355">
                  <c:v>0.094703702</c:v>
                </c:pt>
                <c:pt idx="2356">
                  <c:v>0.094703702</c:v>
                </c:pt>
                <c:pt idx="2357">
                  <c:v>0.094754481</c:v>
                </c:pt>
                <c:pt idx="2358">
                  <c:v>0.094754481</c:v>
                </c:pt>
                <c:pt idx="2359">
                  <c:v>0.094805261</c:v>
                </c:pt>
                <c:pt idx="2360">
                  <c:v>0.094805261</c:v>
                </c:pt>
                <c:pt idx="2361">
                  <c:v>0.09485604</c:v>
                </c:pt>
                <c:pt idx="2362">
                  <c:v>0.09485604</c:v>
                </c:pt>
                <c:pt idx="2363">
                  <c:v>0.09485604</c:v>
                </c:pt>
                <c:pt idx="2364">
                  <c:v>0.095059158</c:v>
                </c:pt>
                <c:pt idx="2365">
                  <c:v>0.095059158</c:v>
                </c:pt>
                <c:pt idx="2366">
                  <c:v>0.095211496</c:v>
                </c:pt>
                <c:pt idx="2367">
                  <c:v>0.095211496</c:v>
                </c:pt>
                <c:pt idx="2368">
                  <c:v>0.095262276</c:v>
                </c:pt>
                <c:pt idx="2369">
                  <c:v>0.095262276</c:v>
                </c:pt>
                <c:pt idx="2370">
                  <c:v>0.095414614</c:v>
                </c:pt>
                <c:pt idx="2371">
                  <c:v>0.095414614</c:v>
                </c:pt>
                <c:pt idx="2372">
                  <c:v>0.095465394</c:v>
                </c:pt>
                <c:pt idx="2373">
                  <c:v>0.095465394</c:v>
                </c:pt>
                <c:pt idx="2374">
                  <c:v>0.095668512</c:v>
                </c:pt>
                <c:pt idx="2375">
                  <c:v>0.095668512</c:v>
                </c:pt>
                <c:pt idx="2376">
                  <c:v>0.095668512</c:v>
                </c:pt>
                <c:pt idx="2377">
                  <c:v>0.095719291</c:v>
                </c:pt>
                <c:pt idx="2378">
                  <c:v>0.095719291</c:v>
                </c:pt>
                <c:pt idx="2379">
                  <c:v>0.095719291</c:v>
                </c:pt>
                <c:pt idx="2380">
                  <c:v>0.095719291</c:v>
                </c:pt>
                <c:pt idx="2381">
                  <c:v>0.09582085</c:v>
                </c:pt>
                <c:pt idx="2382">
                  <c:v>0.09582085</c:v>
                </c:pt>
                <c:pt idx="2383">
                  <c:v>0.09587163</c:v>
                </c:pt>
                <c:pt idx="2384">
                  <c:v>0.09587163</c:v>
                </c:pt>
                <c:pt idx="2385">
                  <c:v>0.095922409</c:v>
                </c:pt>
                <c:pt idx="2386">
                  <c:v>0.095922409</c:v>
                </c:pt>
                <c:pt idx="2387">
                  <c:v>0.096023968</c:v>
                </c:pt>
                <c:pt idx="2388">
                  <c:v>0.096023968</c:v>
                </c:pt>
                <c:pt idx="2389">
                  <c:v>0.096227086</c:v>
                </c:pt>
                <c:pt idx="2390">
                  <c:v>0.096227086</c:v>
                </c:pt>
                <c:pt idx="2391">
                  <c:v>0.096227086</c:v>
                </c:pt>
                <c:pt idx="2392">
                  <c:v>0.096277865</c:v>
                </c:pt>
                <c:pt idx="2393">
                  <c:v>0.096277865</c:v>
                </c:pt>
                <c:pt idx="2394">
                  <c:v>0.096379424</c:v>
                </c:pt>
                <c:pt idx="2395">
                  <c:v>0.096379424</c:v>
                </c:pt>
                <c:pt idx="2396">
                  <c:v>0.096531763</c:v>
                </c:pt>
                <c:pt idx="2397">
                  <c:v>0.096531763</c:v>
                </c:pt>
                <c:pt idx="2398">
                  <c:v>0.096633321</c:v>
                </c:pt>
                <c:pt idx="2399">
                  <c:v>0.096633321</c:v>
                </c:pt>
                <c:pt idx="2400">
                  <c:v>0.09678566</c:v>
                </c:pt>
                <c:pt idx="2401">
                  <c:v>0.09678566</c:v>
                </c:pt>
                <c:pt idx="2402">
                  <c:v>0.096937998</c:v>
                </c:pt>
                <c:pt idx="2403">
                  <c:v>0.096937998</c:v>
                </c:pt>
                <c:pt idx="2404">
                  <c:v>0.096937998</c:v>
                </c:pt>
                <c:pt idx="2405">
                  <c:v>0.096988778</c:v>
                </c:pt>
                <c:pt idx="2406">
                  <c:v>0.096988778</c:v>
                </c:pt>
                <c:pt idx="2407">
                  <c:v>0.097039557</c:v>
                </c:pt>
                <c:pt idx="2408">
                  <c:v>0.097039557</c:v>
                </c:pt>
                <c:pt idx="2409">
                  <c:v>0.097090337</c:v>
                </c:pt>
                <c:pt idx="2410">
                  <c:v>0.097090337</c:v>
                </c:pt>
                <c:pt idx="2411">
                  <c:v>0.097141116</c:v>
                </c:pt>
                <c:pt idx="2412">
                  <c:v>0.097141116</c:v>
                </c:pt>
                <c:pt idx="2413">
                  <c:v>0.097191896</c:v>
                </c:pt>
                <c:pt idx="2414">
                  <c:v>0.097191896</c:v>
                </c:pt>
                <c:pt idx="2415">
                  <c:v>0.097293455</c:v>
                </c:pt>
                <c:pt idx="2416">
                  <c:v>0.097293455</c:v>
                </c:pt>
                <c:pt idx="2417">
                  <c:v>0.097395013</c:v>
                </c:pt>
                <c:pt idx="2418">
                  <c:v>0.097445793</c:v>
                </c:pt>
                <c:pt idx="2419">
                  <c:v>0.097445793</c:v>
                </c:pt>
                <c:pt idx="2420">
                  <c:v>0.097496572</c:v>
                </c:pt>
                <c:pt idx="2421">
                  <c:v>0.097598131</c:v>
                </c:pt>
                <c:pt idx="2422">
                  <c:v>0.097648911</c:v>
                </c:pt>
                <c:pt idx="2423">
                  <c:v>0.097648911</c:v>
                </c:pt>
                <c:pt idx="2424">
                  <c:v>0.09769969</c:v>
                </c:pt>
                <c:pt idx="2425">
                  <c:v>0.09769969</c:v>
                </c:pt>
                <c:pt idx="2426">
                  <c:v>0.097852029</c:v>
                </c:pt>
                <c:pt idx="2427">
                  <c:v>0.097852029</c:v>
                </c:pt>
                <c:pt idx="2428">
                  <c:v>0.097902808</c:v>
                </c:pt>
                <c:pt idx="2429">
                  <c:v>0.097902808</c:v>
                </c:pt>
                <c:pt idx="2430">
                  <c:v>0.097953588</c:v>
                </c:pt>
                <c:pt idx="2431">
                  <c:v>0.097953588</c:v>
                </c:pt>
                <c:pt idx="2432">
                  <c:v>0.098156705</c:v>
                </c:pt>
                <c:pt idx="2433">
                  <c:v>0.098359823</c:v>
                </c:pt>
                <c:pt idx="2434">
                  <c:v>0.098562941</c:v>
                </c:pt>
                <c:pt idx="2435">
                  <c:v>0.098562941</c:v>
                </c:pt>
                <c:pt idx="2436">
                  <c:v>0.098613721</c:v>
                </c:pt>
                <c:pt idx="2437">
                  <c:v>0.099019956</c:v>
                </c:pt>
                <c:pt idx="2438">
                  <c:v>0.099019956</c:v>
                </c:pt>
                <c:pt idx="2439">
                  <c:v>0.099070736</c:v>
                </c:pt>
                <c:pt idx="2440">
                  <c:v>0.099070736</c:v>
                </c:pt>
                <c:pt idx="2441">
                  <c:v>0.099172295</c:v>
                </c:pt>
                <c:pt idx="2442">
                  <c:v>0.099324633</c:v>
                </c:pt>
                <c:pt idx="2443">
                  <c:v>0.099324633</c:v>
                </c:pt>
                <c:pt idx="2444">
                  <c:v>0.099426192</c:v>
                </c:pt>
                <c:pt idx="2445">
                  <c:v>0.099426192</c:v>
                </c:pt>
                <c:pt idx="2446">
                  <c:v>0.099527751</c:v>
                </c:pt>
                <c:pt idx="2447">
                  <c:v>0.099527751</c:v>
                </c:pt>
                <c:pt idx="2448">
                  <c:v>0.099680089</c:v>
                </c:pt>
                <c:pt idx="2449">
                  <c:v>0.099680089</c:v>
                </c:pt>
                <c:pt idx="2450">
                  <c:v>0.099730869</c:v>
                </c:pt>
                <c:pt idx="2451">
                  <c:v>0.099832428</c:v>
                </c:pt>
                <c:pt idx="2452">
                  <c:v>0.099883207</c:v>
                </c:pt>
                <c:pt idx="2453">
                  <c:v>0.099883207</c:v>
                </c:pt>
                <c:pt idx="2454">
                  <c:v>0.100035546</c:v>
                </c:pt>
                <c:pt idx="2455">
                  <c:v>0.100035546</c:v>
                </c:pt>
                <c:pt idx="2456">
                  <c:v>0.100137105</c:v>
                </c:pt>
                <c:pt idx="2457">
                  <c:v>0.100137105</c:v>
                </c:pt>
                <c:pt idx="2458">
                  <c:v>0.100187884</c:v>
                </c:pt>
                <c:pt idx="2459">
                  <c:v>0.100187884</c:v>
                </c:pt>
                <c:pt idx="2460">
                  <c:v>0.100289443</c:v>
                </c:pt>
                <c:pt idx="2461">
                  <c:v>0.100289443</c:v>
                </c:pt>
                <c:pt idx="2462">
                  <c:v>0.100441781</c:v>
                </c:pt>
                <c:pt idx="2463">
                  <c:v>0.100441781</c:v>
                </c:pt>
                <c:pt idx="2464">
                  <c:v>0.10054334</c:v>
                </c:pt>
                <c:pt idx="2465">
                  <c:v>0.10054334</c:v>
                </c:pt>
                <c:pt idx="2466">
                  <c:v>0.10059412</c:v>
                </c:pt>
                <c:pt idx="2467">
                  <c:v>0.10059412</c:v>
                </c:pt>
                <c:pt idx="2468">
                  <c:v>0.100644899</c:v>
                </c:pt>
                <c:pt idx="2469">
                  <c:v>0.100644899</c:v>
                </c:pt>
                <c:pt idx="2470">
                  <c:v>0.100746458</c:v>
                </c:pt>
                <c:pt idx="2471">
                  <c:v>0.100746458</c:v>
                </c:pt>
                <c:pt idx="2472">
                  <c:v>0.100746458</c:v>
                </c:pt>
                <c:pt idx="2473">
                  <c:v>0.100949576</c:v>
                </c:pt>
                <c:pt idx="2474">
                  <c:v>0.100949576</c:v>
                </c:pt>
                <c:pt idx="2475">
                  <c:v>0.101101914</c:v>
                </c:pt>
                <c:pt idx="2476">
                  <c:v>0.101101914</c:v>
                </c:pt>
                <c:pt idx="2477">
                  <c:v>0.101254253</c:v>
                </c:pt>
                <c:pt idx="2478">
                  <c:v>0.101254253</c:v>
                </c:pt>
                <c:pt idx="2479">
                  <c:v>0.101305032</c:v>
                </c:pt>
                <c:pt idx="2480">
                  <c:v>0.101305032</c:v>
                </c:pt>
                <c:pt idx="2481">
                  <c:v>0.101406591</c:v>
                </c:pt>
                <c:pt idx="2482">
                  <c:v>0.101406591</c:v>
                </c:pt>
                <c:pt idx="2483">
                  <c:v>0.10150815</c:v>
                </c:pt>
                <c:pt idx="2484">
                  <c:v>0.10150815</c:v>
                </c:pt>
                <c:pt idx="2485">
                  <c:v>0.101609709</c:v>
                </c:pt>
                <c:pt idx="2486">
                  <c:v>0.101609709</c:v>
                </c:pt>
                <c:pt idx="2487">
                  <c:v>0.101660488</c:v>
                </c:pt>
                <c:pt idx="2488">
                  <c:v>0.101660488</c:v>
                </c:pt>
                <c:pt idx="2489">
                  <c:v>0.101762047</c:v>
                </c:pt>
                <c:pt idx="2490">
                  <c:v>0.101914386</c:v>
                </c:pt>
                <c:pt idx="2491">
                  <c:v>0.101914386</c:v>
                </c:pt>
                <c:pt idx="2492">
                  <c:v>0.102015945</c:v>
                </c:pt>
                <c:pt idx="2493">
                  <c:v>0.102015945</c:v>
                </c:pt>
                <c:pt idx="2494">
                  <c:v>0.102066724</c:v>
                </c:pt>
                <c:pt idx="2495">
                  <c:v>0.102066724</c:v>
                </c:pt>
                <c:pt idx="2496">
                  <c:v>0.102117504</c:v>
                </c:pt>
                <c:pt idx="2497">
                  <c:v>0.102117504</c:v>
                </c:pt>
                <c:pt idx="2498">
                  <c:v>0.102168283</c:v>
                </c:pt>
                <c:pt idx="2499">
                  <c:v>0.102269842</c:v>
                </c:pt>
                <c:pt idx="2500">
                  <c:v>0.102371401</c:v>
                </c:pt>
                <c:pt idx="2501">
                  <c:v>0.102371401</c:v>
                </c:pt>
                <c:pt idx="2502">
                  <c:v>0.10247296</c:v>
                </c:pt>
                <c:pt idx="2503">
                  <c:v>0.10247296</c:v>
                </c:pt>
                <c:pt idx="2504">
                  <c:v>0.10247296</c:v>
                </c:pt>
                <c:pt idx="2505">
                  <c:v>0.102523739</c:v>
                </c:pt>
                <c:pt idx="2506">
                  <c:v>0.102523739</c:v>
                </c:pt>
                <c:pt idx="2507">
                  <c:v>0.102676078</c:v>
                </c:pt>
                <c:pt idx="2508">
                  <c:v>0.102676078</c:v>
                </c:pt>
                <c:pt idx="2509">
                  <c:v>0.102726857</c:v>
                </c:pt>
                <c:pt idx="2510">
                  <c:v>0.102726857</c:v>
                </c:pt>
                <c:pt idx="2511">
                  <c:v>0.102726857</c:v>
                </c:pt>
                <c:pt idx="2512">
                  <c:v>0.102777637</c:v>
                </c:pt>
                <c:pt idx="2513">
                  <c:v>0.102777637</c:v>
                </c:pt>
                <c:pt idx="2514">
                  <c:v>0.102828416</c:v>
                </c:pt>
                <c:pt idx="2515">
                  <c:v>0.102828416</c:v>
                </c:pt>
                <c:pt idx="2516">
                  <c:v>0.102879196</c:v>
                </c:pt>
                <c:pt idx="2517">
                  <c:v>0.102879196</c:v>
                </c:pt>
                <c:pt idx="2518">
                  <c:v>0.102929975</c:v>
                </c:pt>
                <c:pt idx="2519">
                  <c:v>0.102929975</c:v>
                </c:pt>
                <c:pt idx="2520">
                  <c:v>0.102929975</c:v>
                </c:pt>
                <c:pt idx="2521">
                  <c:v>0.103133093</c:v>
                </c:pt>
                <c:pt idx="2522">
                  <c:v>0.103133093</c:v>
                </c:pt>
                <c:pt idx="2523">
                  <c:v>0.103285431</c:v>
                </c:pt>
                <c:pt idx="2524">
                  <c:v>0.103336211</c:v>
                </c:pt>
                <c:pt idx="2525">
                  <c:v>0.103336211</c:v>
                </c:pt>
                <c:pt idx="2526">
                  <c:v>0.10338699</c:v>
                </c:pt>
                <c:pt idx="2527">
                  <c:v>0.10338699</c:v>
                </c:pt>
                <c:pt idx="2528">
                  <c:v>0.10343777</c:v>
                </c:pt>
                <c:pt idx="2529">
                  <c:v>0.10343777</c:v>
                </c:pt>
                <c:pt idx="2530">
                  <c:v>0.10343777</c:v>
                </c:pt>
                <c:pt idx="2531">
                  <c:v>0.10343777</c:v>
                </c:pt>
                <c:pt idx="2532">
                  <c:v>0.103488549</c:v>
                </c:pt>
                <c:pt idx="2533">
                  <c:v>0.103488549</c:v>
                </c:pt>
                <c:pt idx="2534">
                  <c:v>0.103539329</c:v>
                </c:pt>
                <c:pt idx="2535">
                  <c:v>0.103539329</c:v>
                </c:pt>
                <c:pt idx="2536">
                  <c:v>0.103691667</c:v>
                </c:pt>
                <c:pt idx="2537">
                  <c:v>0.103691667</c:v>
                </c:pt>
                <c:pt idx="2538">
                  <c:v>0.103742447</c:v>
                </c:pt>
                <c:pt idx="2539">
                  <c:v>0.103742447</c:v>
                </c:pt>
                <c:pt idx="2540">
                  <c:v>0.103793226</c:v>
                </c:pt>
                <c:pt idx="2541">
                  <c:v>0.103793226</c:v>
                </c:pt>
                <c:pt idx="2542">
                  <c:v>0.103844005</c:v>
                </c:pt>
                <c:pt idx="2543">
                  <c:v>0.103844005</c:v>
                </c:pt>
                <c:pt idx="2544">
                  <c:v>0.103844005</c:v>
                </c:pt>
                <c:pt idx="2545">
                  <c:v>0.103894785</c:v>
                </c:pt>
                <c:pt idx="2546">
                  <c:v>0.103894785</c:v>
                </c:pt>
                <c:pt idx="2547">
                  <c:v>0.103996344</c:v>
                </c:pt>
                <c:pt idx="2548">
                  <c:v>0.104097903</c:v>
                </c:pt>
                <c:pt idx="2549">
                  <c:v>0.104097903</c:v>
                </c:pt>
                <c:pt idx="2550">
                  <c:v>0.104148682</c:v>
                </c:pt>
                <c:pt idx="2551">
                  <c:v>0.104148682</c:v>
                </c:pt>
                <c:pt idx="2552">
                  <c:v>0.104199462</c:v>
                </c:pt>
                <c:pt idx="2553">
                  <c:v>0.104199462</c:v>
                </c:pt>
                <c:pt idx="2554">
                  <c:v>0.104301021</c:v>
                </c:pt>
                <c:pt idx="2555">
                  <c:v>0.104301021</c:v>
                </c:pt>
                <c:pt idx="2556">
                  <c:v>0.104301021</c:v>
                </c:pt>
                <c:pt idx="2557">
                  <c:v>0.104301021</c:v>
                </c:pt>
                <c:pt idx="2558">
                  <c:v>0.10440258</c:v>
                </c:pt>
                <c:pt idx="2559">
                  <c:v>0.10440258</c:v>
                </c:pt>
                <c:pt idx="2560">
                  <c:v>0.104504139</c:v>
                </c:pt>
                <c:pt idx="2561">
                  <c:v>0.104504139</c:v>
                </c:pt>
                <c:pt idx="2562">
                  <c:v>0.104504139</c:v>
                </c:pt>
                <c:pt idx="2563">
                  <c:v>0.104504139</c:v>
                </c:pt>
                <c:pt idx="2564">
                  <c:v>0.104504139</c:v>
                </c:pt>
                <c:pt idx="2565">
                  <c:v>0.104504139</c:v>
                </c:pt>
                <c:pt idx="2566">
                  <c:v>0.104554918</c:v>
                </c:pt>
                <c:pt idx="2567">
                  <c:v>0.104554918</c:v>
                </c:pt>
                <c:pt idx="2568">
                  <c:v>0.104554918</c:v>
                </c:pt>
                <c:pt idx="2569">
                  <c:v>0.104554918</c:v>
                </c:pt>
                <c:pt idx="2570">
                  <c:v>0.104605697</c:v>
                </c:pt>
                <c:pt idx="2571">
                  <c:v>0.104605697</c:v>
                </c:pt>
                <c:pt idx="2572">
                  <c:v>0.104656477</c:v>
                </c:pt>
                <c:pt idx="2573">
                  <c:v>0.104656477</c:v>
                </c:pt>
                <c:pt idx="2574">
                  <c:v>0.104707256</c:v>
                </c:pt>
                <c:pt idx="2575">
                  <c:v>0.104707256</c:v>
                </c:pt>
                <c:pt idx="2576">
                  <c:v>0.104758036</c:v>
                </c:pt>
                <c:pt idx="2577">
                  <c:v>0.104758036</c:v>
                </c:pt>
                <c:pt idx="2578">
                  <c:v>0.104859595</c:v>
                </c:pt>
                <c:pt idx="2579">
                  <c:v>0.104859595</c:v>
                </c:pt>
                <c:pt idx="2580">
                  <c:v>0.104910374</c:v>
                </c:pt>
                <c:pt idx="2581">
                  <c:v>0.104910374</c:v>
                </c:pt>
                <c:pt idx="2582">
                  <c:v>0.105011933</c:v>
                </c:pt>
                <c:pt idx="2583">
                  <c:v>0.105011933</c:v>
                </c:pt>
                <c:pt idx="2584">
                  <c:v>0.105062713</c:v>
                </c:pt>
                <c:pt idx="2585">
                  <c:v>0.105062713</c:v>
                </c:pt>
                <c:pt idx="2586">
                  <c:v>0.105113492</c:v>
                </c:pt>
                <c:pt idx="2587">
                  <c:v>0.105113492</c:v>
                </c:pt>
                <c:pt idx="2588">
                  <c:v>0.105164272</c:v>
                </c:pt>
                <c:pt idx="2589">
                  <c:v>0.105164272</c:v>
                </c:pt>
                <c:pt idx="2590">
                  <c:v>0.105215051</c:v>
                </c:pt>
                <c:pt idx="2591">
                  <c:v>0.105215051</c:v>
                </c:pt>
                <c:pt idx="2592">
                  <c:v>0.10526583</c:v>
                </c:pt>
                <c:pt idx="2593">
                  <c:v>0.10526583</c:v>
                </c:pt>
                <c:pt idx="2594">
                  <c:v>0.105570507</c:v>
                </c:pt>
                <c:pt idx="2595">
                  <c:v>0.105570507</c:v>
                </c:pt>
                <c:pt idx="2596">
                  <c:v>0.105621287</c:v>
                </c:pt>
                <c:pt idx="2597">
                  <c:v>0.105621287</c:v>
                </c:pt>
                <c:pt idx="2598">
                  <c:v>0.105722846</c:v>
                </c:pt>
                <c:pt idx="2599">
                  <c:v>0.105722846</c:v>
                </c:pt>
                <c:pt idx="2600">
                  <c:v>0.105824405</c:v>
                </c:pt>
                <c:pt idx="2601">
                  <c:v>0.105824405</c:v>
                </c:pt>
                <c:pt idx="2602">
                  <c:v>0.105925964</c:v>
                </c:pt>
                <c:pt idx="2603">
                  <c:v>0.105976743</c:v>
                </c:pt>
                <c:pt idx="2604">
                  <c:v>0.105976743</c:v>
                </c:pt>
                <c:pt idx="2605">
                  <c:v>0.105976743</c:v>
                </c:pt>
                <c:pt idx="2606">
                  <c:v>0.106078302</c:v>
                </c:pt>
                <c:pt idx="2607">
                  <c:v>0.106078302</c:v>
                </c:pt>
                <c:pt idx="2608">
                  <c:v>0.106129081</c:v>
                </c:pt>
                <c:pt idx="2609">
                  <c:v>0.106129081</c:v>
                </c:pt>
                <c:pt idx="2610">
                  <c:v>0.106179861</c:v>
                </c:pt>
                <c:pt idx="2611">
                  <c:v>0.106179861</c:v>
                </c:pt>
                <c:pt idx="2612">
                  <c:v>0.10623064</c:v>
                </c:pt>
                <c:pt idx="2613">
                  <c:v>0.106332199</c:v>
                </c:pt>
                <c:pt idx="2614">
                  <c:v>0.106332199</c:v>
                </c:pt>
                <c:pt idx="2615">
                  <c:v>0.106433758</c:v>
                </c:pt>
                <c:pt idx="2616">
                  <c:v>0.106433758</c:v>
                </c:pt>
                <c:pt idx="2617">
                  <c:v>0.106789214</c:v>
                </c:pt>
                <c:pt idx="2618">
                  <c:v>0.106789214</c:v>
                </c:pt>
                <c:pt idx="2619">
                  <c:v>0.106839994</c:v>
                </c:pt>
                <c:pt idx="2620">
                  <c:v>0.106839994</c:v>
                </c:pt>
                <c:pt idx="2621">
                  <c:v>0.106890773</c:v>
                </c:pt>
                <c:pt idx="2622">
                  <c:v>0.106890773</c:v>
                </c:pt>
                <c:pt idx="2623">
                  <c:v>0.106941553</c:v>
                </c:pt>
                <c:pt idx="2624">
                  <c:v>0.106941553</c:v>
                </c:pt>
                <c:pt idx="2625">
                  <c:v>0.106992332</c:v>
                </c:pt>
                <c:pt idx="2626">
                  <c:v>0.106992332</c:v>
                </c:pt>
                <c:pt idx="2627">
                  <c:v>0.106992332</c:v>
                </c:pt>
                <c:pt idx="2628">
                  <c:v>0.107043112</c:v>
                </c:pt>
                <c:pt idx="2629">
                  <c:v>0.107043112</c:v>
                </c:pt>
                <c:pt idx="2630">
                  <c:v>0.107144671</c:v>
                </c:pt>
                <c:pt idx="2631">
                  <c:v>0.10724623</c:v>
                </c:pt>
                <c:pt idx="2632">
                  <c:v>0.10724623</c:v>
                </c:pt>
                <c:pt idx="2633">
                  <c:v>0.10724623</c:v>
                </c:pt>
                <c:pt idx="2634">
                  <c:v>0.107347789</c:v>
                </c:pt>
                <c:pt idx="2635">
                  <c:v>0.107347789</c:v>
                </c:pt>
                <c:pt idx="2636">
                  <c:v>0.107500127</c:v>
                </c:pt>
                <c:pt idx="2637">
                  <c:v>0.107500127</c:v>
                </c:pt>
                <c:pt idx="2638">
                  <c:v>0.107550906</c:v>
                </c:pt>
                <c:pt idx="2639">
                  <c:v>0.107550906</c:v>
                </c:pt>
                <c:pt idx="2640">
                  <c:v>0.107601686</c:v>
                </c:pt>
                <c:pt idx="2641">
                  <c:v>0.107601686</c:v>
                </c:pt>
                <c:pt idx="2642">
                  <c:v>0.107652465</c:v>
                </c:pt>
                <c:pt idx="2643">
                  <c:v>0.107652465</c:v>
                </c:pt>
                <c:pt idx="2644">
                  <c:v>0.107804804</c:v>
                </c:pt>
                <c:pt idx="2645">
                  <c:v>0.107804804</c:v>
                </c:pt>
                <c:pt idx="2646">
                  <c:v>0.107906363</c:v>
                </c:pt>
                <c:pt idx="2647">
                  <c:v>0.107906363</c:v>
                </c:pt>
                <c:pt idx="2648">
                  <c:v>0.107957142</c:v>
                </c:pt>
                <c:pt idx="2649">
                  <c:v>0.107957142</c:v>
                </c:pt>
                <c:pt idx="2650">
                  <c:v>0.107957142</c:v>
                </c:pt>
                <c:pt idx="2651">
                  <c:v>0.108007922</c:v>
                </c:pt>
                <c:pt idx="2652">
                  <c:v>0.108109481</c:v>
                </c:pt>
                <c:pt idx="2653">
                  <c:v>0.108109481</c:v>
                </c:pt>
                <c:pt idx="2654">
                  <c:v>0.10816026</c:v>
                </c:pt>
                <c:pt idx="2655">
                  <c:v>0.10816026</c:v>
                </c:pt>
                <c:pt idx="2656">
                  <c:v>0.108211039</c:v>
                </c:pt>
                <c:pt idx="2657">
                  <c:v>0.108211039</c:v>
                </c:pt>
                <c:pt idx="2658">
                  <c:v>0.108261819</c:v>
                </c:pt>
                <c:pt idx="2659">
                  <c:v>0.108261819</c:v>
                </c:pt>
                <c:pt idx="2660">
                  <c:v>0.108261819</c:v>
                </c:pt>
                <c:pt idx="2661">
                  <c:v>0.108261819</c:v>
                </c:pt>
                <c:pt idx="2662">
                  <c:v>0.108515716</c:v>
                </c:pt>
                <c:pt idx="2663">
                  <c:v>0.108718834</c:v>
                </c:pt>
                <c:pt idx="2664">
                  <c:v>0.108769614</c:v>
                </c:pt>
                <c:pt idx="2665">
                  <c:v>0.108769614</c:v>
                </c:pt>
                <c:pt idx="2666">
                  <c:v>0.108820393</c:v>
                </c:pt>
                <c:pt idx="2667">
                  <c:v>0.108820393</c:v>
                </c:pt>
                <c:pt idx="2668">
                  <c:v>0.109835982</c:v>
                </c:pt>
                <c:pt idx="2669">
                  <c:v>0.109835982</c:v>
                </c:pt>
                <c:pt idx="2670">
                  <c:v>0.109886762</c:v>
                </c:pt>
                <c:pt idx="2671">
                  <c:v>0.109886762</c:v>
                </c:pt>
                <c:pt idx="2672">
                  <c:v>0.109937541</c:v>
                </c:pt>
                <c:pt idx="2673">
                  <c:v>0.109937541</c:v>
                </c:pt>
                <c:pt idx="2674">
                  <c:v>0.109988321</c:v>
                </c:pt>
                <c:pt idx="2675">
                  <c:v>0.109988321</c:v>
                </c:pt>
                <c:pt idx="2676">
                  <c:v>0.11008988</c:v>
                </c:pt>
                <c:pt idx="2677">
                  <c:v>0.110191439</c:v>
                </c:pt>
                <c:pt idx="2678">
                  <c:v>0.110242218</c:v>
                </c:pt>
                <c:pt idx="2679">
                  <c:v>0.110242218</c:v>
                </c:pt>
                <c:pt idx="2680">
                  <c:v>0.110242218</c:v>
                </c:pt>
                <c:pt idx="2681">
                  <c:v>0.110242218</c:v>
                </c:pt>
                <c:pt idx="2682">
                  <c:v>0.110445336</c:v>
                </c:pt>
                <c:pt idx="2683">
                  <c:v>0.110445336</c:v>
                </c:pt>
                <c:pt idx="2684">
                  <c:v>0.110496115</c:v>
                </c:pt>
                <c:pt idx="2685">
                  <c:v>0.110496115</c:v>
                </c:pt>
                <c:pt idx="2686">
                  <c:v>0.110496115</c:v>
                </c:pt>
                <c:pt idx="2687">
                  <c:v>0.110496115</c:v>
                </c:pt>
                <c:pt idx="2688">
                  <c:v>0.110597674</c:v>
                </c:pt>
                <c:pt idx="2689">
                  <c:v>0.110597674</c:v>
                </c:pt>
                <c:pt idx="2690">
                  <c:v>0.110699233</c:v>
                </c:pt>
                <c:pt idx="2691">
                  <c:v>0.110699233</c:v>
                </c:pt>
                <c:pt idx="2692">
                  <c:v>0.110699233</c:v>
                </c:pt>
                <c:pt idx="2693">
                  <c:v>0.110750013</c:v>
                </c:pt>
                <c:pt idx="2694">
                  <c:v>0.110750013</c:v>
                </c:pt>
                <c:pt idx="2695">
                  <c:v>0.110851572</c:v>
                </c:pt>
                <c:pt idx="2696">
                  <c:v>0.110851572</c:v>
                </c:pt>
                <c:pt idx="2697">
                  <c:v>0.110902351</c:v>
                </c:pt>
                <c:pt idx="2698">
                  <c:v>0.110902351</c:v>
                </c:pt>
                <c:pt idx="2699">
                  <c:v>0.111105469</c:v>
                </c:pt>
                <c:pt idx="2700">
                  <c:v>0.111105469</c:v>
                </c:pt>
                <c:pt idx="2701">
                  <c:v>0.111156248</c:v>
                </c:pt>
                <c:pt idx="2702">
                  <c:v>0.111156248</c:v>
                </c:pt>
                <c:pt idx="2703">
                  <c:v>0.111410146</c:v>
                </c:pt>
                <c:pt idx="2704">
                  <c:v>0.111613264</c:v>
                </c:pt>
                <c:pt idx="2705">
                  <c:v>0.111613264</c:v>
                </c:pt>
                <c:pt idx="2706">
                  <c:v>0.111714823</c:v>
                </c:pt>
                <c:pt idx="2707">
                  <c:v>0.111714823</c:v>
                </c:pt>
                <c:pt idx="2708">
                  <c:v>0.111765602</c:v>
                </c:pt>
                <c:pt idx="2709">
                  <c:v>0.111765602</c:v>
                </c:pt>
                <c:pt idx="2710">
                  <c:v>0.11191794</c:v>
                </c:pt>
                <c:pt idx="2711">
                  <c:v>0.112019499</c:v>
                </c:pt>
                <c:pt idx="2712">
                  <c:v>0.112019499</c:v>
                </c:pt>
                <c:pt idx="2713">
                  <c:v>0.112070279</c:v>
                </c:pt>
                <c:pt idx="2714">
                  <c:v>0.112070279</c:v>
                </c:pt>
                <c:pt idx="2715">
                  <c:v>0.112070279</c:v>
                </c:pt>
                <c:pt idx="2716">
                  <c:v>0.112171838</c:v>
                </c:pt>
                <c:pt idx="2717">
                  <c:v>0.112273397</c:v>
                </c:pt>
                <c:pt idx="2718">
                  <c:v>0.112324176</c:v>
                </c:pt>
                <c:pt idx="2719">
                  <c:v>0.112324176</c:v>
                </c:pt>
                <c:pt idx="2720">
                  <c:v>0.112425735</c:v>
                </c:pt>
                <c:pt idx="2721">
                  <c:v>0.112425735</c:v>
                </c:pt>
                <c:pt idx="2722">
                  <c:v>0.112476514</c:v>
                </c:pt>
                <c:pt idx="2723">
                  <c:v>0.112476514</c:v>
                </c:pt>
                <c:pt idx="2724">
                  <c:v>0.112527294</c:v>
                </c:pt>
                <c:pt idx="2725">
                  <c:v>0.112527294</c:v>
                </c:pt>
                <c:pt idx="2726">
                  <c:v>0.112679632</c:v>
                </c:pt>
                <c:pt idx="2727">
                  <c:v>0.112679632</c:v>
                </c:pt>
                <c:pt idx="2728">
                  <c:v>0.112679632</c:v>
                </c:pt>
                <c:pt idx="2729">
                  <c:v>0.112730412</c:v>
                </c:pt>
                <c:pt idx="2730">
                  <c:v>0.112730412</c:v>
                </c:pt>
                <c:pt idx="2731">
                  <c:v>0.112831971</c:v>
                </c:pt>
                <c:pt idx="2732">
                  <c:v>0.112831971</c:v>
                </c:pt>
                <c:pt idx="2733">
                  <c:v>0.11288275</c:v>
                </c:pt>
                <c:pt idx="2734">
                  <c:v>0.11288275</c:v>
                </c:pt>
                <c:pt idx="2735">
                  <c:v>0.112984309</c:v>
                </c:pt>
                <c:pt idx="2736">
                  <c:v>0.112984309</c:v>
                </c:pt>
                <c:pt idx="2737">
                  <c:v>0.113187427</c:v>
                </c:pt>
                <c:pt idx="2738">
                  <c:v>0.113187427</c:v>
                </c:pt>
                <c:pt idx="2739">
                  <c:v>0.113187427</c:v>
                </c:pt>
                <c:pt idx="2740">
                  <c:v>0.113187427</c:v>
                </c:pt>
                <c:pt idx="2741">
                  <c:v>0.113238206</c:v>
                </c:pt>
                <c:pt idx="2742">
                  <c:v>0.113238206</c:v>
                </c:pt>
                <c:pt idx="2743">
                  <c:v>0.113339765</c:v>
                </c:pt>
                <c:pt idx="2744">
                  <c:v>0.113644442</c:v>
                </c:pt>
                <c:pt idx="2745">
                  <c:v>0.113644442</c:v>
                </c:pt>
                <c:pt idx="2746">
                  <c:v>0.113746001</c:v>
                </c:pt>
                <c:pt idx="2747">
                  <c:v>0.113746001</c:v>
                </c:pt>
                <c:pt idx="2748">
                  <c:v>0.113796781</c:v>
                </c:pt>
                <c:pt idx="2749">
                  <c:v>0.113796781</c:v>
                </c:pt>
                <c:pt idx="2750">
                  <c:v>0.11384756</c:v>
                </c:pt>
                <c:pt idx="2751">
                  <c:v>0.11384756</c:v>
                </c:pt>
                <c:pt idx="2752">
                  <c:v>0.113949119</c:v>
                </c:pt>
                <c:pt idx="2753">
                  <c:v>0.113949119</c:v>
                </c:pt>
                <c:pt idx="2754">
                  <c:v>0.113999898</c:v>
                </c:pt>
                <c:pt idx="2755">
                  <c:v>0.113999898</c:v>
                </c:pt>
                <c:pt idx="2756">
                  <c:v>0.114101457</c:v>
                </c:pt>
                <c:pt idx="2757">
                  <c:v>0.114101457</c:v>
                </c:pt>
                <c:pt idx="2758">
                  <c:v>0.114152237</c:v>
                </c:pt>
                <c:pt idx="2759">
                  <c:v>0.114152237</c:v>
                </c:pt>
                <c:pt idx="2760">
                  <c:v>0.114203016</c:v>
                </c:pt>
                <c:pt idx="2761">
                  <c:v>0.114203016</c:v>
                </c:pt>
                <c:pt idx="2762">
                  <c:v>0.114304575</c:v>
                </c:pt>
                <c:pt idx="2763">
                  <c:v>0.114406134</c:v>
                </c:pt>
                <c:pt idx="2764">
                  <c:v>0.114406134</c:v>
                </c:pt>
                <c:pt idx="2765">
                  <c:v>0.114406134</c:v>
                </c:pt>
                <c:pt idx="2766">
                  <c:v>0.114507693</c:v>
                </c:pt>
                <c:pt idx="2767">
                  <c:v>0.114507693</c:v>
                </c:pt>
                <c:pt idx="2768">
                  <c:v>0.114558473</c:v>
                </c:pt>
                <c:pt idx="2769">
                  <c:v>0.114558473</c:v>
                </c:pt>
                <c:pt idx="2770">
                  <c:v>0.114660031</c:v>
                </c:pt>
                <c:pt idx="2771">
                  <c:v>0.11476159</c:v>
                </c:pt>
                <c:pt idx="2772">
                  <c:v>0.11476159</c:v>
                </c:pt>
                <c:pt idx="2773">
                  <c:v>0.11481237</c:v>
                </c:pt>
                <c:pt idx="2774">
                  <c:v>0.11481237</c:v>
                </c:pt>
                <c:pt idx="2775">
                  <c:v>0.11481237</c:v>
                </c:pt>
                <c:pt idx="2776">
                  <c:v>0.114863149</c:v>
                </c:pt>
                <c:pt idx="2777">
                  <c:v>0.114863149</c:v>
                </c:pt>
                <c:pt idx="2778">
                  <c:v>0.115066267</c:v>
                </c:pt>
                <c:pt idx="2779">
                  <c:v>0.115066267</c:v>
                </c:pt>
                <c:pt idx="2780">
                  <c:v>0.115218606</c:v>
                </c:pt>
                <c:pt idx="2781">
                  <c:v>0.115218606</c:v>
                </c:pt>
                <c:pt idx="2782">
                  <c:v>0.115320165</c:v>
                </c:pt>
                <c:pt idx="2783">
                  <c:v>0.115370944</c:v>
                </c:pt>
                <c:pt idx="2784">
                  <c:v>0.115523282</c:v>
                </c:pt>
                <c:pt idx="2785">
                  <c:v>0.115523282</c:v>
                </c:pt>
                <c:pt idx="2786">
                  <c:v>0.115574062</c:v>
                </c:pt>
                <c:pt idx="2787">
                  <c:v>0.115574062</c:v>
                </c:pt>
                <c:pt idx="2788">
                  <c:v>0.115624841</c:v>
                </c:pt>
                <c:pt idx="2789">
                  <c:v>0.115624841</c:v>
                </c:pt>
                <c:pt idx="2790">
                  <c:v>0.115980298</c:v>
                </c:pt>
                <c:pt idx="2791">
                  <c:v>0.115980298</c:v>
                </c:pt>
                <c:pt idx="2792">
                  <c:v>0.115980298</c:v>
                </c:pt>
                <c:pt idx="2793">
                  <c:v>0.116031077</c:v>
                </c:pt>
                <c:pt idx="2794">
                  <c:v>0.116031077</c:v>
                </c:pt>
                <c:pt idx="2795">
                  <c:v>0.116081856</c:v>
                </c:pt>
                <c:pt idx="2796">
                  <c:v>0.116081856</c:v>
                </c:pt>
                <c:pt idx="2797">
                  <c:v>0.116183415</c:v>
                </c:pt>
                <c:pt idx="2798">
                  <c:v>0.116183415</c:v>
                </c:pt>
                <c:pt idx="2799">
                  <c:v>0.116183415</c:v>
                </c:pt>
                <c:pt idx="2800">
                  <c:v>0.116183415</c:v>
                </c:pt>
                <c:pt idx="2801">
                  <c:v>0.116284974</c:v>
                </c:pt>
                <c:pt idx="2802">
                  <c:v>0.116284974</c:v>
                </c:pt>
                <c:pt idx="2803">
                  <c:v>0.116386533</c:v>
                </c:pt>
                <c:pt idx="2804">
                  <c:v>0.116386533</c:v>
                </c:pt>
                <c:pt idx="2805">
                  <c:v>0.116437313</c:v>
                </c:pt>
                <c:pt idx="2806">
                  <c:v>0.116437313</c:v>
                </c:pt>
                <c:pt idx="2807">
                  <c:v>0.116488092</c:v>
                </c:pt>
                <c:pt idx="2808">
                  <c:v>0.116488092</c:v>
                </c:pt>
                <c:pt idx="2809">
                  <c:v>0.116589651</c:v>
                </c:pt>
                <c:pt idx="2810">
                  <c:v>0.11669121</c:v>
                </c:pt>
                <c:pt idx="2811">
                  <c:v>0.11669121</c:v>
                </c:pt>
                <c:pt idx="2812">
                  <c:v>0.11674199</c:v>
                </c:pt>
                <c:pt idx="2813">
                  <c:v>0.11674199</c:v>
                </c:pt>
                <c:pt idx="2814">
                  <c:v>0.116792769</c:v>
                </c:pt>
                <c:pt idx="2815">
                  <c:v>0.116792769</c:v>
                </c:pt>
                <c:pt idx="2816">
                  <c:v>0.116792769</c:v>
                </c:pt>
                <c:pt idx="2817">
                  <c:v>0.116843548</c:v>
                </c:pt>
                <c:pt idx="2818">
                  <c:v>0.116843548</c:v>
                </c:pt>
                <c:pt idx="2819">
                  <c:v>0.116894328</c:v>
                </c:pt>
                <c:pt idx="2820">
                  <c:v>0.116945107</c:v>
                </c:pt>
                <c:pt idx="2821">
                  <c:v>0.117046666</c:v>
                </c:pt>
                <c:pt idx="2822">
                  <c:v>0.117046666</c:v>
                </c:pt>
                <c:pt idx="2823">
                  <c:v>0.117199005</c:v>
                </c:pt>
                <c:pt idx="2824">
                  <c:v>0.117199005</c:v>
                </c:pt>
                <c:pt idx="2825">
                  <c:v>0.117249784</c:v>
                </c:pt>
                <c:pt idx="2826">
                  <c:v>0.117249784</c:v>
                </c:pt>
                <c:pt idx="2827">
                  <c:v>0.117351343</c:v>
                </c:pt>
                <c:pt idx="2828">
                  <c:v>0.117351343</c:v>
                </c:pt>
                <c:pt idx="2829">
                  <c:v>0.117402123</c:v>
                </c:pt>
                <c:pt idx="2830">
                  <c:v>0.117402123</c:v>
                </c:pt>
                <c:pt idx="2831">
                  <c:v>0.117452902</c:v>
                </c:pt>
                <c:pt idx="2832">
                  <c:v>0.117503682</c:v>
                </c:pt>
                <c:pt idx="2833">
                  <c:v>0.117503682</c:v>
                </c:pt>
                <c:pt idx="2834">
                  <c:v>0.117554461</c:v>
                </c:pt>
                <c:pt idx="2835">
                  <c:v>0.117554461</c:v>
                </c:pt>
                <c:pt idx="2836">
                  <c:v>0.117554461</c:v>
                </c:pt>
                <c:pt idx="2837">
                  <c:v>0.11765602</c:v>
                </c:pt>
                <c:pt idx="2838">
                  <c:v>0.11765602</c:v>
                </c:pt>
                <c:pt idx="2839">
                  <c:v>0.117808358</c:v>
                </c:pt>
                <c:pt idx="2840">
                  <c:v>0.117808358</c:v>
                </c:pt>
                <c:pt idx="2841">
                  <c:v>0.117859138</c:v>
                </c:pt>
                <c:pt idx="2842">
                  <c:v>0.117859138</c:v>
                </c:pt>
                <c:pt idx="2843">
                  <c:v>0.117909917</c:v>
                </c:pt>
                <c:pt idx="2844">
                  <c:v>0.117909917</c:v>
                </c:pt>
                <c:pt idx="2845">
                  <c:v>0.117960697</c:v>
                </c:pt>
                <c:pt idx="2846">
                  <c:v>0.117960697</c:v>
                </c:pt>
                <c:pt idx="2847">
                  <c:v>0.118011476</c:v>
                </c:pt>
                <c:pt idx="2848">
                  <c:v>0.118062256</c:v>
                </c:pt>
                <c:pt idx="2849">
                  <c:v>0.118062256</c:v>
                </c:pt>
                <c:pt idx="2850">
                  <c:v>0.118163815</c:v>
                </c:pt>
                <c:pt idx="2851">
                  <c:v>0.118163815</c:v>
                </c:pt>
                <c:pt idx="2852">
                  <c:v>0.118163815</c:v>
                </c:pt>
                <c:pt idx="2853">
                  <c:v>0.118366932</c:v>
                </c:pt>
                <c:pt idx="2854">
                  <c:v>0.118366932</c:v>
                </c:pt>
                <c:pt idx="2855">
                  <c:v>0.11857005</c:v>
                </c:pt>
                <c:pt idx="2856">
                  <c:v>0.11857005</c:v>
                </c:pt>
                <c:pt idx="2857">
                  <c:v>0.118671609</c:v>
                </c:pt>
                <c:pt idx="2858">
                  <c:v>0.118671609</c:v>
                </c:pt>
                <c:pt idx="2859">
                  <c:v>0.118722389</c:v>
                </c:pt>
                <c:pt idx="2860">
                  <c:v>0.118722389</c:v>
                </c:pt>
                <c:pt idx="2861">
                  <c:v>0.118823948</c:v>
                </c:pt>
                <c:pt idx="2862">
                  <c:v>0.118823948</c:v>
                </c:pt>
                <c:pt idx="2863">
                  <c:v>0.118976286</c:v>
                </c:pt>
                <c:pt idx="2864">
                  <c:v>0.118976286</c:v>
                </c:pt>
                <c:pt idx="2865">
                  <c:v>0.118976286</c:v>
                </c:pt>
                <c:pt idx="2866">
                  <c:v>0.119027065</c:v>
                </c:pt>
                <c:pt idx="2867">
                  <c:v>0.119027065</c:v>
                </c:pt>
                <c:pt idx="2868">
                  <c:v>0.119128624</c:v>
                </c:pt>
                <c:pt idx="2869">
                  <c:v>0.119128624</c:v>
                </c:pt>
                <c:pt idx="2870">
                  <c:v>0.119230183</c:v>
                </c:pt>
                <c:pt idx="2871">
                  <c:v>0.119230183</c:v>
                </c:pt>
                <c:pt idx="2872">
                  <c:v>0.119280963</c:v>
                </c:pt>
                <c:pt idx="2873">
                  <c:v>0.119280963</c:v>
                </c:pt>
                <c:pt idx="2874">
                  <c:v>0.119280963</c:v>
                </c:pt>
                <c:pt idx="2875">
                  <c:v>0.119280963</c:v>
                </c:pt>
                <c:pt idx="2876">
                  <c:v>0.119331742</c:v>
                </c:pt>
                <c:pt idx="2877">
                  <c:v>0.119331742</c:v>
                </c:pt>
                <c:pt idx="2878">
                  <c:v>0.119484081</c:v>
                </c:pt>
                <c:pt idx="2879">
                  <c:v>0.119484081</c:v>
                </c:pt>
                <c:pt idx="2880">
                  <c:v>0.11953486</c:v>
                </c:pt>
                <c:pt idx="2881">
                  <c:v>0.11958564</c:v>
                </c:pt>
                <c:pt idx="2882">
                  <c:v>0.11958564</c:v>
                </c:pt>
                <c:pt idx="2883">
                  <c:v>0.120347332</c:v>
                </c:pt>
                <c:pt idx="2884">
                  <c:v>0.120550449</c:v>
                </c:pt>
                <c:pt idx="2885">
                  <c:v>0.120550449</c:v>
                </c:pt>
                <c:pt idx="2886">
                  <c:v>0.120652008</c:v>
                </c:pt>
                <c:pt idx="2887">
                  <c:v>0.120652008</c:v>
                </c:pt>
                <c:pt idx="2888">
                  <c:v>0.120702788</c:v>
                </c:pt>
                <c:pt idx="2889">
                  <c:v>0.120702788</c:v>
                </c:pt>
                <c:pt idx="2890">
                  <c:v>0.120804347</c:v>
                </c:pt>
                <c:pt idx="2891">
                  <c:v>0.120804347</c:v>
                </c:pt>
                <c:pt idx="2892">
                  <c:v>0.121058244</c:v>
                </c:pt>
                <c:pt idx="2893">
                  <c:v>0.121058244</c:v>
                </c:pt>
                <c:pt idx="2894">
                  <c:v>0.121058244</c:v>
                </c:pt>
                <c:pt idx="2895">
                  <c:v>0.121159803</c:v>
                </c:pt>
                <c:pt idx="2896">
                  <c:v>0.121159803</c:v>
                </c:pt>
                <c:pt idx="2897">
                  <c:v>0.121261362</c:v>
                </c:pt>
                <c:pt idx="2898">
                  <c:v>0.121362921</c:v>
                </c:pt>
                <c:pt idx="2899">
                  <c:v>0.121362921</c:v>
                </c:pt>
                <c:pt idx="2900">
                  <c:v>0.1214137</c:v>
                </c:pt>
                <c:pt idx="2901">
                  <c:v>0.1214137</c:v>
                </c:pt>
                <c:pt idx="2902">
                  <c:v>0.12146448</c:v>
                </c:pt>
                <c:pt idx="2903">
                  <c:v>0.12146448</c:v>
                </c:pt>
                <c:pt idx="2904">
                  <c:v>0.121515259</c:v>
                </c:pt>
                <c:pt idx="2905">
                  <c:v>0.121667598</c:v>
                </c:pt>
                <c:pt idx="2906">
                  <c:v>0.121667598</c:v>
                </c:pt>
                <c:pt idx="2907">
                  <c:v>0.121718377</c:v>
                </c:pt>
                <c:pt idx="2908">
                  <c:v>0.121718377</c:v>
                </c:pt>
                <c:pt idx="2909">
                  <c:v>0.121769157</c:v>
                </c:pt>
                <c:pt idx="2910">
                  <c:v>0.121769157</c:v>
                </c:pt>
                <c:pt idx="2911">
                  <c:v>0.121819936</c:v>
                </c:pt>
                <c:pt idx="2912">
                  <c:v>0.121819936</c:v>
                </c:pt>
                <c:pt idx="2913">
                  <c:v>0.122073833</c:v>
                </c:pt>
                <c:pt idx="2914">
                  <c:v>0.122073833</c:v>
                </c:pt>
                <c:pt idx="2915">
                  <c:v>0.122073833</c:v>
                </c:pt>
                <c:pt idx="2916">
                  <c:v>0.122073833</c:v>
                </c:pt>
                <c:pt idx="2917">
                  <c:v>0.122073833</c:v>
                </c:pt>
                <c:pt idx="2918">
                  <c:v>0.122175392</c:v>
                </c:pt>
                <c:pt idx="2919">
                  <c:v>0.122175392</c:v>
                </c:pt>
                <c:pt idx="2920">
                  <c:v>0.122226172</c:v>
                </c:pt>
                <c:pt idx="2921">
                  <c:v>0.122226172</c:v>
                </c:pt>
                <c:pt idx="2922">
                  <c:v>0.122276951</c:v>
                </c:pt>
                <c:pt idx="2923">
                  <c:v>0.122276951</c:v>
                </c:pt>
                <c:pt idx="2924">
                  <c:v>0.12237851</c:v>
                </c:pt>
                <c:pt idx="2925">
                  <c:v>0.122530849</c:v>
                </c:pt>
                <c:pt idx="2926">
                  <c:v>0.122530849</c:v>
                </c:pt>
                <c:pt idx="2927">
                  <c:v>0.122530849</c:v>
                </c:pt>
                <c:pt idx="2928">
                  <c:v>0.122835525</c:v>
                </c:pt>
                <c:pt idx="2929">
                  <c:v>0.122835525</c:v>
                </c:pt>
                <c:pt idx="2930">
                  <c:v>0.122937084</c:v>
                </c:pt>
                <c:pt idx="2931">
                  <c:v>0.122937084</c:v>
                </c:pt>
                <c:pt idx="2932">
                  <c:v>0.122987864</c:v>
                </c:pt>
                <c:pt idx="2933">
                  <c:v>0.122987864</c:v>
                </c:pt>
                <c:pt idx="2934">
                  <c:v>0.123140202</c:v>
                </c:pt>
                <c:pt idx="2935">
                  <c:v>0.12329254</c:v>
                </c:pt>
                <c:pt idx="2936">
                  <c:v>0.123444879</c:v>
                </c:pt>
                <c:pt idx="2937">
                  <c:v>0.123546438</c:v>
                </c:pt>
                <c:pt idx="2938">
                  <c:v>0.123546438</c:v>
                </c:pt>
                <c:pt idx="2939">
                  <c:v>0.123546438</c:v>
                </c:pt>
                <c:pt idx="2940">
                  <c:v>0.123597217</c:v>
                </c:pt>
                <c:pt idx="2941">
                  <c:v>0.123597217</c:v>
                </c:pt>
                <c:pt idx="2942">
                  <c:v>0.123647997</c:v>
                </c:pt>
                <c:pt idx="2943">
                  <c:v>0.123647997</c:v>
                </c:pt>
                <c:pt idx="2944">
                  <c:v>0.123698776</c:v>
                </c:pt>
                <c:pt idx="2945">
                  <c:v>0.123698776</c:v>
                </c:pt>
                <c:pt idx="2946">
                  <c:v>0.123851115</c:v>
                </c:pt>
                <c:pt idx="2947">
                  <c:v>0.123851115</c:v>
                </c:pt>
                <c:pt idx="2948">
                  <c:v>0.123851115</c:v>
                </c:pt>
                <c:pt idx="2949">
                  <c:v>0.123952674</c:v>
                </c:pt>
                <c:pt idx="2950">
                  <c:v>0.124003453</c:v>
                </c:pt>
                <c:pt idx="2951">
                  <c:v>0.124003453</c:v>
                </c:pt>
                <c:pt idx="2952">
                  <c:v>0.124206571</c:v>
                </c:pt>
                <c:pt idx="2953">
                  <c:v>0.124206571</c:v>
                </c:pt>
                <c:pt idx="2954">
                  <c:v>0.124409689</c:v>
                </c:pt>
                <c:pt idx="2955">
                  <c:v>0.124409689</c:v>
                </c:pt>
                <c:pt idx="2956">
                  <c:v>0.124460468</c:v>
                </c:pt>
                <c:pt idx="2957">
                  <c:v>0.124460468</c:v>
                </c:pt>
                <c:pt idx="2958">
                  <c:v>0.124460468</c:v>
                </c:pt>
                <c:pt idx="2959">
                  <c:v>0.124511248</c:v>
                </c:pt>
                <c:pt idx="2960">
                  <c:v>0.124511248</c:v>
                </c:pt>
                <c:pt idx="2961">
                  <c:v>0.124663586</c:v>
                </c:pt>
                <c:pt idx="2962">
                  <c:v>0.124663586</c:v>
                </c:pt>
                <c:pt idx="2963">
                  <c:v>0.124663586</c:v>
                </c:pt>
                <c:pt idx="2964">
                  <c:v>0.124663586</c:v>
                </c:pt>
                <c:pt idx="2965">
                  <c:v>0.124714366</c:v>
                </c:pt>
                <c:pt idx="2966">
                  <c:v>0.124714366</c:v>
                </c:pt>
                <c:pt idx="2967">
                  <c:v>0.124765145</c:v>
                </c:pt>
                <c:pt idx="2968">
                  <c:v>0.124765145</c:v>
                </c:pt>
                <c:pt idx="2969">
                  <c:v>0.124866704</c:v>
                </c:pt>
                <c:pt idx="2970">
                  <c:v>0.124866704</c:v>
                </c:pt>
                <c:pt idx="2971">
                  <c:v>0.124917483</c:v>
                </c:pt>
                <c:pt idx="2972">
                  <c:v>0.124917483</c:v>
                </c:pt>
                <c:pt idx="2973">
                  <c:v>0.124968263</c:v>
                </c:pt>
                <c:pt idx="2974">
                  <c:v>0.124968263</c:v>
                </c:pt>
                <c:pt idx="2975">
                  <c:v>0.125120601</c:v>
                </c:pt>
                <c:pt idx="2976">
                  <c:v>0.125171381</c:v>
                </c:pt>
                <c:pt idx="2977">
                  <c:v>0.125171381</c:v>
                </c:pt>
                <c:pt idx="2978">
                  <c:v>0.12522216</c:v>
                </c:pt>
                <c:pt idx="2979">
                  <c:v>0.125323719</c:v>
                </c:pt>
                <c:pt idx="2980">
                  <c:v>0.125374499</c:v>
                </c:pt>
                <c:pt idx="2981">
                  <c:v>0.125374499</c:v>
                </c:pt>
                <c:pt idx="2982">
                  <c:v>0.125374499</c:v>
                </c:pt>
                <c:pt idx="2983">
                  <c:v>0.125425278</c:v>
                </c:pt>
                <c:pt idx="2984">
                  <c:v>0.125425278</c:v>
                </c:pt>
                <c:pt idx="2985">
                  <c:v>0.125526837</c:v>
                </c:pt>
                <c:pt idx="2986">
                  <c:v>0.125526837</c:v>
                </c:pt>
                <c:pt idx="2987">
                  <c:v>0.125628396</c:v>
                </c:pt>
                <c:pt idx="2988">
                  <c:v>0.125628396</c:v>
                </c:pt>
                <c:pt idx="2989">
                  <c:v>0.125679175</c:v>
                </c:pt>
                <c:pt idx="2990">
                  <c:v>0.125679175</c:v>
                </c:pt>
                <c:pt idx="2991">
                  <c:v>0.125831514</c:v>
                </c:pt>
                <c:pt idx="2992">
                  <c:v>0.125831514</c:v>
                </c:pt>
                <c:pt idx="2993">
                  <c:v>0.125882293</c:v>
                </c:pt>
                <c:pt idx="2994">
                  <c:v>0.125882293</c:v>
                </c:pt>
                <c:pt idx="2995">
                  <c:v>0.125882293</c:v>
                </c:pt>
                <c:pt idx="2996">
                  <c:v>0.125983852</c:v>
                </c:pt>
                <c:pt idx="2997">
                  <c:v>0.126085411</c:v>
                </c:pt>
                <c:pt idx="2998">
                  <c:v>0.126136191</c:v>
                </c:pt>
                <c:pt idx="2999">
                  <c:v>0.126136191</c:v>
                </c:pt>
                <c:pt idx="3000">
                  <c:v>0.126237749</c:v>
                </c:pt>
                <c:pt idx="3001">
                  <c:v>0.126288529</c:v>
                </c:pt>
                <c:pt idx="3002">
                  <c:v>0.126288529</c:v>
                </c:pt>
                <c:pt idx="3003">
                  <c:v>0.126339308</c:v>
                </c:pt>
                <c:pt idx="3004">
                  <c:v>0.126339308</c:v>
                </c:pt>
                <c:pt idx="3005">
                  <c:v>0.126390088</c:v>
                </c:pt>
                <c:pt idx="3006">
                  <c:v>0.126390088</c:v>
                </c:pt>
                <c:pt idx="3007">
                  <c:v>0.126491647</c:v>
                </c:pt>
                <c:pt idx="3008">
                  <c:v>0.126491647</c:v>
                </c:pt>
                <c:pt idx="3009">
                  <c:v>0.126542426</c:v>
                </c:pt>
                <c:pt idx="3010">
                  <c:v>0.126542426</c:v>
                </c:pt>
                <c:pt idx="3011">
                  <c:v>0.126745544</c:v>
                </c:pt>
                <c:pt idx="3012">
                  <c:v>0.126745544</c:v>
                </c:pt>
                <c:pt idx="3013">
                  <c:v>0.126847103</c:v>
                </c:pt>
                <c:pt idx="3014">
                  <c:v>0.126847103</c:v>
                </c:pt>
                <c:pt idx="3015">
                  <c:v>0.126948662</c:v>
                </c:pt>
                <c:pt idx="3016">
                  <c:v>0.126948662</c:v>
                </c:pt>
                <c:pt idx="3017">
                  <c:v>0.12715178</c:v>
                </c:pt>
                <c:pt idx="3018">
                  <c:v>0.12715178</c:v>
                </c:pt>
                <c:pt idx="3019">
                  <c:v>0.127253339</c:v>
                </c:pt>
                <c:pt idx="3020">
                  <c:v>0.127253339</c:v>
                </c:pt>
                <c:pt idx="3021">
                  <c:v>0.127354898</c:v>
                </c:pt>
                <c:pt idx="3022">
                  <c:v>0.127354898</c:v>
                </c:pt>
                <c:pt idx="3023">
                  <c:v>0.127405677</c:v>
                </c:pt>
                <c:pt idx="3024">
                  <c:v>0.127405677</c:v>
                </c:pt>
                <c:pt idx="3025">
                  <c:v>0.127558016</c:v>
                </c:pt>
                <c:pt idx="3026">
                  <c:v>0.127558016</c:v>
                </c:pt>
                <c:pt idx="3027">
                  <c:v>0.127608795</c:v>
                </c:pt>
                <c:pt idx="3028">
                  <c:v>0.127608795</c:v>
                </c:pt>
                <c:pt idx="3029">
                  <c:v>0.127608795</c:v>
                </c:pt>
                <c:pt idx="3030">
                  <c:v>0.127659574</c:v>
                </c:pt>
                <c:pt idx="3031">
                  <c:v>0.127964251</c:v>
                </c:pt>
                <c:pt idx="3032">
                  <c:v>0.12811659</c:v>
                </c:pt>
                <c:pt idx="3033">
                  <c:v>0.12811659</c:v>
                </c:pt>
                <c:pt idx="3034">
                  <c:v>0.128218149</c:v>
                </c:pt>
                <c:pt idx="3035">
                  <c:v>0.128218149</c:v>
                </c:pt>
                <c:pt idx="3036">
                  <c:v>0.128268928</c:v>
                </c:pt>
                <c:pt idx="3037">
                  <c:v>0.128268928</c:v>
                </c:pt>
                <c:pt idx="3038">
                  <c:v>0.128319708</c:v>
                </c:pt>
                <c:pt idx="3039">
                  <c:v>0.128319708</c:v>
                </c:pt>
                <c:pt idx="3040">
                  <c:v>0.128472046</c:v>
                </c:pt>
                <c:pt idx="3041">
                  <c:v>0.130858681</c:v>
                </c:pt>
                <c:pt idx="3042">
                  <c:v>0.130858681</c:v>
                </c:pt>
                <c:pt idx="3043">
                  <c:v>0.13090946</c:v>
                </c:pt>
                <c:pt idx="3044">
                  <c:v>0.131011019</c:v>
                </c:pt>
                <c:pt idx="3045">
                  <c:v>0.131011019</c:v>
                </c:pt>
                <c:pt idx="3046">
                  <c:v>0.131163358</c:v>
                </c:pt>
                <c:pt idx="3047">
                  <c:v>0.131163358</c:v>
                </c:pt>
                <c:pt idx="3048">
                  <c:v>0.131214137</c:v>
                </c:pt>
                <c:pt idx="3049">
                  <c:v>0.131214137</c:v>
                </c:pt>
                <c:pt idx="3050">
                  <c:v>0.131518814</c:v>
                </c:pt>
                <c:pt idx="3051">
                  <c:v>0.131518814</c:v>
                </c:pt>
                <c:pt idx="3052">
                  <c:v>0.131569593</c:v>
                </c:pt>
                <c:pt idx="3053">
                  <c:v>0.131772711</c:v>
                </c:pt>
                <c:pt idx="3054">
                  <c:v>0.13187427</c:v>
                </c:pt>
                <c:pt idx="3055">
                  <c:v>0.13187427</c:v>
                </c:pt>
                <c:pt idx="3056">
                  <c:v>0.131975829</c:v>
                </c:pt>
                <c:pt idx="3057">
                  <c:v>0.131975829</c:v>
                </c:pt>
                <c:pt idx="3058">
                  <c:v>0.131975829</c:v>
                </c:pt>
                <c:pt idx="3059">
                  <c:v>0.131975829</c:v>
                </c:pt>
                <c:pt idx="3060">
                  <c:v>0.131975829</c:v>
                </c:pt>
                <c:pt idx="3061">
                  <c:v>0.131975829</c:v>
                </c:pt>
                <c:pt idx="3062">
                  <c:v>0.131975829</c:v>
                </c:pt>
                <c:pt idx="3063">
                  <c:v>0.131975829</c:v>
                </c:pt>
                <c:pt idx="3064">
                  <c:v>0.131975829</c:v>
                </c:pt>
                <c:pt idx="3065">
                  <c:v>0.132128167</c:v>
                </c:pt>
                <c:pt idx="3066">
                  <c:v>0.132128167</c:v>
                </c:pt>
                <c:pt idx="3067">
                  <c:v>0.132229726</c:v>
                </c:pt>
                <c:pt idx="3068">
                  <c:v>0.132229726</c:v>
                </c:pt>
                <c:pt idx="3069">
                  <c:v>0.132280506</c:v>
                </c:pt>
                <c:pt idx="3070">
                  <c:v>0.132331285</c:v>
                </c:pt>
                <c:pt idx="3071">
                  <c:v>0.132382065</c:v>
                </c:pt>
                <c:pt idx="3072">
                  <c:v>0.132382065</c:v>
                </c:pt>
                <c:pt idx="3073">
                  <c:v>0.132432844</c:v>
                </c:pt>
                <c:pt idx="3074">
                  <c:v>0.132432844</c:v>
                </c:pt>
                <c:pt idx="3075">
                  <c:v>0.132483624</c:v>
                </c:pt>
                <c:pt idx="3076">
                  <c:v>0.132483624</c:v>
                </c:pt>
                <c:pt idx="3077">
                  <c:v>0.132534403</c:v>
                </c:pt>
                <c:pt idx="3078">
                  <c:v>0.132534403</c:v>
                </c:pt>
                <c:pt idx="3079">
                  <c:v>0.132585183</c:v>
                </c:pt>
                <c:pt idx="3080">
                  <c:v>0.132585183</c:v>
                </c:pt>
                <c:pt idx="3081">
                  <c:v>0.132635962</c:v>
                </c:pt>
                <c:pt idx="3082">
                  <c:v>0.132635962</c:v>
                </c:pt>
                <c:pt idx="3083">
                  <c:v>0.132737521</c:v>
                </c:pt>
                <c:pt idx="3084">
                  <c:v>0.132737521</c:v>
                </c:pt>
                <c:pt idx="3085">
                  <c:v>0.13283908</c:v>
                </c:pt>
                <c:pt idx="3086">
                  <c:v>0.132991418</c:v>
                </c:pt>
                <c:pt idx="3087">
                  <c:v>0.132991418</c:v>
                </c:pt>
                <c:pt idx="3088">
                  <c:v>0.133143757</c:v>
                </c:pt>
                <c:pt idx="3089">
                  <c:v>0.133143757</c:v>
                </c:pt>
                <c:pt idx="3090">
                  <c:v>0.133194536</c:v>
                </c:pt>
                <c:pt idx="3091">
                  <c:v>0.133194536</c:v>
                </c:pt>
                <c:pt idx="3092">
                  <c:v>0.133499213</c:v>
                </c:pt>
                <c:pt idx="3093">
                  <c:v>0.133499213</c:v>
                </c:pt>
                <c:pt idx="3094">
                  <c:v>0.133549992</c:v>
                </c:pt>
                <c:pt idx="3095">
                  <c:v>0.133549992</c:v>
                </c:pt>
                <c:pt idx="3096">
                  <c:v>0.133600772</c:v>
                </c:pt>
                <c:pt idx="3097">
                  <c:v>0.133600772</c:v>
                </c:pt>
                <c:pt idx="3098">
                  <c:v>0.133702331</c:v>
                </c:pt>
                <c:pt idx="3099">
                  <c:v>0.133702331</c:v>
                </c:pt>
                <c:pt idx="3100">
                  <c:v>0.13380389</c:v>
                </c:pt>
                <c:pt idx="3101">
                  <c:v>0.133854669</c:v>
                </c:pt>
                <c:pt idx="3102">
                  <c:v>0.133854669</c:v>
                </c:pt>
                <c:pt idx="3103">
                  <c:v>0.134007008</c:v>
                </c:pt>
                <c:pt idx="3104">
                  <c:v>0.134007008</c:v>
                </c:pt>
                <c:pt idx="3105">
                  <c:v>0.134007008</c:v>
                </c:pt>
                <c:pt idx="3106">
                  <c:v>0.134057787</c:v>
                </c:pt>
                <c:pt idx="3107">
                  <c:v>0.134057787</c:v>
                </c:pt>
                <c:pt idx="3108">
                  <c:v>0.134108566</c:v>
                </c:pt>
                <c:pt idx="3109">
                  <c:v>0.134108566</c:v>
                </c:pt>
                <c:pt idx="3110">
                  <c:v>0.134210125</c:v>
                </c:pt>
                <c:pt idx="3111">
                  <c:v>0.134210125</c:v>
                </c:pt>
                <c:pt idx="3112">
                  <c:v>0.134311684</c:v>
                </c:pt>
                <c:pt idx="3113">
                  <c:v>0.134311684</c:v>
                </c:pt>
                <c:pt idx="3114">
                  <c:v>0.134362464</c:v>
                </c:pt>
                <c:pt idx="3115">
                  <c:v>0.134362464</c:v>
                </c:pt>
                <c:pt idx="3116">
                  <c:v>0.134565582</c:v>
                </c:pt>
                <c:pt idx="3117">
                  <c:v>0.134565582</c:v>
                </c:pt>
                <c:pt idx="3118">
                  <c:v>0.134565582</c:v>
                </c:pt>
                <c:pt idx="3119">
                  <c:v>0.134819479</c:v>
                </c:pt>
                <c:pt idx="3120">
                  <c:v>0.134819479</c:v>
                </c:pt>
                <c:pt idx="3121">
                  <c:v>0.134971817</c:v>
                </c:pt>
                <c:pt idx="3122">
                  <c:v>0.134971817</c:v>
                </c:pt>
                <c:pt idx="3123">
                  <c:v>0.135022597</c:v>
                </c:pt>
                <c:pt idx="3124">
                  <c:v>0.135022597</c:v>
                </c:pt>
                <c:pt idx="3125">
                  <c:v>0.135124156</c:v>
                </c:pt>
                <c:pt idx="3126">
                  <c:v>0.135124156</c:v>
                </c:pt>
                <c:pt idx="3127">
                  <c:v>0.135174935</c:v>
                </c:pt>
                <c:pt idx="3128">
                  <c:v>0.135174935</c:v>
                </c:pt>
                <c:pt idx="3129">
                  <c:v>0.135327274</c:v>
                </c:pt>
                <c:pt idx="3130">
                  <c:v>0.135327274</c:v>
                </c:pt>
                <c:pt idx="3131">
                  <c:v>0.135327274</c:v>
                </c:pt>
                <c:pt idx="3132">
                  <c:v>0.135378053</c:v>
                </c:pt>
                <c:pt idx="3133">
                  <c:v>0.135378053</c:v>
                </c:pt>
                <c:pt idx="3134">
                  <c:v>0.135428833</c:v>
                </c:pt>
                <c:pt idx="3135">
                  <c:v>0.135428833</c:v>
                </c:pt>
                <c:pt idx="3136">
                  <c:v>0.13563195</c:v>
                </c:pt>
                <c:pt idx="3137">
                  <c:v>0.135733509</c:v>
                </c:pt>
                <c:pt idx="3138">
                  <c:v>0.135733509</c:v>
                </c:pt>
                <c:pt idx="3139">
                  <c:v>0.135784289</c:v>
                </c:pt>
                <c:pt idx="3140">
                  <c:v>0.135784289</c:v>
                </c:pt>
                <c:pt idx="3141">
                  <c:v>0.135835068</c:v>
                </c:pt>
                <c:pt idx="3142">
                  <c:v>0.135835068</c:v>
                </c:pt>
                <c:pt idx="3143">
                  <c:v>0.135885848</c:v>
                </c:pt>
                <c:pt idx="3144">
                  <c:v>0.135885848</c:v>
                </c:pt>
                <c:pt idx="3145">
                  <c:v>0.135987407</c:v>
                </c:pt>
                <c:pt idx="3146">
                  <c:v>0.135987407</c:v>
                </c:pt>
                <c:pt idx="3147">
                  <c:v>0.136038186</c:v>
                </c:pt>
                <c:pt idx="3148">
                  <c:v>0.136038186</c:v>
                </c:pt>
                <c:pt idx="3149">
                  <c:v>0.136139745</c:v>
                </c:pt>
                <c:pt idx="3150">
                  <c:v>0.136139745</c:v>
                </c:pt>
                <c:pt idx="3151">
                  <c:v>0.136190525</c:v>
                </c:pt>
                <c:pt idx="3152">
                  <c:v>0.136190525</c:v>
                </c:pt>
                <c:pt idx="3153">
                  <c:v>0.136241304</c:v>
                </c:pt>
                <c:pt idx="3154">
                  <c:v>0.136241304</c:v>
                </c:pt>
                <c:pt idx="3155">
                  <c:v>0.136342863</c:v>
                </c:pt>
                <c:pt idx="3156">
                  <c:v>0.136393642</c:v>
                </c:pt>
                <c:pt idx="3157">
                  <c:v>0.136393642</c:v>
                </c:pt>
                <c:pt idx="3158">
                  <c:v>0.136444422</c:v>
                </c:pt>
                <c:pt idx="3159">
                  <c:v>0.136444422</c:v>
                </c:pt>
                <c:pt idx="3160">
                  <c:v>0.136545981</c:v>
                </c:pt>
                <c:pt idx="3161">
                  <c:v>0.136545981</c:v>
                </c:pt>
                <c:pt idx="3162">
                  <c:v>0.136545981</c:v>
                </c:pt>
                <c:pt idx="3163">
                  <c:v>0.13664754</c:v>
                </c:pt>
                <c:pt idx="3164">
                  <c:v>0.13664754</c:v>
                </c:pt>
                <c:pt idx="3165">
                  <c:v>0.136698319</c:v>
                </c:pt>
                <c:pt idx="3166">
                  <c:v>0.136698319</c:v>
                </c:pt>
                <c:pt idx="3167">
                  <c:v>0.136799878</c:v>
                </c:pt>
                <c:pt idx="3168">
                  <c:v>0.136901437</c:v>
                </c:pt>
                <c:pt idx="3169">
                  <c:v>0.136901437</c:v>
                </c:pt>
                <c:pt idx="3170">
                  <c:v>0.136952217</c:v>
                </c:pt>
                <c:pt idx="3171">
                  <c:v>0.136952217</c:v>
                </c:pt>
                <c:pt idx="3172">
                  <c:v>0.136952217</c:v>
                </c:pt>
                <c:pt idx="3173">
                  <c:v>0.137002996</c:v>
                </c:pt>
                <c:pt idx="3174">
                  <c:v>0.137206114</c:v>
                </c:pt>
                <c:pt idx="3175">
                  <c:v>0.137206114</c:v>
                </c:pt>
                <c:pt idx="3176">
                  <c:v>0.137206114</c:v>
                </c:pt>
                <c:pt idx="3177">
                  <c:v>0.137307673</c:v>
                </c:pt>
                <c:pt idx="3178">
                  <c:v>0.137307673</c:v>
                </c:pt>
                <c:pt idx="3179">
                  <c:v>0.137358452</c:v>
                </c:pt>
                <c:pt idx="3180">
                  <c:v>0.137358452</c:v>
                </c:pt>
                <c:pt idx="3181">
                  <c:v>0.137460011</c:v>
                </c:pt>
                <c:pt idx="3182">
                  <c:v>0.137460011</c:v>
                </c:pt>
                <c:pt idx="3183">
                  <c:v>0.137460011</c:v>
                </c:pt>
                <c:pt idx="3184">
                  <c:v>0.13761235</c:v>
                </c:pt>
                <c:pt idx="3185">
                  <c:v>0.137713908</c:v>
                </c:pt>
                <c:pt idx="3186">
                  <c:v>0.137866247</c:v>
                </c:pt>
                <c:pt idx="3187">
                  <c:v>0.138069365</c:v>
                </c:pt>
                <c:pt idx="3188">
                  <c:v>0.138069365</c:v>
                </c:pt>
                <c:pt idx="3189">
                  <c:v>0.138221703</c:v>
                </c:pt>
                <c:pt idx="3190">
                  <c:v>0.138221703</c:v>
                </c:pt>
                <c:pt idx="3191">
                  <c:v>0.138272483</c:v>
                </c:pt>
                <c:pt idx="3192">
                  <c:v>0.138374042</c:v>
                </c:pt>
                <c:pt idx="3193">
                  <c:v>0.13852638</c:v>
                </c:pt>
                <c:pt idx="3194">
                  <c:v>0.13852638</c:v>
                </c:pt>
                <c:pt idx="3195">
                  <c:v>0.138627939</c:v>
                </c:pt>
                <c:pt idx="3196">
                  <c:v>0.138627939</c:v>
                </c:pt>
                <c:pt idx="3197">
                  <c:v>0.138881836</c:v>
                </c:pt>
                <c:pt idx="3198">
                  <c:v>0.138881836</c:v>
                </c:pt>
                <c:pt idx="3199">
                  <c:v>0.138983395</c:v>
                </c:pt>
                <c:pt idx="3200">
                  <c:v>0.138983395</c:v>
                </c:pt>
                <c:pt idx="3201">
                  <c:v>0.139084954</c:v>
                </c:pt>
                <c:pt idx="3202">
                  <c:v>0.139186513</c:v>
                </c:pt>
                <c:pt idx="3203">
                  <c:v>0.139237292</c:v>
                </c:pt>
                <c:pt idx="3204">
                  <c:v>0.139237292</c:v>
                </c:pt>
                <c:pt idx="3205">
                  <c:v>0.139288072</c:v>
                </c:pt>
                <c:pt idx="3206">
                  <c:v>0.139288072</c:v>
                </c:pt>
                <c:pt idx="3207">
                  <c:v>0.139338851</c:v>
                </c:pt>
                <c:pt idx="3208">
                  <c:v>0.139338851</c:v>
                </c:pt>
                <c:pt idx="3209">
                  <c:v>0.13944041</c:v>
                </c:pt>
                <c:pt idx="3210">
                  <c:v>0.13944041</c:v>
                </c:pt>
                <c:pt idx="3211">
                  <c:v>0.139541969</c:v>
                </c:pt>
                <c:pt idx="3212">
                  <c:v>0.139541969</c:v>
                </c:pt>
                <c:pt idx="3213">
                  <c:v>0.139592749</c:v>
                </c:pt>
                <c:pt idx="3214">
                  <c:v>0.139592749</c:v>
                </c:pt>
                <c:pt idx="3215">
                  <c:v>0.139694308</c:v>
                </c:pt>
                <c:pt idx="3216">
                  <c:v>0.139694308</c:v>
                </c:pt>
                <c:pt idx="3217">
                  <c:v>0.139745087</c:v>
                </c:pt>
                <c:pt idx="3218">
                  <c:v>0.139745087</c:v>
                </c:pt>
                <c:pt idx="3219">
                  <c:v>0.139897425</c:v>
                </c:pt>
                <c:pt idx="3220">
                  <c:v>0.139897425</c:v>
                </c:pt>
                <c:pt idx="3221">
                  <c:v>0.139948205</c:v>
                </c:pt>
                <c:pt idx="3222">
                  <c:v>0.139948205</c:v>
                </c:pt>
                <c:pt idx="3223">
                  <c:v>0.140049764</c:v>
                </c:pt>
                <c:pt idx="3224">
                  <c:v>0.140049764</c:v>
                </c:pt>
                <c:pt idx="3225">
                  <c:v>0.140202102</c:v>
                </c:pt>
                <c:pt idx="3226">
                  <c:v>0.140303661</c:v>
                </c:pt>
                <c:pt idx="3227">
                  <c:v>0.140303661</c:v>
                </c:pt>
                <c:pt idx="3228">
                  <c:v>0.140506779</c:v>
                </c:pt>
                <c:pt idx="3229">
                  <c:v>0.140506779</c:v>
                </c:pt>
                <c:pt idx="3230">
                  <c:v>0.140709897</c:v>
                </c:pt>
                <c:pt idx="3231">
                  <c:v>0.140709897</c:v>
                </c:pt>
                <c:pt idx="3232">
                  <c:v>0.140811456</c:v>
                </c:pt>
                <c:pt idx="3233">
                  <c:v>0.140811456</c:v>
                </c:pt>
                <c:pt idx="3234">
                  <c:v>0.140862235</c:v>
                </c:pt>
                <c:pt idx="3235">
                  <c:v>0.140862235</c:v>
                </c:pt>
                <c:pt idx="3236">
                  <c:v>0.140862235</c:v>
                </c:pt>
                <c:pt idx="3237">
                  <c:v>0.140862235</c:v>
                </c:pt>
                <c:pt idx="3238">
                  <c:v>0.140913015</c:v>
                </c:pt>
                <c:pt idx="3239">
                  <c:v>0.140913015</c:v>
                </c:pt>
                <c:pt idx="3240">
                  <c:v>0.140963794</c:v>
                </c:pt>
                <c:pt idx="3241">
                  <c:v>0.140963794</c:v>
                </c:pt>
                <c:pt idx="3242">
                  <c:v>0.141014574</c:v>
                </c:pt>
                <c:pt idx="3243">
                  <c:v>0.141014574</c:v>
                </c:pt>
                <c:pt idx="3244">
                  <c:v>0.141065353</c:v>
                </c:pt>
                <c:pt idx="3245">
                  <c:v>0.141065353</c:v>
                </c:pt>
                <c:pt idx="3246">
                  <c:v>0.141166912</c:v>
                </c:pt>
                <c:pt idx="3247">
                  <c:v>0.141166912</c:v>
                </c:pt>
                <c:pt idx="3248">
                  <c:v>0.141268471</c:v>
                </c:pt>
                <c:pt idx="3249">
                  <c:v>0.141268471</c:v>
                </c:pt>
                <c:pt idx="3250">
                  <c:v>0.14137003</c:v>
                </c:pt>
                <c:pt idx="3251">
                  <c:v>0.14137003</c:v>
                </c:pt>
                <c:pt idx="3252">
                  <c:v>0.141471589</c:v>
                </c:pt>
                <c:pt idx="3253">
                  <c:v>0.141471589</c:v>
                </c:pt>
                <c:pt idx="3254">
                  <c:v>0.141674707</c:v>
                </c:pt>
                <c:pt idx="3255">
                  <c:v>0.141674707</c:v>
                </c:pt>
                <c:pt idx="3256">
                  <c:v>0.141674707</c:v>
                </c:pt>
                <c:pt idx="3257">
                  <c:v>0.142030163</c:v>
                </c:pt>
                <c:pt idx="3258">
                  <c:v>0.142030163</c:v>
                </c:pt>
                <c:pt idx="3259">
                  <c:v>0.142080942</c:v>
                </c:pt>
                <c:pt idx="3260">
                  <c:v>0.142080942</c:v>
                </c:pt>
                <c:pt idx="3261">
                  <c:v>0.142182501</c:v>
                </c:pt>
                <c:pt idx="3262">
                  <c:v>0.142182501</c:v>
                </c:pt>
                <c:pt idx="3263">
                  <c:v>0.14228406</c:v>
                </c:pt>
                <c:pt idx="3264">
                  <c:v>0.14228406</c:v>
                </c:pt>
                <c:pt idx="3265">
                  <c:v>0.14233484</c:v>
                </c:pt>
                <c:pt idx="3266">
                  <c:v>0.14233484</c:v>
                </c:pt>
                <c:pt idx="3267">
                  <c:v>0.142385619</c:v>
                </c:pt>
                <c:pt idx="3268">
                  <c:v>0.142385619</c:v>
                </c:pt>
                <c:pt idx="3269">
                  <c:v>0.142588737</c:v>
                </c:pt>
                <c:pt idx="3270">
                  <c:v>0.142588737</c:v>
                </c:pt>
                <c:pt idx="3271">
                  <c:v>0.142690296</c:v>
                </c:pt>
                <c:pt idx="3272">
                  <c:v>0.142791855</c:v>
                </c:pt>
                <c:pt idx="3273">
                  <c:v>0.142791855</c:v>
                </c:pt>
                <c:pt idx="3274">
                  <c:v>0.143045752</c:v>
                </c:pt>
                <c:pt idx="3275">
                  <c:v>0.143045752</c:v>
                </c:pt>
                <c:pt idx="3276">
                  <c:v>0.143147311</c:v>
                </c:pt>
                <c:pt idx="3277">
                  <c:v>0.143147311</c:v>
                </c:pt>
                <c:pt idx="3278">
                  <c:v>0.14324887</c:v>
                </c:pt>
                <c:pt idx="3279">
                  <c:v>0.14324887</c:v>
                </c:pt>
                <c:pt idx="3280">
                  <c:v>0.14329965</c:v>
                </c:pt>
                <c:pt idx="3281">
                  <c:v>0.14329965</c:v>
                </c:pt>
                <c:pt idx="3282">
                  <c:v>0.143502767</c:v>
                </c:pt>
                <c:pt idx="3283">
                  <c:v>0.143502767</c:v>
                </c:pt>
                <c:pt idx="3284">
                  <c:v>0.143502767</c:v>
                </c:pt>
                <c:pt idx="3285">
                  <c:v>0.143502767</c:v>
                </c:pt>
                <c:pt idx="3286">
                  <c:v>0.143604326</c:v>
                </c:pt>
                <c:pt idx="3287">
                  <c:v>0.143604326</c:v>
                </c:pt>
                <c:pt idx="3288">
                  <c:v>0.143655106</c:v>
                </c:pt>
                <c:pt idx="3289">
                  <c:v>0.143655106</c:v>
                </c:pt>
                <c:pt idx="3290">
                  <c:v>0.143959783</c:v>
                </c:pt>
                <c:pt idx="3291">
                  <c:v>0.143959783</c:v>
                </c:pt>
                <c:pt idx="3292">
                  <c:v>0.144619916</c:v>
                </c:pt>
                <c:pt idx="3293">
                  <c:v>0.145026151</c:v>
                </c:pt>
                <c:pt idx="3294">
                  <c:v>0.145026151</c:v>
                </c:pt>
                <c:pt idx="3295">
                  <c:v>0.145076931</c:v>
                </c:pt>
                <c:pt idx="3296">
                  <c:v>0.145076931</c:v>
                </c:pt>
                <c:pt idx="3297">
                  <c:v>0.145076931</c:v>
                </c:pt>
                <c:pt idx="3298">
                  <c:v>0.14517849</c:v>
                </c:pt>
                <c:pt idx="3299">
                  <c:v>0.14517849</c:v>
                </c:pt>
                <c:pt idx="3300">
                  <c:v>0.145229269</c:v>
                </c:pt>
                <c:pt idx="3301">
                  <c:v>0.145229269</c:v>
                </c:pt>
                <c:pt idx="3302">
                  <c:v>0.145280049</c:v>
                </c:pt>
                <c:pt idx="3303">
                  <c:v>0.145280049</c:v>
                </c:pt>
                <c:pt idx="3304">
                  <c:v>0.145330828</c:v>
                </c:pt>
                <c:pt idx="3305">
                  <c:v>0.145330828</c:v>
                </c:pt>
                <c:pt idx="3306">
                  <c:v>0.145330828</c:v>
                </c:pt>
                <c:pt idx="3307">
                  <c:v>0.145432387</c:v>
                </c:pt>
                <c:pt idx="3308">
                  <c:v>0.145432387</c:v>
                </c:pt>
                <c:pt idx="3309">
                  <c:v>0.145483167</c:v>
                </c:pt>
                <c:pt idx="3310">
                  <c:v>0.145483167</c:v>
                </c:pt>
                <c:pt idx="3311">
                  <c:v>0.145533946</c:v>
                </c:pt>
                <c:pt idx="3312">
                  <c:v>0.145533946</c:v>
                </c:pt>
                <c:pt idx="3313">
                  <c:v>0.145584726</c:v>
                </c:pt>
                <c:pt idx="3314">
                  <c:v>0.145584726</c:v>
                </c:pt>
                <c:pt idx="3315">
                  <c:v>0.145686284</c:v>
                </c:pt>
                <c:pt idx="3316">
                  <c:v>0.145686284</c:v>
                </c:pt>
                <c:pt idx="3317">
                  <c:v>0.145787843</c:v>
                </c:pt>
                <c:pt idx="3318">
                  <c:v>0.145787843</c:v>
                </c:pt>
                <c:pt idx="3319">
                  <c:v>0.145990961</c:v>
                </c:pt>
                <c:pt idx="3320">
                  <c:v>0.145990961</c:v>
                </c:pt>
                <c:pt idx="3321">
                  <c:v>0.145990961</c:v>
                </c:pt>
                <c:pt idx="3322">
                  <c:v>0.146041741</c:v>
                </c:pt>
                <c:pt idx="3323">
                  <c:v>0.146041741</c:v>
                </c:pt>
                <c:pt idx="3324">
                  <c:v>0.14609252</c:v>
                </c:pt>
                <c:pt idx="3325">
                  <c:v>0.14609252</c:v>
                </c:pt>
                <c:pt idx="3326">
                  <c:v>0.14609252</c:v>
                </c:pt>
                <c:pt idx="3327">
                  <c:v>0.1461433</c:v>
                </c:pt>
                <c:pt idx="3328">
                  <c:v>0.1461433</c:v>
                </c:pt>
                <c:pt idx="3329">
                  <c:v>0.146244859</c:v>
                </c:pt>
                <c:pt idx="3330">
                  <c:v>0.146244859</c:v>
                </c:pt>
                <c:pt idx="3331">
                  <c:v>0.146346418</c:v>
                </c:pt>
                <c:pt idx="3332">
                  <c:v>0.146346418</c:v>
                </c:pt>
                <c:pt idx="3333">
                  <c:v>0.146397197</c:v>
                </c:pt>
                <c:pt idx="3334">
                  <c:v>0.146397197</c:v>
                </c:pt>
                <c:pt idx="3335">
                  <c:v>0.146447976</c:v>
                </c:pt>
                <c:pt idx="3336">
                  <c:v>0.146447976</c:v>
                </c:pt>
                <c:pt idx="3337">
                  <c:v>0.146549535</c:v>
                </c:pt>
                <c:pt idx="3338">
                  <c:v>0.146600315</c:v>
                </c:pt>
                <c:pt idx="3339">
                  <c:v>0.146600315</c:v>
                </c:pt>
                <c:pt idx="3340">
                  <c:v>0.146651094</c:v>
                </c:pt>
                <c:pt idx="3341">
                  <c:v>0.146651094</c:v>
                </c:pt>
                <c:pt idx="3342">
                  <c:v>0.146701874</c:v>
                </c:pt>
                <c:pt idx="3343">
                  <c:v>0.146701874</c:v>
                </c:pt>
                <c:pt idx="3344">
                  <c:v>0.146752653</c:v>
                </c:pt>
                <c:pt idx="3345">
                  <c:v>0.146752653</c:v>
                </c:pt>
                <c:pt idx="3346">
                  <c:v>0.146752653</c:v>
                </c:pt>
                <c:pt idx="3347">
                  <c:v>0.146752653</c:v>
                </c:pt>
                <c:pt idx="3348">
                  <c:v>0.146803433</c:v>
                </c:pt>
                <c:pt idx="3349">
                  <c:v>0.146803433</c:v>
                </c:pt>
                <c:pt idx="3350">
                  <c:v>0.146854212</c:v>
                </c:pt>
                <c:pt idx="3351">
                  <c:v>0.146854212</c:v>
                </c:pt>
                <c:pt idx="3352">
                  <c:v>0.146904992</c:v>
                </c:pt>
                <c:pt idx="3353">
                  <c:v>0.147006551</c:v>
                </c:pt>
                <c:pt idx="3354">
                  <c:v>0.147006551</c:v>
                </c:pt>
                <c:pt idx="3355">
                  <c:v>0.14705733</c:v>
                </c:pt>
                <c:pt idx="3356">
                  <c:v>0.14705733</c:v>
                </c:pt>
                <c:pt idx="3357">
                  <c:v>0.147209668</c:v>
                </c:pt>
                <c:pt idx="3358">
                  <c:v>0.147209668</c:v>
                </c:pt>
                <c:pt idx="3359">
                  <c:v>0.147311227</c:v>
                </c:pt>
                <c:pt idx="3360">
                  <c:v>0.147311227</c:v>
                </c:pt>
                <c:pt idx="3361">
                  <c:v>0.147463566</c:v>
                </c:pt>
                <c:pt idx="3362">
                  <c:v>0.147463566</c:v>
                </c:pt>
                <c:pt idx="3363">
                  <c:v>0.147463566</c:v>
                </c:pt>
                <c:pt idx="3364">
                  <c:v>0.147514345</c:v>
                </c:pt>
                <c:pt idx="3365">
                  <c:v>0.147514345</c:v>
                </c:pt>
                <c:pt idx="3366">
                  <c:v>0.147565125</c:v>
                </c:pt>
                <c:pt idx="3367">
                  <c:v>0.147565125</c:v>
                </c:pt>
                <c:pt idx="3368">
                  <c:v>0.148377596</c:v>
                </c:pt>
                <c:pt idx="3369">
                  <c:v>0.148377596</c:v>
                </c:pt>
                <c:pt idx="3370">
                  <c:v>0.148479155</c:v>
                </c:pt>
                <c:pt idx="3371">
                  <c:v>0.148479155</c:v>
                </c:pt>
                <c:pt idx="3372">
                  <c:v>0.148580714</c:v>
                </c:pt>
                <c:pt idx="3373">
                  <c:v>0.148682273</c:v>
                </c:pt>
                <c:pt idx="3374">
                  <c:v>0.148682273</c:v>
                </c:pt>
                <c:pt idx="3375">
                  <c:v>0.148733052</c:v>
                </c:pt>
                <c:pt idx="3376">
                  <c:v>0.148885391</c:v>
                </c:pt>
                <c:pt idx="3377">
                  <c:v>0.14893617</c:v>
                </c:pt>
                <c:pt idx="3378">
                  <c:v>0.149037729</c:v>
                </c:pt>
                <c:pt idx="3379">
                  <c:v>0.149139288</c:v>
                </c:pt>
                <c:pt idx="3380">
                  <c:v>0.149545524</c:v>
                </c:pt>
                <c:pt idx="3381">
                  <c:v>0.149545524</c:v>
                </c:pt>
                <c:pt idx="3382">
                  <c:v>0.149596303</c:v>
                </c:pt>
                <c:pt idx="3383">
                  <c:v>0.149596303</c:v>
                </c:pt>
                <c:pt idx="3384">
                  <c:v>0.149647083</c:v>
                </c:pt>
                <c:pt idx="3385">
                  <c:v>0.149647083</c:v>
                </c:pt>
                <c:pt idx="3386">
                  <c:v>0.149697862</c:v>
                </c:pt>
                <c:pt idx="3387">
                  <c:v>0.149697862</c:v>
                </c:pt>
                <c:pt idx="3388">
                  <c:v>0.149799421</c:v>
                </c:pt>
                <c:pt idx="3389">
                  <c:v>0.14990098</c:v>
                </c:pt>
                <c:pt idx="3390">
                  <c:v>0.14990098</c:v>
                </c:pt>
                <c:pt idx="3391">
                  <c:v>0.14995176</c:v>
                </c:pt>
                <c:pt idx="3392">
                  <c:v>0.14995176</c:v>
                </c:pt>
                <c:pt idx="3393">
                  <c:v>0.150053318</c:v>
                </c:pt>
                <c:pt idx="3394">
                  <c:v>0.150053318</c:v>
                </c:pt>
                <c:pt idx="3395">
                  <c:v>0.150154877</c:v>
                </c:pt>
                <c:pt idx="3396">
                  <c:v>0.150256436</c:v>
                </c:pt>
                <c:pt idx="3397">
                  <c:v>0.150256436</c:v>
                </c:pt>
                <c:pt idx="3398">
                  <c:v>0.150307216</c:v>
                </c:pt>
                <c:pt idx="3399">
                  <c:v>0.150459554</c:v>
                </c:pt>
                <c:pt idx="3400">
                  <c:v>0.150662672</c:v>
                </c:pt>
                <c:pt idx="3401">
                  <c:v>0.150662672</c:v>
                </c:pt>
                <c:pt idx="3402">
                  <c:v>0.150764231</c:v>
                </c:pt>
                <c:pt idx="3403">
                  <c:v>0.150764231</c:v>
                </c:pt>
                <c:pt idx="3404">
                  <c:v>0.150916569</c:v>
                </c:pt>
                <c:pt idx="3405">
                  <c:v>0.150916569</c:v>
                </c:pt>
                <c:pt idx="3406">
                  <c:v>0.150916569</c:v>
                </c:pt>
                <c:pt idx="3407">
                  <c:v>0.151068908</c:v>
                </c:pt>
                <c:pt idx="3408">
                  <c:v>0.151068908</c:v>
                </c:pt>
                <c:pt idx="3409">
                  <c:v>0.151170467</c:v>
                </c:pt>
                <c:pt idx="3410">
                  <c:v>0.151170467</c:v>
                </c:pt>
                <c:pt idx="3411">
                  <c:v>0.151221246</c:v>
                </c:pt>
                <c:pt idx="3412">
                  <c:v>0.151221246</c:v>
                </c:pt>
                <c:pt idx="3413">
                  <c:v>0.151272026</c:v>
                </c:pt>
                <c:pt idx="3414">
                  <c:v>0.151272026</c:v>
                </c:pt>
                <c:pt idx="3415">
                  <c:v>0.151322805</c:v>
                </c:pt>
                <c:pt idx="3416">
                  <c:v>0.151322805</c:v>
                </c:pt>
                <c:pt idx="3417">
                  <c:v>0.151678261</c:v>
                </c:pt>
                <c:pt idx="3418">
                  <c:v>0.151678261</c:v>
                </c:pt>
                <c:pt idx="3419">
                  <c:v>0.151729041</c:v>
                </c:pt>
                <c:pt idx="3420">
                  <c:v>0.151729041</c:v>
                </c:pt>
                <c:pt idx="3421">
                  <c:v>0.1518306</c:v>
                </c:pt>
                <c:pt idx="3422">
                  <c:v>0.152033718</c:v>
                </c:pt>
                <c:pt idx="3423">
                  <c:v>0.152033718</c:v>
                </c:pt>
                <c:pt idx="3424">
                  <c:v>0.152033718</c:v>
                </c:pt>
                <c:pt idx="3425">
                  <c:v>0.152033718</c:v>
                </c:pt>
                <c:pt idx="3426">
                  <c:v>0.152186056</c:v>
                </c:pt>
                <c:pt idx="3427">
                  <c:v>0.152186056</c:v>
                </c:pt>
                <c:pt idx="3428">
                  <c:v>0.152236835</c:v>
                </c:pt>
                <c:pt idx="3429">
                  <c:v>0.152236835</c:v>
                </c:pt>
                <c:pt idx="3430">
                  <c:v>0.152287615</c:v>
                </c:pt>
                <c:pt idx="3431">
                  <c:v>0.152389174</c:v>
                </c:pt>
                <c:pt idx="3432">
                  <c:v>0.152389174</c:v>
                </c:pt>
                <c:pt idx="3433">
                  <c:v>0.152389174</c:v>
                </c:pt>
                <c:pt idx="3434">
                  <c:v>0.152439953</c:v>
                </c:pt>
                <c:pt idx="3435">
                  <c:v>0.152439953</c:v>
                </c:pt>
                <c:pt idx="3436">
                  <c:v>0.152439953</c:v>
                </c:pt>
                <c:pt idx="3437">
                  <c:v>0.152439953</c:v>
                </c:pt>
                <c:pt idx="3438">
                  <c:v>0.152541512</c:v>
                </c:pt>
                <c:pt idx="3439">
                  <c:v>0.152541512</c:v>
                </c:pt>
                <c:pt idx="3440">
                  <c:v>0.152592292</c:v>
                </c:pt>
                <c:pt idx="3441">
                  <c:v>0.152592292</c:v>
                </c:pt>
                <c:pt idx="3442">
                  <c:v>0.152643071</c:v>
                </c:pt>
                <c:pt idx="3443">
                  <c:v>0.152643071</c:v>
                </c:pt>
                <c:pt idx="3444">
                  <c:v>0.152693851</c:v>
                </c:pt>
                <c:pt idx="3445">
                  <c:v>0.152693851</c:v>
                </c:pt>
                <c:pt idx="3446">
                  <c:v>0.15274463</c:v>
                </c:pt>
                <c:pt idx="3447">
                  <c:v>0.15274463</c:v>
                </c:pt>
                <c:pt idx="3448">
                  <c:v>0.15274463</c:v>
                </c:pt>
                <c:pt idx="3449">
                  <c:v>0.15279541</c:v>
                </c:pt>
                <c:pt idx="3450">
                  <c:v>0.15279541</c:v>
                </c:pt>
                <c:pt idx="3451">
                  <c:v>0.152947748</c:v>
                </c:pt>
                <c:pt idx="3452">
                  <c:v>0.152947748</c:v>
                </c:pt>
                <c:pt idx="3453">
                  <c:v>0.152947748</c:v>
                </c:pt>
                <c:pt idx="3454">
                  <c:v>0.152998527</c:v>
                </c:pt>
                <c:pt idx="3455">
                  <c:v>0.152998527</c:v>
                </c:pt>
                <c:pt idx="3456">
                  <c:v>0.153100086</c:v>
                </c:pt>
                <c:pt idx="3457">
                  <c:v>0.153100086</c:v>
                </c:pt>
                <c:pt idx="3458">
                  <c:v>0.153201645</c:v>
                </c:pt>
                <c:pt idx="3459">
                  <c:v>0.153201645</c:v>
                </c:pt>
                <c:pt idx="3460">
                  <c:v>0.153252425</c:v>
                </c:pt>
                <c:pt idx="3461">
                  <c:v>0.153252425</c:v>
                </c:pt>
                <c:pt idx="3462">
                  <c:v>0.153303204</c:v>
                </c:pt>
                <c:pt idx="3463">
                  <c:v>0.153353984</c:v>
                </c:pt>
                <c:pt idx="3464">
                  <c:v>0.153404763</c:v>
                </c:pt>
                <c:pt idx="3465">
                  <c:v>0.153404763</c:v>
                </c:pt>
                <c:pt idx="3466">
                  <c:v>0.153455543</c:v>
                </c:pt>
                <c:pt idx="3467">
                  <c:v>0.153455543</c:v>
                </c:pt>
                <c:pt idx="3468">
                  <c:v>0.153506322</c:v>
                </c:pt>
                <c:pt idx="3469">
                  <c:v>0.153506322</c:v>
                </c:pt>
                <c:pt idx="3470">
                  <c:v>0.153506322</c:v>
                </c:pt>
                <c:pt idx="3471">
                  <c:v>0.153506322</c:v>
                </c:pt>
                <c:pt idx="3472">
                  <c:v>0.153607881</c:v>
                </c:pt>
                <c:pt idx="3473">
                  <c:v>0.153607881</c:v>
                </c:pt>
                <c:pt idx="3474">
                  <c:v>0.153861778</c:v>
                </c:pt>
                <c:pt idx="3475">
                  <c:v>0.153861778</c:v>
                </c:pt>
                <c:pt idx="3476">
                  <c:v>0.154217235</c:v>
                </c:pt>
                <c:pt idx="3477">
                  <c:v>0.154217235</c:v>
                </c:pt>
                <c:pt idx="3478">
                  <c:v>0.154268014</c:v>
                </c:pt>
                <c:pt idx="3479">
                  <c:v>0.154369573</c:v>
                </c:pt>
                <c:pt idx="3480">
                  <c:v>0.154369573</c:v>
                </c:pt>
                <c:pt idx="3481">
                  <c:v>0.154369573</c:v>
                </c:pt>
                <c:pt idx="3482">
                  <c:v>0.154521911</c:v>
                </c:pt>
                <c:pt idx="3483">
                  <c:v>0.154521911</c:v>
                </c:pt>
                <c:pt idx="3484">
                  <c:v>0.154725029</c:v>
                </c:pt>
                <c:pt idx="3485">
                  <c:v>0.154725029</c:v>
                </c:pt>
                <c:pt idx="3486">
                  <c:v>0.154826588</c:v>
                </c:pt>
                <c:pt idx="3487">
                  <c:v>0.154826588</c:v>
                </c:pt>
                <c:pt idx="3488">
                  <c:v>0.154826588</c:v>
                </c:pt>
                <c:pt idx="3489">
                  <c:v>0.154877368</c:v>
                </c:pt>
                <c:pt idx="3490">
                  <c:v>0.154877368</c:v>
                </c:pt>
                <c:pt idx="3491">
                  <c:v>0.154928147</c:v>
                </c:pt>
                <c:pt idx="3492">
                  <c:v>0.154928147</c:v>
                </c:pt>
                <c:pt idx="3493">
                  <c:v>0.155029706</c:v>
                </c:pt>
                <c:pt idx="3494">
                  <c:v>0.155029706</c:v>
                </c:pt>
                <c:pt idx="3495">
                  <c:v>0.155131265</c:v>
                </c:pt>
                <c:pt idx="3496">
                  <c:v>0.155232824</c:v>
                </c:pt>
                <c:pt idx="3497">
                  <c:v>0.155232824</c:v>
                </c:pt>
                <c:pt idx="3498">
                  <c:v>0.155283603</c:v>
                </c:pt>
                <c:pt idx="3499">
                  <c:v>0.155283603</c:v>
                </c:pt>
                <c:pt idx="3500">
                  <c:v>0.155385162</c:v>
                </c:pt>
                <c:pt idx="3501">
                  <c:v>0.155486721</c:v>
                </c:pt>
                <c:pt idx="3502">
                  <c:v>0.15563906</c:v>
                </c:pt>
                <c:pt idx="3503">
                  <c:v>0.155842177</c:v>
                </c:pt>
                <c:pt idx="3504">
                  <c:v>0.155892957</c:v>
                </c:pt>
                <c:pt idx="3505">
                  <c:v>0.155892957</c:v>
                </c:pt>
                <c:pt idx="3506">
                  <c:v>0.155994516</c:v>
                </c:pt>
                <c:pt idx="3507">
                  <c:v>0.155994516</c:v>
                </c:pt>
                <c:pt idx="3508">
                  <c:v>0.156045295</c:v>
                </c:pt>
                <c:pt idx="3509">
                  <c:v>0.156096075</c:v>
                </c:pt>
                <c:pt idx="3510">
                  <c:v>0.156096075</c:v>
                </c:pt>
                <c:pt idx="3511">
                  <c:v>0.156197634</c:v>
                </c:pt>
                <c:pt idx="3512">
                  <c:v>0.156197634</c:v>
                </c:pt>
                <c:pt idx="3513">
                  <c:v>0.156197634</c:v>
                </c:pt>
                <c:pt idx="3514">
                  <c:v>0.156349972</c:v>
                </c:pt>
                <c:pt idx="3515">
                  <c:v>0.156349972</c:v>
                </c:pt>
                <c:pt idx="3516">
                  <c:v>0.156400752</c:v>
                </c:pt>
                <c:pt idx="3517">
                  <c:v>0.15650231</c:v>
                </c:pt>
                <c:pt idx="3518">
                  <c:v>0.15655309</c:v>
                </c:pt>
                <c:pt idx="3519">
                  <c:v>0.15655309</c:v>
                </c:pt>
                <c:pt idx="3520">
                  <c:v>0.156705428</c:v>
                </c:pt>
                <c:pt idx="3521">
                  <c:v>0.156705428</c:v>
                </c:pt>
                <c:pt idx="3522">
                  <c:v>0.156705428</c:v>
                </c:pt>
                <c:pt idx="3523">
                  <c:v>0.156756208</c:v>
                </c:pt>
                <c:pt idx="3524">
                  <c:v>0.156756208</c:v>
                </c:pt>
                <c:pt idx="3525">
                  <c:v>0.156908546</c:v>
                </c:pt>
                <c:pt idx="3526">
                  <c:v>0.156908546</c:v>
                </c:pt>
                <c:pt idx="3527">
                  <c:v>0.157010105</c:v>
                </c:pt>
                <c:pt idx="3528">
                  <c:v>0.157010105</c:v>
                </c:pt>
                <c:pt idx="3529">
                  <c:v>0.157111664</c:v>
                </c:pt>
                <c:pt idx="3530">
                  <c:v>0.157111664</c:v>
                </c:pt>
                <c:pt idx="3531">
                  <c:v>0.15746712</c:v>
                </c:pt>
                <c:pt idx="3532">
                  <c:v>0.15746712</c:v>
                </c:pt>
                <c:pt idx="3533">
                  <c:v>0.1575179</c:v>
                </c:pt>
                <c:pt idx="3534">
                  <c:v>0.1575179</c:v>
                </c:pt>
                <c:pt idx="3535">
                  <c:v>0.157568679</c:v>
                </c:pt>
                <c:pt idx="3536">
                  <c:v>0.157771797</c:v>
                </c:pt>
                <c:pt idx="3537">
                  <c:v>0.157771797</c:v>
                </c:pt>
                <c:pt idx="3538">
                  <c:v>0.157771797</c:v>
                </c:pt>
                <c:pt idx="3539">
                  <c:v>0.157771797</c:v>
                </c:pt>
                <c:pt idx="3540">
                  <c:v>0.157873356</c:v>
                </c:pt>
                <c:pt idx="3541">
                  <c:v>0.157873356</c:v>
                </c:pt>
                <c:pt idx="3542">
                  <c:v>0.157924135</c:v>
                </c:pt>
                <c:pt idx="3543">
                  <c:v>0.158025694</c:v>
                </c:pt>
                <c:pt idx="3544">
                  <c:v>0.158178033</c:v>
                </c:pt>
                <c:pt idx="3545">
                  <c:v>0.158178033</c:v>
                </c:pt>
                <c:pt idx="3546">
                  <c:v>0.158330371</c:v>
                </c:pt>
                <c:pt idx="3547">
                  <c:v>0.158330371</c:v>
                </c:pt>
                <c:pt idx="3548">
                  <c:v>0.158533489</c:v>
                </c:pt>
                <c:pt idx="3549">
                  <c:v>0.158533489</c:v>
                </c:pt>
                <c:pt idx="3550">
                  <c:v>0.158736607</c:v>
                </c:pt>
                <c:pt idx="3551">
                  <c:v>0.158736607</c:v>
                </c:pt>
                <c:pt idx="3552">
                  <c:v>0.159092063</c:v>
                </c:pt>
                <c:pt idx="3553">
                  <c:v>0.159142843</c:v>
                </c:pt>
                <c:pt idx="3554">
                  <c:v>0.159244402</c:v>
                </c:pt>
                <c:pt idx="3555">
                  <c:v>0.159244402</c:v>
                </c:pt>
                <c:pt idx="3556">
                  <c:v>0.159295181</c:v>
                </c:pt>
                <c:pt idx="3557">
                  <c:v>0.159295181</c:v>
                </c:pt>
                <c:pt idx="3558">
                  <c:v>0.159295181</c:v>
                </c:pt>
                <c:pt idx="3559">
                  <c:v>0.15939674</c:v>
                </c:pt>
                <c:pt idx="3560">
                  <c:v>0.15939674</c:v>
                </c:pt>
                <c:pt idx="3561">
                  <c:v>0.159549078</c:v>
                </c:pt>
                <c:pt idx="3562">
                  <c:v>0.159549078</c:v>
                </c:pt>
                <c:pt idx="3563">
                  <c:v>0.159701417</c:v>
                </c:pt>
                <c:pt idx="3564">
                  <c:v>0.159701417</c:v>
                </c:pt>
                <c:pt idx="3565">
                  <c:v>0.159752196</c:v>
                </c:pt>
                <c:pt idx="3566">
                  <c:v>0.159802976</c:v>
                </c:pt>
                <c:pt idx="3567">
                  <c:v>0.159853755</c:v>
                </c:pt>
                <c:pt idx="3568">
                  <c:v>0.159853755</c:v>
                </c:pt>
                <c:pt idx="3569">
                  <c:v>0.159904535</c:v>
                </c:pt>
                <c:pt idx="3570">
                  <c:v>0.159904535</c:v>
                </c:pt>
                <c:pt idx="3571">
                  <c:v>0.160006094</c:v>
                </c:pt>
                <c:pt idx="3572">
                  <c:v>0.160006094</c:v>
                </c:pt>
                <c:pt idx="3573">
                  <c:v>0.160056873</c:v>
                </c:pt>
                <c:pt idx="3574">
                  <c:v>0.160056873</c:v>
                </c:pt>
                <c:pt idx="3575">
                  <c:v>0.160259991</c:v>
                </c:pt>
                <c:pt idx="3576">
                  <c:v>0.160259991</c:v>
                </c:pt>
                <c:pt idx="3577">
                  <c:v>0.160513888</c:v>
                </c:pt>
                <c:pt idx="3578">
                  <c:v>0.160513888</c:v>
                </c:pt>
                <c:pt idx="3579">
                  <c:v>0.160564668</c:v>
                </c:pt>
                <c:pt idx="3580">
                  <c:v>0.160564668</c:v>
                </c:pt>
                <c:pt idx="3581">
                  <c:v>0.160615447</c:v>
                </c:pt>
                <c:pt idx="3582">
                  <c:v>0.160666227</c:v>
                </c:pt>
                <c:pt idx="3583">
                  <c:v>0.160717006</c:v>
                </c:pt>
                <c:pt idx="3584">
                  <c:v>0.160717006</c:v>
                </c:pt>
                <c:pt idx="3585">
                  <c:v>0.160767786</c:v>
                </c:pt>
                <c:pt idx="3586">
                  <c:v>0.160767786</c:v>
                </c:pt>
                <c:pt idx="3587">
                  <c:v>0.160920124</c:v>
                </c:pt>
                <c:pt idx="3588">
                  <c:v>0.160920124</c:v>
                </c:pt>
                <c:pt idx="3589">
                  <c:v>0.161021683</c:v>
                </c:pt>
                <c:pt idx="3590">
                  <c:v>0.161072462</c:v>
                </c:pt>
                <c:pt idx="3591">
                  <c:v>0.161072462</c:v>
                </c:pt>
                <c:pt idx="3592">
                  <c:v>0.161072462</c:v>
                </c:pt>
                <c:pt idx="3593">
                  <c:v>0.161224801</c:v>
                </c:pt>
                <c:pt idx="3594">
                  <c:v>0.161224801</c:v>
                </c:pt>
                <c:pt idx="3595">
                  <c:v>0.16132636</c:v>
                </c:pt>
                <c:pt idx="3596">
                  <c:v>0.161427919</c:v>
                </c:pt>
                <c:pt idx="3597">
                  <c:v>0.161427919</c:v>
                </c:pt>
                <c:pt idx="3598">
                  <c:v>0.161783375</c:v>
                </c:pt>
                <c:pt idx="3599">
                  <c:v>0.161986493</c:v>
                </c:pt>
                <c:pt idx="3600">
                  <c:v>0.161986493</c:v>
                </c:pt>
                <c:pt idx="3601">
                  <c:v>0.162037272</c:v>
                </c:pt>
                <c:pt idx="3602">
                  <c:v>0.162189611</c:v>
                </c:pt>
                <c:pt idx="3603">
                  <c:v>0.162291169</c:v>
                </c:pt>
                <c:pt idx="3604">
                  <c:v>0.162341949</c:v>
                </c:pt>
                <c:pt idx="3605">
                  <c:v>0.162392728</c:v>
                </c:pt>
                <c:pt idx="3606">
                  <c:v>0.162392728</c:v>
                </c:pt>
                <c:pt idx="3607">
                  <c:v>0.162545067</c:v>
                </c:pt>
                <c:pt idx="3608">
                  <c:v>0.162646626</c:v>
                </c:pt>
                <c:pt idx="3609">
                  <c:v>0.162748185</c:v>
                </c:pt>
                <c:pt idx="3610">
                  <c:v>0.162748185</c:v>
                </c:pt>
                <c:pt idx="3611">
                  <c:v>0.162798964</c:v>
                </c:pt>
                <c:pt idx="3612">
                  <c:v>0.162900523</c:v>
                </c:pt>
                <c:pt idx="3613">
                  <c:v>0.162900523</c:v>
                </c:pt>
                <c:pt idx="3614">
                  <c:v>0.162900523</c:v>
                </c:pt>
                <c:pt idx="3615">
                  <c:v>0.162900523</c:v>
                </c:pt>
                <c:pt idx="3616">
                  <c:v>0.162951302</c:v>
                </c:pt>
                <c:pt idx="3617">
                  <c:v>0.162951302</c:v>
                </c:pt>
                <c:pt idx="3618">
                  <c:v>0.163002082</c:v>
                </c:pt>
                <c:pt idx="3619">
                  <c:v>0.163002082</c:v>
                </c:pt>
                <c:pt idx="3620">
                  <c:v>0.163052861</c:v>
                </c:pt>
                <c:pt idx="3621">
                  <c:v>0.163052861</c:v>
                </c:pt>
                <c:pt idx="3622">
                  <c:v>0.163103641</c:v>
                </c:pt>
                <c:pt idx="3623">
                  <c:v>0.163103641</c:v>
                </c:pt>
                <c:pt idx="3624">
                  <c:v>0.163509877</c:v>
                </c:pt>
                <c:pt idx="3625">
                  <c:v>0.163509877</c:v>
                </c:pt>
                <c:pt idx="3626">
                  <c:v>0.163611436</c:v>
                </c:pt>
                <c:pt idx="3627">
                  <c:v>0.163611436</c:v>
                </c:pt>
                <c:pt idx="3628">
                  <c:v>0.163662215</c:v>
                </c:pt>
                <c:pt idx="3629">
                  <c:v>0.163662215</c:v>
                </c:pt>
                <c:pt idx="3630">
                  <c:v>0.163814553</c:v>
                </c:pt>
                <c:pt idx="3631">
                  <c:v>0.163814553</c:v>
                </c:pt>
                <c:pt idx="3632">
                  <c:v>0.163916112</c:v>
                </c:pt>
                <c:pt idx="3633">
                  <c:v>0.164017671</c:v>
                </c:pt>
                <c:pt idx="3634">
                  <c:v>0.16417001</c:v>
                </c:pt>
                <c:pt idx="3635">
                  <c:v>0.16417001</c:v>
                </c:pt>
                <c:pt idx="3636">
                  <c:v>0.16417001</c:v>
                </c:pt>
                <c:pt idx="3637">
                  <c:v>0.164220789</c:v>
                </c:pt>
                <c:pt idx="3638">
                  <c:v>0.164220789</c:v>
                </c:pt>
                <c:pt idx="3639">
                  <c:v>0.164373128</c:v>
                </c:pt>
                <c:pt idx="3640">
                  <c:v>0.164373128</c:v>
                </c:pt>
                <c:pt idx="3641">
                  <c:v>0.164525466</c:v>
                </c:pt>
                <c:pt idx="3642">
                  <c:v>0.164576245</c:v>
                </c:pt>
                <c:pt idx="3643">
                  <c:v>0.164576245</c:v>
                </c:pt>
                <c:pt idx="3644">
                  <c:v>0.164677804</c:v>
                </c:pt>
                <c:pt idx="3645">
                  <c:v>0.164677804</c:v>
                </c:pt>
                <c:pt idx="3646">
                  <c:v>0.164677804</c:v>
                </c:pt>
                <c:pt idx="3647">
                  <c:v>0.164779363</c:v>
                </c:pt>
                <c:pt idx="3648">
                  <c:v>0.164982481</c:v>
                </c:pt>
                <c:pt idx="3649">
                  <c:v>0.16508404</c:v>
                </c:pt>
                <c:pt idx="3650">
                  <c:v>0.16508404</c:v>
                </c:pt>
                <c:pt idx="3651">
                  <c:v>0.165134819</c:v>
                </c:pt>
                <c:pt idx="3652">
                  <c:v>0.165134819</c:v>
                </c:pt>
                <c:pt idx="3653">
                  <c:v>0.165287158</c:v>
                </c:pt>
                <c:pt idx="3654">
                  <c:v>0.165287158</c:v>
                </c:pt>
                <c:pt idx="3655">
                  <c:v>0.165337937</c:v>
                </c:pt>
                <c:pt idx="3656">
                  <c:v>0.165337937</c:v>
                </c:pt>
                <c:pt idx="3657">
                  <c:v>0.165439496</c:v>
                </c:pt>
                <c:pt idx="3658">
                  <c:v>0.165439496</c:v>
                </c:pt>
                <c:pt idx="3659">
                  <c:v>0.165490276</c:v>
                </c:pt>
                <c:pt idx="3660">
                  <c:v>0.165490276</c:v>
                </c:pt>
                <c:pt idx="3661">
                  <c:v>0.165541055</c:v>
                </c:pt>
                <c:pt idx="3662">
                  <c:v>0.165541055</c:v>
                </c:pt>
                <c:pt idx="3663">
                  <c:v>0.165541055</c:v>
                </c:pt>
                <c:pt idx="3664">
                  <c:v>0.165591835</c:v>
                </c:pt>
                <c:pt idx="3665">
                  <c:v>0.165591835</c:v>
                </c:pt>
                <c:pt idx="3666">
                  <c:v>0.165642614</c:v>
                </c:pt>
                <c:pt idx="3667">
                  <c:v>0.165642614</c:v>
                </c:pt>
                <c:pt idx="3668">
                  <c:v>0.165693394</c:v>
                </c:pt>
                <c:pt idx="3669">
                  <c:v>0.165693394</c:v>
                </c:pt>
                <c:pt idx="3670">
                  <c:v>0.165845732</c:v>
                </c:pt>
                <c:pt idx="3671">
                  <c:v>0.165845732</c:v>
                </c:pt>
                <c:pt idx="3672">
                  <c:v>0.165845732</c:v>
                </c:pt>
                <c:pt idx="3673">
                  <c:v>0.165947291</c:v>
                </c:pt>
                <c:pt idx="3674">
                  <c:v>0.165947291</c:v>
                </c:pt>
                <c:pt idx="3675">
                  <c:v>0.16604885</c:v>
                </c:pt>
                <c:pt idx="3676">
                  <c:v>0.16604885</c:v>
                </c:pt>
                <c:pt idx="3677">
                  <c:v>0.166099629</c:v>
                </c:pt>
                <c:pt idx="3678">
                  <c:v>0.166099629</c:v>
                </c:pt>
                <c:pt idx="3679">
                  <c:v>0.166150409</c:v>
                </c:pt>
                <c:pt idx="3680">
                  <c:v>0.166150409</c:v>
                </c:pt>
                <c:pt idx="3681">
                  <c:v>0.166201188</c:v>
                </c:pt>
                <c:pt idx="3682">
                  <c:v>0.166201188</c:v>
                </c:pt>
                <c:pt idx="3683">
                  <c:v>0.166302747</c:v>
                </c:pt>
                <c:pt idx="3684">
                  <c:v>0.166302747</c:v>
                </c:pt>
                <c:pt idx="3685">
                  <c:v>0.166455086</c:v>
                </c:pt>
                <c:pt idx="3686">
                  <c:v>0.166455086</c:v>
                </c:pt>
                <c:pt idx="3687">
                  <c:v>0.166505865</c:v>
                </c:pt>
                <c:pt idx="3688">
                  <c:v>0.166505865</c:v>
                </c:pt>
                <c:pt idx="3689">
                  <c:v>0.166505865</c:v>
                </c:pt>
                <c:pt idx="3690">
                  <c:v>0.166556644</c:v>
                </c:pt>
                <c:pt idx="3691">
                  <c:v>0.166556644</c:v>
                </c:pt>
                <c:pt idx="3692">
                  <c:v>0.166658203</c:v>
                </c:pt>
                <c:pt idx="3693">
                  <c:v>0.166658203</c:v>
                </c:pt>
                <c:pt idx="3694">
                  <c:v>0.166810542</c:v>
                </c:pt>
                <c:pt idx="3695">
                  <c:v>0.166810542</c:v>
                </c:pt>
                <c:pt idx="3696">
                  <c:v>0.166861321</c:v>
                </c:pt>
                <c:pt idx="3697">
                  <c:v>0.166861321</c:v>
                </c:pt>
                <c:pt idx="3698">
                  <c:v>0.166912101</c:v>
                </c:pt>
                <c:pt idx="3699">
                  <c:v>0.167064439</c:v>
                </c:pt>
                <c:pt idx="3700">
                  <c:v>0.167216778</c:v>
                </c:pt>
                <c:pt idx="3701">
                  <c:v>0.167216778</c:v>
                </c:pt>
                <c:pt idx="3702">
                  <c:v>0.167318336</c:v>
                </c:pt>
                <c:pt idx="3703">
                  <c:v>0.167318336</c:v>
                </c:pt>
                <c:pt idx="3704">
                  <c:v>0.167419895</c:v>
                </c:pt>
                <c:pt idx="3705">
                  <c:v>0.167470675</c:v>
                </c:pt>
                <c:pt idx="3706">
                  <c:v>0.167572234</c:v>
                </c:pt>
                <c:pt idx="3707">
                  <c:v>0.167572234</c:v>
                </c:pt>
                <c:pt idx="3708">
                  <c:v>0.167623013</c:v>
                </c:pt>
                <c:pt idx="3709">
                  <c:v>0.167623013</c:v>
                </c:pt>
                <c:pt idx="3710">
                  <c:v>0.167724572</c:v>
                </c:pt>
                <c:pt idx="3711">
                  <c:v>0.167724572</c:v>
                </c:pt>
                <c:pt idx="3712">
                  <c:v>0.167724572</c:v>
                </c:pt>
                <c:pt idx="3713">
                  <c:v>0.167775352</c:v>
                </c:pt>
                <c:pt idx="3714">
                  <c:v>0.167876911</c:v>
                </c:pt>
                <c:pt idx="3715">
                  <c:v>0.168130808</c:v>
                </c:pt>
                <c:pt idx="3716">
                  <c:v>0.168130808</c:v>
                </c:pt>
                <c:pt idx="3717">
                  <c:v>0.168283146</c:v>
                </c:pt>
                <c:pt idx="3718">
                  <c:v>0.168283146</c:v>
                </c:pt>
                <c:pt idx="3719">
                  <c:v>0.168333926</c:v>
                </c:pt>
                <c:pt idx="3720">
                  <c:v>0.168333926</c:v>
                </c:pt>
                <c:pt idx="3721">
                  <c:v>0.168384705</c:v>
                </c:pt>
                <c:pt idx="3722">
                  <c:v>0.168486264</c:v>
                </c:pt>
                <c:pt idx="3723">
                  <c:v>0.168587823</c:v>
                </c:pt>
                <c:pt idx="3724">
                  <c:v>0.168587823</c:v>
                </c:pt>
                <c:pt idx="3725">
                  <c:v>0.168689382</c:v>
                </c:pt>
                <c:pt idx="3726">
                  <c:v>0.168689382</c:v>
                </c:pt>
                <c:pt idx="3727">
                  <c:v>0.168790941</c:v>
                </c:pt>
                <c:pt idx="3728">
                  <c:v>0.168790941</c:v>
                </c:pt>
                <c:pt idx="3729">
                  <c:v>0.16884172</c:v>
                </c:pt>
                <c:pt idx="3730">
                  <c:v>0.16884172</c:v>
                </c:pt>
                <c:pt idx="3731">
                  <c:v>0.1688925</c:v>
                </c:pt>
                <c:pt idx="3732">
                  <c:v>0.1688925</c:v>
                </c:pt>
                <c:pt idx="3733">
                  <c:v>0.1688925</c:v>
                </c:pt>
                <c:pt idx="3734">
                  <c:v>0.168994059</c:v>
                </c:pt>
                <c:pt idx="3735">
                  <c:v>0.168994059</c:v>
                </c:pt>
                <c:pt idx="3736">
                  <c:v>0.169095618</c:v>
                </c:pt>
                <c:pt idx="3737">
                  <c:v>0.169095618</c:v>
                </c:pt>
                <c:pt idx="3738">
                  <c:v>0.169146397</c:v>
                </c:pt>
                <c:pt idx="3739">
                  <c:v>0.169146397</c:v>
                </c:pt>
                <c:pt idx="3740">
                  <c:v>0.169197177</c:v>
                </c:pt>
                <c:pt idx="3741">
                  <c:v>0.169197177</c:v>
                </c:pt>
                <c:pt idx="3742">
                  <c:v>0.169247956</c:v>
                </c:pt>
                <c:pt idx="3743">
                  <c:v>0.169247956</c:v>
                </c:pt>
                <c:pt idx="3744">
                  <c:v>0.169298736</c:v>
                </c:pt>
                <c:pt idx="3745">
                  <c:v>0.169298736</c:v>
                </c:pt>
                <c:pt idx="3746">
                  <c:v>0.169654192</c:v>
                </c:pt>
                <c:pt idx="3747">
                  <c:v>0.169654192</c:v>
                </c:pt>
                <c:pt idx="3748">
                  <c:v>0.16985731</c:v>
                </c:pt>
                <c:pt idx="3749">
                  <c:v>0.16985731</c:v>
                </c:pt>
                <c:pt idx="3750">
                  <c:v>0.169958869</c:v>
                </c:pt>
                <c:pt idx="3751">
                  <c:v>0.169958869</c:v>
                </c:pt>
                <c:pt idx="3752">
                  <c:v>0.170111207</c:v>
                </c:pt>
                <c:pt idx="3753">
                  <c:v>0.170111207</c:v>
                </c:pt>
                <c:pt idx="3754">
                  <c:v>0.170161986</c:v>
                </c:pt>
                <c:pt idx="3755">
                  <c:v>0.170161986</c:v>
                </c:pt>
                <c:pt idx="3756">
                  <c:v>0.170212766</c:v>
                </c:pt>
                <c:pt idx="3757">
                  <c:v>0.170212766</c:v>
                </c:pt>
                <c:pt idx="3758">
                  <c:v>0.170517443</c:v>
                </c:pt>
                <c:pt idx="3759">
                  <c:v>0.170517443</c:v>
                </c:pt>
                <c:pt idx="3760">
                  <c:v>0.170568222</c:v>
                </c:pt>
                <c:pt idx="3761">
                  <c:v>0.170568222</c:v>
                </c:pt>
                <c:pt idx="3762">
                  <c:v>0.170669781</c:v>
                </c:pt>
                <c:pt idx="3763">
                  <c:v>0.17082212</c:v>
                </c:pt>
                <c:pt idx="3764">
                  <c:v>0.17082212</c:v>
                </c:pt>
                <c:pt idx="3765">
                  <c:v>0.171025237</c:v>
                </c:pt>
                <c:pt idx="3766">
                  <c:v>0.171025237</c:v>
                </c:pt>
                <c:pt idx="3767">
                  <c:v>0.171076017</c:v>
                </c:pt>
                <c:pt idx="3768">
                  <c:v>0.171076017</c:v>
                </c:pt>
                <c:pt idx="3769">
                  <c:v>0.173361093</c:v>
                </c:pt>
                <c:pt idx="3770">
                  <c:v>0.173361093</c:v>
                </c:pt>
                <c:pt idx="3771">
                  <c:v>0.173411872</c:v>
                </c:pt>
                <c:pt idx="3772">
                  <c:v>0.173411872</c:v>
                </c:pt>
                <c:pt idx="3773">
                  <c:v>0.173411872</c:v>
                </c:pt>
                <c:pt idx="3774">
                  <c:v>0.173767328</c:v>
                </c:pt>
                <c:pt idx="3775">
                  <c:v>0.173767328</c:v>
                </c:pt>
                <c:pt idx="3776">
                  <c:v>0.173818108</c:v>
                </c:pt>
                <c:pt idx="3777">
                  <c:v>0.173818108</c:v>
                </c:pt>
                <c:pt idx="3778">
                  <c:v>0.173970446</c:v>
                </c:pt>
                <c:pt idx="3779">
                  <c:v>0.174072005</c:v>
                </c:pt>
                <c:pt idx="3780">
                  <c:v>0.174072005</c:v>
                </c:pt>
                <c:pt idx="3781">
                  <c:v>0.174173564</c:v>
                </c:pt>
                <c:pt idx="3782">
                  <c:v>0.174173564</c:v>
                </c:pt>
                <c:pt idx="3783">
                  <c:v>0.174224344</c:v>
                </c:pt>
                <c:pt idx="3784">
                  <c:v>0.174224344</c:v>
                </c:pt>
                <c:pt idx="3785">
                  <c:v>0.174478241</c:v>
                </c:pt>
                <c:pt idx="3786">
                  <c:v>0.17452902</c:v>
                </c:pt>
                <c:pt idx="3787">
                  <c:v>0.17452902</c:v>
                </c:pt>
                <c:pt idx="3788">
                  <c:v>0.1745798</c:v>
                </c:pt>
                <c:pt idx="3789">
                  <c:v>0.1745798</c:v>
                </c:pt>
                <c:pt idx="3790">
                  <c:v>0.174630579</c:v>
                </c:pt>
                <c:pt idx="3791">
                  <c:v>0.174630579</c:v>
                </c:pt>
                <c:pt idx="3792">
                  <c:v>0.174630579</c:v>
                </c:pt>
                <c:pt idx="3793">
                  <c:v>0.174630579</c:v>
                </c:pt>
                <c:pt idx="3794">
                  <c:v>0.174732138</c:v>
                </c:pt>
                <c:pt idx="3795">
                  <c:v>0.174732138</c:v>
                </c:pt>
                <c:pt idx="3796">
                  <c:v>0.174782918</c:v>
                </c:pt>
                <c:pt idx="3797">
                  <c:v>0.174782918</c:v>
                </c:pt>
                <c:pt idx="3798">
                  <c:v>0.174935256</c:v>
                </c:pt>
                <c:pt idx="3799">
                  <c:v>0.175087595</c:v>
                </c:pt>
                <c:pt idx="3800">
                  <c:v>0.175138374</c:v>
                </c:pt>
                <c:pt idx="3801">
                  <c:v>0.175138374</c:v>
                </c:pt>
                <c:pt idx="3802">
                  <c:v>0.175189154</c:v>
                </c:pt>
                <c:pt idx="3803">
                  <c:v>0.175189154</c:v>
                </c:pt>
                <c:pt idx="3804">
                  <c:v>0.175392271</c:v>
                </c:pt>
                <c:pt idx="3805">
                  <c:v>0.175392271</c:v>
                </c:pt>
                <c:pt idx="3806">
                  <c:v>0.175646169</c:v>
                </c:pt>
                <c:pt idx="3807">
                  <c:v>0.175646169</c:v>
                </c:pt>
                <c:pt idx="3808">
                  <c:v>0.176001625</c:v>
                </c:pt>
                <c:pt idx="3809">
                  <c:v>0.176001625</c:v>
                </c:pt>
                <c:pt idx="3810">
                  <c:v>0.176153963</c:v>
                </c:pt>
                <c:pt idx="3811">
                  <c:v>0.176255522</c:v>
                </c:pt>
                <c:pt idx="3812">
                  <c:v>0.176306302</c:v>
                </c:pt>
                <c:pt idx="3813">
                  <c:v>0.176306302</c:v>
                </c:pt>
                <c:pt idx="3814">
                  <c:v>0.176407861</c:v>
                </c:pt>
                <c:pt idx="3815">
                  <c:v>0.176407861</c:v>
                </c:pt>
                <c:pt idx="3816">
                  <c:v>0.17650942</c:v>
                </c:pt>
                <c:pt idx="3817">
                  <c:v>0.17650942</c:v>
                </c:pt>
                <c:pt idx="3818">
                  <c:v>0.17650942</c:v>
                </c:pt>
                <c:pt idx="3819">
                  <c:v>0.176560199</c:v>
                </c:pt>
                <c:pt idx="3820">
                  <c:v>0.176560199</c:v>
                </c:pt>
                <c:pt idx="3821">
                  <c:v>0.176610979</c:v>
                </c:pt>
                <c:pt idx="3822">
                  <c:v>0.176610979</c:v>
                </c:pt>
                <c:pt idx="3823">
                  <c:v>0.176661758</c:v>
                </c:pt>
                <c:pt idx="3824">
                  <c:v>0.176661758</c:v>
                </c:pt>
                <c:pt idx="3825">
                  <c:v>0.176712537</c:v>
                </c:pt>
                <c:pt idx="3826">
                  <c:v>0.176712537</c:v>
                </c:pt>
                <c:pt idx="3827">
                  <c:v>0.176814096</c:v>
                </c:pt>
                <c:pt idx="3828">
                  <c:v>0.176915655</c:v>
                </c:pt>
                <c:pt idx="3829">
                  <c:v>0.176966435</c:v>
                </c:pt>
                <c:pt idx="3830">
                  <c:v>0.176966435</c:v>
                </c:pt>
                <c:pt idx="3831">
                  <c:v>0.177220332</c:v>
                </c:pt>
                <c:pt idx="3832">
                  <c:v>0.17737267</c:v>
                </c:pt>
                <c:pt idx="3833">
                  <c:v>0.17737267</c:v>
                </c:pt>
                <c:pt idx="3834">
                  <c:v>0.17742345</c:v>
                </c:pt>
                <c:pt idx="3835">
                  <c:v>0.17742345</c:v>
                </c:pt>
                <c:pt idx="3836">
                  <c:v>0.177474229</c:v>
                </c:pt>
                <c:pt idx="3837">
                  <c:v>0.177474229</c:v>
                </c:pt>
                <c:pt idx="3838">
                  <c:v>0.177525009</c:v>
                </c:pt>
                <c:pt idx="3839">
                  <c:v>0.177525009</c:v>
                </c:pt>
                <c:pt idx="3840">
                  <c:v>0.177575788</c:v>
                </c:pt>
                <c:pt idx="3841">
                  <c:v>0.177575788</c:v>
                </c:pt>
                <c:pt idx="3842">
                  <c:v>0.177677347</c:v>
                </c:pt>
                <c:pt idx="3843">
                  <c:v>0.177677347</c:v>
                </c:pt>
                <c:pt idx="3844">
                  <c:v>0.177728127</c:v>
                </c:pt>
                <c:pt idx="3845">
                  <c:v>0.177728127</c:v>
                </c:pt>
                <c:pt idx="3846">
                  <c:v>0.177778906</c:v>
                </c:pt>
                <c:pt idx="3847">
                  <c:v>0.177778906</c:v>
                </c:pt>
                <c:pt idx="3848">
                  <c:v>0.177829686</c:v>
                </c:pt>
                <c:pt idx="3849">
                  <c:v>0.177829686</c:v>
                </c:pt>
                <c:pt idx="3850">
                  <c:v>0.177880465</c:v>
                </c:pt>
                <c:pt idx="3851">
                  <c:v>0.177880465</c:v>
                </c:pt>
                <c:pt idx="3852">
                  <c:v>0.177880465</c:v>
                </c:pt>
                <c:pt idx="3853">
                  <c:v>0.177880465</c:v>
                </c:pt>
                <c:pt idx="3854">
                  <c:v>0.178083583</c:v>
                </c:pt>
                <c:pt idx="3855">
                  <c:v>0.178083583</c:v>
                </c:pt>
                <c:pt idx="3856">
                  <c:v>0.178286701</c:v>
                </c:pt>
                <c:pt idx="3857">
                  <c:v>0.178439039</c:v>
                </c:pt>
                <c:pt idx="3858">
                  <c:v>0.178540598</c:v>
                </c:pt>
                <c:pt idx="3859">
                  <c:v>0.178540598</c:v>
                </c:pt>
                <c:pt idx="3860">
                  <c:v>0.178591378</c:v>
                </c:pt>
                <c:pt idx="3861">
                  <c:v>0.178591378</c:v>
                </c:pt>
                <c:pt idx="3862">
                  <c:v>0.178642157</c:v>
                </c:pt>
                <c:pt idx="3863">
                  <c:v>0.178794496</c:v>
                </c:pt>
                <c:pt idx="3864">
                  <c:v>0.178845275</c:v>
                </c:pt>
                <c:pt idx="3865">
                  <c:v>0.178845275</c:v>
                </c:pt>
                <c:pt idx="3866">
                  <c:v>0.178845275</c:v>
                </c:pt>
                <c:pt idx="3867">
                  <c:v>0.178946834</c:v>
                </c:pt>
                <c:pt idx="3868">
                  <c:v>0.178946834</c:v>
                </c:pt>
                <c:pt idx="3869">
                  <c:v>0.178997613</c:v>
                </c:pt>
                <c:pt idx="3870">
                  <c:v>0.178997613</c:v>
                </c:pt>
                <c:pt idx="3871">
                  <c:v>0.179099172</c:v>
                </c:pt>
                <c:pt idx="3872">
                  <c:v>0.179099172</c:v>
                </c:pt>
                <c:pt idx="3873">
                  <c:v>0.179149952</c:v>
                </c:pt>
                <c:pt idx="3874">
                  <c:v>0.179149952</c:v>
                </c:pt>
                <c:pt idx="3875">
                  <c:v>0.179200731</c:v>
                </c:pt>
                <c:pt idx="3876">
                  <c:v>0.179200731</c:v>
                </c:pt>
                <c:pt idx="3877">
                  <c:v>0.179251511</c:v>
                </c:pt>
                <c:pt idx="3878">
                  <c:v>0.179251511</c:v>
                </c:pt>
                <c:pt idx="3879">
                  <c:v>0.179403849</c:v>
                </c:pt>
                <c:pt idx="3880">
                  <c:v>0.179403849</c:v>
                </c:pt>
                <c:pt idx="3881">
                  <c:v>0.179403849</c:v>
                </c:pt>
                <c:pt idx="3882">
                  <c:v>0.179403849</c:v>
                </c:pt>
                <c:pt idx="3883">
                  <c:v>0.179403849</c:v>
                </c:pt>
                <c:pt idx="3884">
                  <c:v>0.179505408</c:v>
                </c:pt>
                <c:pt idx="3885">
                  <c:v>0.179505408</c:v>
                </c:pt>
                <c:pt idx="3886">
                  <c:v>0.179657746</c:v>
                </c:pt>
                <c:pt idx="3887">
                  <c:v>0.179657746</c:v>
                </c:pt>
                <c:pt idx="3888">
                  <c:v>0.179759305</c:v>
                </c:pt>
                <c:pt idx="3889">
                  <c:v>0.179911644</c:v>
                </c:pt>
                <c:pt idx="3890">
                  <c:v>0.179911644</c:v>
                </c:pt>
                <c:pt idx="3891">
                  <c:v>0.180114762</c:v>
                </c:pt>
                <c:pt idx="3892">
                  <c:v>0.180114762</c:v>
                </c:pt>
                <c:pt idx="3893">
                  <c:v>0.180216321</c:v>
                </c:pt>
                <c:pt idx="3894">
                  <c:v>0.180216321</c:v>
                </c:pt>
                <c:pt idx="3895">
                  <c:v>0.1802671</c:v>
                </c:pt>
                <c:pt idx="3896">
                  <c:v>0.1802671</c:v>
                </c:pt>
                <c:pt idx="3897">
                  <c:v>0.180419438</c:v>
                </c:pt>
                <c:pt idx="3898">
                  <c:v>0.180419438</c:v>
                </c:pt>
                <c:pt idx="3899">
                  <c:v>0.180470218</c:v>
                </c:pt>
                <c:pt idx="3900">
                  <c:v>0.180470218</c:v>
                </c:pt>
                <c:pt idx="3901">
                  <c:v>0.180470218</c:v>
                </c:pt>
                <c:pt idx="3902">
                  <c:v>0.180520997</c:v>
                </c:pt>
                <c:pt idx="3903">
                  <c:v>0.180520997</c:v>
                </c:pt>
                <c:pt idx="3904">
                  <c:v>0.180673336</c:v>
                </c:pt>
                <c:pt idx="3905">
                  <c:v>0.180724115</c:v>
                </c:pt>
                <c:pt idx="3906">
                  <c:v>0.180724115</c:v>
                </c:pt>
                <c:pt idx="3907">
                  <c:v>0.180825674</c:v>
                </c:pt>
                <c:pt idx="3908">
                  <c:v>0.181130351</c:v>
                </c:pt>
                <c:pt idx="3909">
                  <c:v>0.181333469</c:v>
                </c:pt>
                <c:pt idx="3910">
                  <c:v>0.181333469</c:v>
                </c:pt>
                <c:pt idx="3911">
                  <c:v>0.181435028</c:v>
                </c:pt>
                <c:pt idx="3912">
                  <c:v>0.181485807</c:v>
                </c:pt>
                <c:pt idx="3913">
                  <c:v>0.181536587</c:v>
                </c:pt>
                <c:pt idx="3914">
                  <c:v>0.181536587</c:v>
                </c:pt>
                <c:pt idx="3915">
                  <c:v>0.181587366</c:v>
                </c:pt>
                <c:pt idx="3916">
                  <c:v>0.181587366</c:v>
                </c:pt>
                <c:pt idx="3917">
                  <c:v>0.181688925</c:v>
                </c:pt>
                <c:pt idx="3918">
                  <c:v>0.181739704</c:v>
                </c:pt>
                <c:pt idx="3919">
                  <c:v>0.181739704</c:v>
                </c:pt>
                <c:pt idx="3920">
                  <c:v>0.181892043</c:v>
                </c:pt>
                <c:pt idx="3921">
                  <c:v>0.181892043</c:v>
                </c:pt>
                <c:pt idx="3922">
                  <c:v>0.181993602</c:v>
                </c:pt>
                <c:pt idx="3923">
                  <c:v>0.18214594</c:v>
                </c:pt>
                <c:pt idx="3924">
                  <c:v>0.18214594</c:v>
                </c:pt>
                <c:pt idx="3925">
                  <c:v>0.182247499</c:v>
                </c:pt>
                <c:pt idx="3926">
                  <c:v>0.182298279</c:v>
                </c:pt>
                <c:pt idx="3927">
                  <c:v>0.182399838</c:v>
                </c:pt>
                <c:pt idx="3928">
                  <c:v>0.182399838</c:v>
                </c:pt>
                <c:pt idx="3929">
                  <c:v>0.182399838</c:v>
                </c:pt>
                <c:pt idx="3930">
                  <c:v>0.182450617</c:v>
                </c:pt>
                <c:pt idx="3931">
                  <c:v>0.182450617</c:v>
                </c:pt>
                <c:pt idx="3932">
                  <c:v>0.182501396</c:v>
                </c:pt>
                <c:pt idx="3933">
                  <c:v>0.182501396</c:v>
                </c:pt>
                <c:pt idx="3934">
                  <c:v>0.182755294</c:v>
                </c:pt>
                <c:pt idx="3935">
                  <c:v>0.182755294</c:v>
                </c:pt>
                <c:pt idx="3936">
                  <c:v>0.182907632</c:v>
                </c:pt>
                <c:pt idx="3937">
                  <c:v>0.182958412</c:v>
                </c:pt>
                <c:pt idx="3938">
                  <c:v>0.182958412</c:v>
                </c:pt>
                <c:pt idx="3939">
                  <c:v>0.183059971</c:v>
                </c:pt>
                <c:pt idx="3940">
                  <c:v>0.183059971</c:v>
                </c:pt>
                <c:pt idx="3941">
                  <c:v>0.183263088</c:v>
                </c:pt>
                <c:pt idx="3942">
                  <c:v>0.183263088</c:v>
                </c:pt>
                <c:pt idx="3943">
                  <c:v>0.183313868</c:v>
                </c:pt>
                <c:pt idx="3944">
                  <c:v>0.183313868</c:v>
                </c:pt>
                <c:pt idx="3945">
                  <c:v>0.183415427</c:v>
                </c:pt>
                <c:pt idx="3946">
                  <c:v>0.183415427</c:v>
                </c:pt>
                <c:pt idx="3947">
                  <c:v>0.183618545</c:v>
                </c:pt>
                <c:pt idx="3948">
                  <c:v>0.183618545</c:v>
                </c:pt>
                <c:pt idx="3949">
                  <c:v>0.183669324</c:v>
                </c:pt>
                <c:pt idx="3950">
                  <c:v>0.183669324</c:v>
                </c:pt>
                <c:pt idx="3951">
                  <c:v>0.183720104</c:v>
                </c:pt>
                <c:pt idx="3952">
                  <c:v>0.183720104</c:v>
                </c:pt>
                <c:pt idx="3953">
                  <c:v>0.183821663</c:v>
                </c:pt>
                <c:pt idx="3954">
                  <c:v>0.183872442</c:v>
                </c:pt>
                <c:pt idx="3955">
                  <c:v>0.183872442</c:v>
                </c:pt>
                <c:pt idx="3956">
                  <c:v>0.183923221</c:v>
                </c:pt>
                <c:pt idx="3957">
                  <c:v>0.183923221</c:v>
                </c:pt>
                <c:pt idx="3958">
                  <c:v>0.183974001</c:v>
                </c:pt>
                <c:pt idx="3959">
                  <c:v>0.183974001</c:v>
                </c:pt>
                <c:pt idx="3960">
                  <c:v>0.18402478</c:v>
                </c:pt>
                <c:pt idx="3961">
                  <c:v>0.18402478</c:v>
                </c:pt>
                <c:pt idx="3962">
                  <c:v>0.184126339</c:v>
                </c:pt>
                <c:pt idx="3963">
                  <c:v>0.184278678</c:v>
                </c:pt>
                <c:pt idx="3964">
                  <c:v>0.184278678</c:v>
                </c:pt>
                <c:pt idx="3965">
                  <c:v>0.184431016</c:v>
                </c:pt>
                <c:pt idx="3966">
                  <c:v>0.184431016</c:v>
                </c:pt>
                <c:pt idx="3967">
                  <c:v>0.184634134</c:v>
                </c:pt>
                <c:pt idx="3968">
                  <c:v>0.184634134</c:v>
                </c:pt>
                <c:pt idx="3969">
                  <c:v>0.184735693</c:v>
                </c:pt>
                <c:pt idx="3970">
                  <c:v>0.184735693</c:v>
                </c:pt>
                <c:pt idx="3971">
                  <c:v>0.184837252</c:v>
                </c:pt>
                <c:pt idx="3972">
                  <c:v>0.184837252</c:v>
                </c:pt>
                <c:pt idx="3973">
                  <c:v>0.184837252</c:v>
                </c:pt>
                <c:pt idx="3974">
                  <c:v>0.184837252</c:v>
                </c:pt>
                <c:pt idx="3975">
                  <c:v>0.184938811</c:v>
                </c:pt>
                <c:pt idx="3976">
                  <c:v>0.18498959</c:v>
                </c:pt>
                <c:pt idx="3977">
                  <c:v>0.18504037</c:v>
                </c:pt>
                <c:pt idx="3978">
                  <c:v>0.185294267</c:v>
                </c:pt>
                <c:pt idx="3979">
                  <c:v>0.185294267</c:v>
                </c:pt>
                <c:pt idx="3980">
                  <c:v>0.185395826</c:v>
                </c:pt>
                <c:pt idx="3981">
                  <c:v>0.185446605</c:v>
                </c:pt>
                <c:pt idx="3982">
                  <c:v>0.185446605</c:v>
                </c:pt>
                <c:pt idx="3983">
                  <c:v>0.185548164</c:v>
                </c:pt>
                <c:pt idx="3984">
                  <c:v>0.185548164</c:v>
                </c:pt>
                <c:pt idx="3985">
                  <c:v>0.185649723</c:v>
                </c:pt>
                <c:pt idx="3986">
                  <c:v>0.185649723</c:v>
                </c:pt>
                <c:pt idx="3987">
                  <c:v>0.185751282</c:v>
                </c:pt>
                <c:pt idx="3988">
                  <c:v>0.185852841</c:v>
                </c:pt>
                <c:pt idx="3989">
                  <c:v>0.1859544</c:v>
                </c:pt>
                <c:pt idx="3990">
                  <c:v>0.1859544</c:v>
                </c:pt>
                <c:pt idx="3991">
                  <c:v>0.186157518</c:v>
                </c:pt>
                <c:pt idx="3992">
                  <c:v>0.186157518</c:v>
                </c:pt>
                <c:pt idx="3993">
                  <c:v>0.186208297</c:v>
                </c:pt>
                <c:pt idx="3994">
                  <c:v>0.186208297</c:v>
                </c:pt>
                <c:pt idx="3995">
                  <c:v>0.186208297</c:v>
                </c:pt>
                <c:pt idx="3996">
                  <c:v>0.186462195</c:v>
                </c:pt>
                <c:pt idx="3997">
                  <c:v>0.186462195</c:v>
                </c:pt>
                <c:pt idx="3998">
                  <c:v>0.186512974</c:v>
                </c:pt>
                <c:pt idx="3999">
                  <c:v>0.186512974</c:v>
                </c:pt>
                <c:pt idx="4000">
                  <c:v>0.186665313</c:v>
                </c:pt>
                <c:pt idx="4001">
                  <c:v>0.186766871</c:v>
                </c:pt>
                <c:pt idx="4002">
                  <c:v>0.186766871</c:v>
                </c:pt>
                <c:pt idx="4003">
                  <c:v>0.186817651</c:v>
                </c:pt>
                <c:pt idx="4004">
                  <c:v>0.186817651</c:v>
                </c:pt>
                <c:pt idx="4005">
                  <c:v>0.18691921</c:v>
                </c:pt>
                <c:pt idx="4006">
                  <c:v>0.18691921</c:v>
                </c:pt>
                <c:pt idx="4007">
                  <c:v>0.186969989</c:v>
                </c:pt>
                <c:pt idx="4008">
                  <c:v>0.186969989</c:v>
                </c:pt>
                <c:pt idx="4009">
                  <c:v>0.187122328</c:v>
                </c:pt>
                <c:pt idx="4010">
                  <c:v>0.187376225</c:v>
                </c:pt>
                <c:pt idx="4011">
                  <c:v>0.187579343</c:v>
                </c:pt>
                <c:pt idx="4012">
                  <c:v>0.187579343</c:v>
                </c:pt>
                <c:pt idx="4013">
                  <c:v>0.187579343</c:v>
                </c:pt>
                <c:pt idx="4014">
                  <c:v>0.187630122</c:v>
                </c:pt>
                <c:pt idx="4015">
                  <c:v>0.187630122</c:v>
                </c:pt>
                <c:pt idx="4016">
                  <c:v>0.18788402</c:v>
                </c:pt>
                <c:pt idx="4017">
                  <c:v>0.18788402</c:v>
                </c:pt>
                <c:pt idx="4018">
                  <c:v>0.187934799</c:v>
                </c:pt>
                <c:pt idx="4019">
                  <c:v>0.187934799</c:v>
                </c:pt>
                <c:pt idx="4020">
                  <c:v>0.188087138</c:v>
                </c:pt>
                <c:pt idx="4021">
                  <c:v>0.188087138</c:v>
                </c:pt>
                <c:pt idx="4022">
                  <c:v>0.188188696</c:v>
                </c:pt>
                <c:pt idx="4023">
                  <c:v>0.188188696</c:v>
                </c:pt>
                <c:pt idx="4024">
                  <c:v>0.188341035</c:v>
                </c:pt>
                <c:pt idx="4025">
                  <c:v>0.188341035</c:v>
                </c:pt>
                <c:pt idx="4026">
                  <c:v>0.188391814</c:v>
                </c:pt>
                <c:pt idx="4027">
                  <c:v>0.188391814</c:v>
                </c:pt>
                <c:pt idx="4028">
                  <c:v>0.188594932</c:v>
                </c:pt>
                <c:pt idx="4029">
                  <c:v>0.188747271</c:v>
                </c:pt>
                <c:pt idx="4030">
                  <c:v>0.18884883</c:v>
                </c:pt>
                <c:pt idx="4031">
                  <c:v>0.18884883</c:v>
                </c:pt>
                <c:pt idx="4032">
                  <c:v>0.189458183</c:v>
                </c:pt>
                <c:pt idx="4033">
                  <c:v>0.189559742</c:v>
                </c:pt>
                <c:pt idx="4034">
                  <c:v>0.189559742</c:v>
                </c:pt>
                <c:pt idx="4035">
                  <c:v>0.18971208</c:v>
                </c:pt>
                <c:pt idx="4036">
                  <c:v>0.18971208</c:v>
                </c:pt>
                <c:pt idx="4037">
                  <c:v>0.18971208</c:v>
                </c:pt>
                <c:pt idx="4038">
                  <c:v>0.189915198</c:v>
                </c:pt>
                <c:pt idx="4039">
                  <c:v>0.189965978</c:v>
                </c:pt>
                <c:pt idx="4040">
                  <c:v>0.189965978</c:v>
                </c:pt>
                <c:pt idx="4041">
                  <c:v>0.190016757</c:v>
                </c:pt>
                <c:pt idx="4042">
                  <c:v>0.190016757</c:v>
                </c:pt>
                <c:pt idx="4043">
                  <c:v>0.190067537</c:v>
                </c:pt>
                <c:pt idx="4044">
                  <c:v>0.190067537</c:v>
                </c:pt>
                <c:pt idx="4045">
                  <c:v>0.190169096</c:v>
                </c:pt>
                <c:pt idx="4046">
                  <c:v>0.190270655</c:v>
                </c:pt>
                <c:pt idx="4047">
                  <c:v>0.190270655</c:v>
                </c:pt>
                <c:pt idx="4048">
                  <c:v>0.190372213</c:v>
                </c:pt>
                <c:pt idx="4049">
                  <c:v>0.190372213</c:v>
                </c:pt>
                <c:pt idx="4050">
                  <c:v>0.190473772</c:v>
                </c:pt>
                <c:pt idx="4051">
                  <c:v>0.190473772</c:v>
                </c:pt>
                <c:pt idx="4052">
                  <c:v>0.190575331</c:v>
                </c:pt>
                <c:pt idx="4053">
                  <c:v>0.190575331</c:v>
                </c:pt>
                <c:pt idx="4054">
                  <c:v>0.19067689</c:v>
                </c:pt>
                <c:pt idx="4055">
                  <c:v>0.19072767</c:v>
                </c:pt>
                <c:pt idx="4056">
                  <c:v>0.19072767</c:v>
                </c:pt>
                <c:pt idx="4057">
                  <c:v>0.190778449</c:v>
                </c:pt>
                <c:pt idx="4058">
                  <c:v>0.190778449</c:v>
                </c:pt>
                <c:pt idx="4059">
                  <c:v>0.191184685</c:v>
                </c:pt>
                <c:pt idx="4060">
                  <c:v>0.191286244</c:v>
                </c:pt>
                <c:pt idx="4061">
                  <c:v>0.191286244</c:v>
                </c:pt>
                <c:pt idx="4062">
                  <c:v>0.191286244</c:v>
                </c:pt>
                <c:pt idx="4063">
                  <c:v>0.191337023</c:v>
                </c:pt>
                <c:pt idx="4064">
                  <c:v>0.191337023</c:v>
                </c:pt>
                <c:pt idx="4065">
                  <c:v>0.191489362</c:v>
                </c:pt>
                <c:pt idx="4066">
                  <c:v>0.191489362</c:v>
                </c:pt>
                <c:pt idx="4067">
                  <c:v>0.191540141</c:v>
                </c:pt>
                <c:pt idx="4068">
                  <c:v>0.1916417</c:v>
                </c:pt>
                <c:pt idx="4069">
                  <c:v>0.1916417</c:v>
                </c:pt>
                <c:pt idx="4070">
                  <c:v>0.191794038</c:v>
                </c:pt>
                <c:pt idx="4071">
                  <c:v>0.191794038</c:v>
                </c:pt>
                <c:pt idx="4072">
                  <c:v>0.191844818</c:v>
                </c:pt>
                <c:pt idx="4073">
                  <c:v>0.191844818</c:v>
                </c:pt>
                <c:pt idx="4074">
                  <c:v>0.191946377</c:v>
                </c:pt>
                <c:pt idx="4075">
                  <c:v>0.191946377</c:v>
                </c:pt>
                <c:pt idx="4076">
                  <c:v>0.191997156</c:v>
                </c:pt>
                <c:pt idx="4077">
                  <c:v>0.191997156</c:v>
                </c:pt>
                <c:pt idx="4078">
                  <c:v>0.192047936</c:v>
                </c:pt>
                <c:pt idx="4079">
                  <c:v>0.192047936</c:v>
                </c:pt>
                <c:pt idx="4080">
                  <c:v>0.192403392</c:v>
                </c:pt>
                <c:pt idx="4081">
                  <c:v>0.192403392</c:v>
                </c:pt>
                <c:pt idx="4082">
                  <c:v>0.192504951</c:v>
                </c:pt>
                <c:pt idx="4083">
                  <c:v>0.192504951</c:v>
                </c:pt>
                <c:pt idx="4084">
                  <c:v>0.19255573</c:v>
                </c:pt>
                <c:pt idx="4085">
                  <c:v>0.19255573</c:v>
                </c:pt>
                <c:pt idx="4086">
                  <c:v>0.192758848</c:v>
                </c:pt>
                <c:pt idx="4087">
                  <c:v>0.192860407</c:v>
                </c:pt>
                <c:pt idx="4088">
                  <c:v>0.193012746</c:v>
                </c:pt>
                <c:pt idx="4089">
                  <c:v>0.193114305</c:v>
                </c:pt>
                <c:pt idx="4090">
                  <c:v>0.193114305</c:v>
                </c:pt>
                <c:pt idx="4091">
                  <c:v>0.193215864</c:v>
                </c:pt>
                <c:pt idx="4092">
                  <c:v>0.193317422</c:v>
                </c:pt>
                <c:pt idx="4093">
                  <c:v>0.193317422</c:v>
                </c:pt>
                <c:pt idx="4094">
                  <c:v>0.193317422</c:v>
                </c:pt>
                <c:pt idx="4095">
                  <c:v>0.19352054</c:v>
                </c:pt>
                <c:pt idx="4096">
                  <c:v>0.19352054</c:v>
                </c:pt>
                <c:pt idx="4097">
                  <c:v>0.193622099</c:v>
                </c:pt>
                <c:pt idx="4098">
                  <c:v>0.193672879</c:v>
                </c:pt>
                <c:pt idx="4099">
                  <c:v>0.193672879</c:v>
                </c:pt>
                <c:pt idx="4100">
                  <c:v>0.193825217</c:v>
                </c:pt>
                <c:pt idx="4101">
                  <c:v>0.193926776</c:v>
                </c:pt>
                <c:pt idx="4102">
                  <c:v>0.193926776</c:v>
                </c:pt>
                <c:pt idx="4103">
                  <c:v>0.194129894</c:v>
                </c:pt>
                <c:pt idx="4104">
                  <c:v>0.194129894</c:v>
                </c:pt>
                <c:pt idx="4105">
                  <c:v>0.194129894</c:v>
                </c:pt>
                <c:pt idx="4106">
                  <c:v>0.194129894</c:v>
                </c:pt>
                <c:pt idx="4107">
                  <c:v>0.194282232</c:v>
                </c:pt>
                <c:pt idx="4108">
                  <c:v>0.194282232</c:v>
                </c:pt>
                <c:pt idx="4109">
                  <c:v>0.194434571</c:v>
                </c:pt>
                <c:pt idx="4110">
                  <c:v>0.194434571</c:v>
                </c:pt>
                <c:pt idx="4111">
                  <c:v>0.19448535</c:v>
                </c:pt>
                <c:pt idx="4112">
                  <c:v>0.19448535</c:v>
                </c:pt>
                <c:pt idx="4113">
                  <c:v>0.194586909</c:v>
                </c:pt>
                <c:pt idx="4114">
                  <c:v>0.194688468</c:v>
                </c:pt>
                <c:pt idx="4115">
                  <c:v>0.194739247</c:v>
                </c:pt>
                <c:pt idx="4116">
                  <c:v>0.194840806</c:v>
                </c:pt>
                <c:pt idx="4117">
                  <c:v>0.194942365</c:v>
                </c:pt>
                <c:pt idx="4118">
                  <c:v>0.195043924</c:v>
                </c:pt>
                <c:pt idx="4119">
                  <c:v>0.195094704</c:v>
                </c:pt>
                <c:pt idx="4120">
                  <c:v>0.195094704</c:v>
                </c:pt>
                <c:pt idx="4121">
                  <c:v>0.195145483</c:v>
                </c:pt>
                <c:pt idx="4122">
                  <c:v>0.195145483</c:v>
                </c:pt>
                <c:pt idx="4123">
                  <c:v>0.195247042</c:v>
                </c:pt>
                <c:pt idx="4124">
                  <c:v>0.195247042</c:v>
                </c:pt>
                <c:pt idx="4125">
                  <c:v>0.195297822</c:v>
                </c:pt>
                <c:pt idx="4126">
                  <c:v>0.195297822</c:v>
                </c:pt>
                <c:pt idx="4127">
                  <c:v>0.195348601</c:v>
                </c:pt>
                <c:pt idx="4128">
                  <c:v>0.195348601</c:v>
                </c:pt>
                <c:pt idx="4129">
                  <c:v>0.19545016</c:v>
                </c:pt>
                <c:pt idx="4130">
                  <c:v>0.195602498</c:v>
                </c:pt>
                <c:pt idx="4131">
                  <c:v>0.195602498</c:v>
                </c:pt>
                <c:pt idx="4132">
                  <c:v>0.195653278</c:v>
                </c:pt>
                <c:pt idx="4133">
                  <c:v>0.195653278</c:v>
                </c:pt>
                <c:pt idx="4134">
                  <c:v>0.195805616</c:v>
                </c:pt>
                <c:pt idx="4135">
                  <c:v>0.195957955</c:v>
                </c:pt>
                <c:pt idx="4136">
                  <c:v>0.196008734</c:v>
                </c:pt>
                <c:pt idx="4137">
                  <c:v>0.196008734</c:v>
                </c:pt>
                <c:pt idx="4138">
                  <c:v>0.196059514</c:v>
                </c:pt>
                <c:pt idx="4139">
                  <c:v>0.196059514</c:v>
                </c:pt>
                <c:pt idx="4140">
                  <c:v>0.196211852</c:v>
                </c:pt>
                <c:pt idx="4141">
                  <c:v>0.196211852</c:v>
                </c:pt>
                <c:pt idx="4142">
                  <c:v>0.196516529</c:v>
                </c:pt>
                <c:pt idx="4143">
                  <c:v>0.196719647</c:v>
                </c:pt>
                <c:pt idx="4144">
                  <c:v>0.196719647</c:v>
                </c:pt>
                <c:pt idx="4145">
                  <c:v>0.196770426</c:v>
                </c:pt>
                <c:pt idx="4146">
                  <c:v>0.196770426</c:v>
                </c:pt>
                <c:pt idx="4147">
                  <c:v>0.196821206</c:v>
                </c:pt>
                <c:pt idx="4148">
                  <c:v>0.197024323</c:v>
                </c:pt>
                <c:pt idx="4149">
                  <c:v>0.197024323</c:v>
                </c:pt>
                <c:pt idx="4150">
                  <c:v>0.197125882</c:v>
                </c:pt>
                <c:pt idx="4151">
                  <c:v>0.197125882</c:v>
                </c:pt>
                <c:pt idx="4152">
                  <c:v>0.197125882</c:v>
                </c:pt>
                <c:pt idx="4153">
                  <c:v>0.197278221</c:v>
                </c:pt>
                <c:pt idx="4154">
                  <c:v>0.197278221</c:v>
                </c:pt>
                <c:pt idx="4155">
                  <c:v>0.197329</c:v>
                </c:pt>
                <c:pt idx="4156">
                  <c:v>0.197329</c:v>
                </c:pt>
                <c:pt idx="4157">
                  <c:v>0.19737978</c:v>
                </c:pt>
                <c:pt idx="4158">
                  <c:v>0.197481339</c:v>
                </c:pt>
                <c:pt idx="4159">
                  <c:v>0.197481339</c:v>
                </c:pt>
                <c:pt idx="4160">
                  <c:v>0.197532118</c:v>
                </c:pt>
                <c:pt idx="4161">
                  <c:v>0.197532118</c:v>
                </c:pt>
                <c:pt idx="4162">
                  <c:v>0.197735236</c:v>
                </c:pt>
                <c:pt idx="4163">
                  <c:v>0.197989133</c:v>
                </c:pt>
                <c:pt idx="4164">
                  <c:v>0.198039913</c:v>
                </c:pt>
                <c:pt idx="4165">
                  <c:v>0.198039913</c:v>
                </c:pt>
                <c:pt idx="4166">
                  <c:v>0.198090692</c:v>
                </c:pt>
                <c:pt idx="4167">
                  <c:v>0.198192251</c:v>
                </c:pt>
                <c:pt idx="4168">
                  <c:v>0.198344589</c:v>
                </c:pt>
                <c:pt idx="4169">
                  <c:v>0.198446148</c:v>
                </c:pt>
                <c:pt idx="4170">
                  <c:v>0.198446148</c:v>
                </c:pt>
                <c:pt idx="4171">
                  <c:v>0.198547707</c:v>
                </c:pt>
                <c:pt idx="4172">
                  <c:v>0.198547707</c:v>
                </c:pt>
                <c:pt idx="4173">
                  <c:v>0.198598487</c:v>
                </c:pt>
                <c:pt idx="4174">
                  <c:v>0.198750825</c:v>
                </c:pt>
                <c:pt idx="4175">
                  <c:v>0.198852384</c:v>
                </c:pt>
                <c:pt idx="4176">
                  <c:v>0.198852384</c:v>
                </c:pt>
                <c:pt idx="4177">
                  <c:v>0.199106281</c:v>
                </c:pt>
                <c:pt idx="4178">
                  <c:v>0.199106281</c:v>
                </c:pt>
                <c:pt idx="4179">
                  <c:v>0.199157061</c:v>
                </c:pt>
                <c:pt idx="4180">
                  <c:v>0.199309399</c:v>
                </c:pt>
                <c:pt idx="4181">
                  <c:v>0.199410958</c:v>
                </c:pt>
                <c:pt idx="4182">
                  <c:v>0.199410958</c:v>
                </c:pt>
                <c:pt idx="4183">
                  <c:v>0.199512517</c:v>
                </c:pt>
                <c:pt idx="4184">
                  <c:v>0.199512517</c:v>
                </c:pt>
                <c:pt idx="4185">
                  <c:v>0.199664856</c:v>
                </c:pt>
                <c:pt idx="4186">
                  <c:v>0.199664856</c:v>
                </c:pt>
                <c:pt idx="4187">
                  <c:v>0.199766414</c:v>
                </c:pt>
                <c:pt idx="4188">
                  <c:v>0.199867973</c:v>
                </c:pt>
                <c:pt idx="4189">
                  <c:v>0.199918753</c:v>
                </c:pt>
                <c:pt idx="4190">
                  <c:v>0.199918753</c:v>
                </c:pt>
                <c:pt idx="4191">
                  <c:v>0.200071091</c:v>
                </c:pt>
                <c:pt idx="4192">
                  <c:v>0.200071091</c:v>
                </c:pt>
                <c:pt idx="4193">
                  <c:v>0.20017265</c:v>
                </c:pt>
                <c:pt idx="4194">
                  <c:v>0.20017265</c:v>
                </c:pt>
                <c:pt idx="4195">
                  <c:v>0.200274209</c:v>
                </c:pt>
                <c:pt idx="4196">
                  <c:v>0.200274209</c:v>
                </c:pt>
                <c:pt idx="4197">
                  <c:v>0.200578886</c:v>
                </c:pt>
                <c:pt idx="4198">
                  <c:v>0.201340578</c:v>
                </c:pt>
                <c:pt idx="4199">
                  <c:v>0.201340578</c:v>
                </c:pt>
                <c:pt idx="4200">
                  <c:v>0.201442137</c:v>
                </c:pt>
                <c:pt idx="4201">
                  <c:v>0.201543696</c:v>
                </c:pt>
                <c:pt idx="4202">
                  <c:v>0.201543696</c:v>
                </c:pt>
                <c:pt idx="4203">
                  <c:v>0.201645255</c:v>
                </c:pt>
                <c:pt idx="4204">
                  <c:v>0.201696034</c:v>
                </c:pt>
                <c:pt idx="4205">
                  <c:v>0.201696034</c:v>
                </c:pt>
                <c:pt idx="4206">
                  <c:v>0.201848373</c:v>
                </c:pt>
                <c:pt idx="4207">
                  <c:v>0.201949931</c:v>
                </c:pt>
                <c:pt idx="4208">
                  <c:v>0.201949931</c:v>
                </c:pt>
                <c:pt idx="4209">
                  <c:v>0.202153049</c:v>
                </c:pt>
                <c:pt idx="4210">
                  <c:v>0.202153049</c:v>
                </c:pt>
                <c:pt idx="4211">
                  <c:v>0.202203829</c:v>
                </c:pt>
                <c:pt idx="4212">
                  <c:v>0.202305388</c:v>
                </c:pt>
                <c:pt idx="4213">
                  <c:v>0.202356167</c:v>
                </c:pt>
                <c:pt idx="4214">
                  <c:v>0.202356167</c:v>
                </c:pt>
                <c:pt idx="4215">
                  <c:v>0.202457726</c:v>
                </c:pt>
                <c:pt idx="4216">
                  <c:v>0.202457726</c:v>
                </c:pt>
                <c:pt idx="4217">
                  <c:v>0.202508506</c:v>
                </c:pt>
                <c:pt idx="4218">
                  <c:v>0.202508506</c:v>
                </c:pt>
                <c:pt idx="4219">
                  <c:v>0.202813182</c:v>
                </c:pt>
                <c:pt idx="4220">
                  <c:v>0.202813182</c:v>
                </c:pt>
                <c:pt idx="4221">
                  <c:v>0.202965521</c:v>
                </c:pt>
                <c:pt idx="4222">
                  <c:v>0.202965521</c:v>
                </c:pt>
                <c:pt idx="4223">
                  <c:v>0.2030163</c:v>
                </c:pt>
                <c:pt idx="4224">
                  <c:v>0.203117859</c:v>
                </c:pt>
                <c:pt idx="4225">
                  <c:v>0.203168639</c:v>
                </c:pt>
                <c:pt idx="4226">
                  <c:v>0.203168639</c:v>
                </c:pt>
                <c:pt idx="4227">
                  <c:v>0.203219418</c:v>
                </c:pt>
                <c:pt idx="4228">
                  <c:v>0.203219418</c:v>
                </c:pt>
                <c:pt idx="4229">
                  <c:v>0.203270198</c:v>
                </c:pt>
                <c:pt idx="4230">
                  <c:v>0.203270198</c:v>
                </c:pt>
                <c:pt idx="4231">
                  <c:v>0.203371756</c:v>
                </c:pt>
                <c:pt idx="4232">
                  <c:v>0.203371756</c:v>
                </c:pt>
                <c:pt idx="4233">
                  <c:v>0.203473315</c:v>
                </c:pt>
                <c:pt idx="4234">
                  <c:v>0.203473315</c:v>
                </c:pt>
                <c:pt idx="4235">
                  <c:v>0.203574874</c:v>
                </c:pt>
                <c:pt idx="4236">
                  <c:v>0.203727213</c:v>
                </c:pt>
                <c:pt idx="4237">
                  <c:v>0.203777992</c:v>
                </c:pt>
                <c:pt idx="4238">
                  <c:v>0.203777992</c:v>
                </c:pt>
                <c:pt idx="4239">
                  <c:v>0.203828772</c:v>
                </c:pt>
                <c:pt idx="4240">
                  <c:v>0.203828772</c:v>
                </c:pt>
                <c:pt idx="4241">
                  <c:v>0.203879551</c:v>
                </c:pt>
                <c:pt idx="4242">
                  <c:v>0.203879551</c:v>
                </c:pt>
                <c:pt idx="4243">
                  <c:v>0.203930331</c:v>
                </c:pt>
                <c:pt idx="4244">
                  <c:v>0.204082669</c:v>
                </c:pt>
                <c:pt idx="4245">
                  <c:v>0.204133448</c:v>
                </c:pt>
                <c:pt idx="4246">
                  <c:v>0.204133448</c:v>
                </c:pt>
                <c:pt idx="4247">
                  <c:v>0.204235007</c:v>
                </c:pt>
                <c:pt idx="4248">
                  <c:v>0.204235007</c:v>
                </c:pt>
                <c:pt idx="4249">
                  <c:v>0.204336566</c:v>
                </c:pt>
                <c:pt idx="4250">
                  <c:v>0.204336566</c:v>
                </c:pt>
                <c:pt idx="4251">
                  <c:v>0.204336566</c:v>
                </c:pt>
                <c:pt idx="4252">
                  <c:v>0.204641243</c:v>
                </c:pt>
                <c:pt idx="4253">
                  <c:v>0.204641243</c:v>
                </c:pt>
                <c:pt idx="4254">
                  <c:v>0.204793581</c:v>
                </c:pt>
                <c:pt idx="4255">
                  <c:v>0.204793581</c:v>
                </c:pt>
                <c:pt idx="4256">
                  <c:v>0.205250597</c:v>
                </c:pt>
                <c:pt idx="4257">
                  <c:v>0.205402935</c:v>
                </c:pt>
                <c:pt idx="4258">
                  <c:v>0.205402935</c:v>
                </c:pt>
                <c:pt idx="4259">
                  <c:v>0.205606053</c:v>
                </c:pt>
                <c:pt idx="4260">
                  <c:v>0.205656832</c:v>
                </c:pt>
                <c:pt idx="4261">
                  <c:v>0.205656832</c:v>
                </c:pt>
                <c:pt idx="4262">
                  <c:v>0.205707612</c:v>
                </c:pt>
                <c:pt idx="4263">
                  <c:v>0.205809171</c:v>
                </c:pt>
                <c:pt idx="4264">
                  <c:v>0.205809171</c:v>
                </c:pt>
                <c:pt idx="4265">
                  <c:v>0.20585995</c:v>
                </c:pt>
                <c:pt idx="4266">
                  <c:v>0.205961509</c:v>
                </c:pt>
                <c:pt idx="4267">
                  <c:v>0.206012289</c:v>
                </c:pt>
                <c:pt idx="4268">
                  <c:v>0.206215406</c:v>
                </c:pt>
                <c:pt idx="4269">
                  <c:v>0.206367745</c:v>
                </c:pt>
                <c:pt idx="4270">
                  <c:v>0.206367745</c:v>
                </c:pt>
                <c:pt idx="4271">
                  <c:v>0.206520083</c:v>
                </c:pt>
                <c:pt idx="4272">
                  <c:v>0.20682476</c:v>
                </c:pt>
                <c:pt idx="4273">
                  <c:v>0.20682476</c:v>
                </c:pt>
                <c:pt idx="4274">
                  <c:v>0.207027878</c:v>
                </c:pt>
                <c:pt idx="4275">
                  <c:v>0.207180216</c:v>
                </c:pt>
                <c:pt idx="4276">
                  <c:v>0.207180216</c:v>
                </c:pt>
                <c:pt idx="4277">
                  <c:v>0.207230996</c:v>
                </c:pt>
                <c:pt idx="4278">
                  <c:v>0.207230996</c:v>
                </c:pt>
                <c:pt idx="4279">
                  <c:v>0.207332555</c:v>
                </c:pt>
                <c:pt idx="4280">
                  <c:v>0.207332555</c:v>
                </c:pt>
                <c:pt idx="4281">
                  <c:v>0.207383334</c:v>
                </c:pt>
                <c:pt idx="4282">
                  <c:v>0.207383334</c:v>
                </c:pt>
                <c:pt idx="4283">
                  <c:v>0.207484893</c:v>
                </c:pt>
                <c:pt idx="4284">
                  <c:v>0.207484893</c:v>
                </c:pt>
                <c:pt idx="4285">
                  <c:v>0.207941908</c:v>
                </c:pt>
                <c:pt idx="4286">
                  <c:v>0.207941908</c:v>
                </c:pt>
                <c:pt idx="4287">
                  <c:v>0.208043467</c:v>
                </c:pt>
                <c:pt idx="4288">
                  <c:v>0.208145026</c:v>
                </c:pt>
                <c:pt idx="4289">
                  <c:v>0.208195806</c:v>
                </c:pt>
                <c:pt idx="4290">
                  <c:v>0.208297365</c:v>
                </c:pt>
                <c:pt idx="4291">
                  <c:v>0.208297365</c:v>
                </c:pt>
                <c:pt idx="4292">
                  <c:v>0.208398923</c:v>
                </c:pt>
                <c:pt idx="4293">
                  <c:v>0.208500482</c:v>
                </c:pt>
                <c:pt idx="4294">
                  <c:v>0.208652821</c:v>
                </c:pt>
                <c:pt idx="4295">
                  <c:v>0.208805159</c:v>
                </c:pt>
                <c:pt idx="4296">
                  <c:v>0.208805159</c:v>
                </c:pt>
                <c:pt idx="4297">
                  <c:v>0.208805159</c:v>
                </c:pt>
                <c:pt idx="4298">
                  <c:v>0.208906718</c:v>
                </c:pt>
                <c:pt idx="4299">
                  <c:v>0.208906718</c:v>
                </c:pt>
                <c:pt idx="4300">
                  <c:v>0.209008277</c:v>
                </c:pt>
                <c:pt idx="4301">
                  <c:v>0.209109836</c:v>
                </c:pt>
                <c:pt idx="4302">
                  <c:v>0.209262174</c:v>
                </c:pt>
                <c:pt idx="4303">
                  <c:v>0.209262174</c:v>
                </c:pt>
                <c:pt idx="4304">
                  <c:v>0.209414513</c:v>
                </c:pt>
                <c:pt idx="4305">
                  <c:v>0.209414513</c:v>
                </c:pt>
                <c:pt idx="4306">
                  <c:v>0.209465292</c:v>
                </c:pt>
                <c:pt idx="4307">
                  <c:v>0.209617631</c:v>
                </c:pt>
                <c:pt idx="4308">
                  <c:v>0.209769969</c:v>
                </c:pt>
                <c:pt idx="4309">
                  <c:v>0.209769969</c:v>
                </c:pt>
                <c:pt idx="4310">
                  <c:v>0.209820748</c:v>
                </c:pt>
                <c:pt idx="4311">
                  <c:v>0.209820748</c:v>
                </c:pt>
                <c:pt idx="4312">
                  <c:v>0.209871528</c:v>
                </c:pt>
                <c:pt idx="4313">
                  <c:v>0.209871528</c:v>
                </c:pt>
                <c:pt idx="4314">
                  <c:v>0.209871528</c:v>
                </c:pt>
                <c:pt idx="4315">
                  <c:v>0.209922307</c:v>
                </c:pt>
                <c:pt idx="4316">
                  <c:v>0.209922307</c:v>
                </c:pt>
                <c:pt idx="4317">
                  <c:v>0.210176205</c:v>
                </c:pt>
                <c:pt idx="4318">
                  <c:v>0.210176205</c:v>
                </c:pt>
                <c:pt idx="4319">
                  <c:v>0.210277764</c:v>
                </c:pt>
                <c:pt idx="4320">
                  <c:v>0.210277764</c:v>
                </c:pt>
                <c:pt idx="4321">
                  <c:v>0.210379323</c:v>
                </c:pt>
                <c:pt idx="4322">
                  <c:v>0.210379323</c:v>
                </c:pt>
                <c:pt idx="4323">
                  <c:v>0.210531661</c:v>
                </c:pt>
                <c:pt idx="4324">
                  <c:v>0.210531661</c:v>
                </c:pt>
                <c:pt idx="4325">
                  <c:v>0.210785558</c:v>
                </c:pt>
                <c:pt idx="4326">
                  <c:v>0.211090235</c:v>
                </c:pt>
                <c:pt idx="4327">
                  <c:v>0.211344132</c:v>
                </c:pt>
                <c:pt idx="4328">
                  <c:v>0.211344132</c:v>
                </c:pt>
                <c:pt idx="4329">
                  <c:v>0.211445691</c:v>
                </c:pt>
                <c:pt idx="4330">
                  <c:v>0.211445691</c:v>
                </c:pt>
                <c:pt idx="4331">
                  <c:v>0.211496471</c:v>
                </c:pt>
                <c:pt idx="4332">
                  <c:v>0.211496471</c:v>
                </c:pt>
                <c:pt idx="4333">
                  <c:v>0.21154725</c:v>
                </c:pt>
                <c:pt idx="4334">
                  <c:v>0.21154725</c:v>
                </c:pt>
                <c:pt idx="4335">
                  <c:v>0.21159803</c:v>
                </c:pt>
                <c:pt idx="4336">
                  <c:v>0.21159803</c:v>
                </c:pt>
                <c:pt idx="4337">
                  <c:v>0.211699589</c:v>
                </c:pt>
                <c:pt idx="4338">
                  <c:v>0.211699589</c:v>
                </c:pt>
                <c:pt idx="4339">
                  <c:v>0.212207383</c:v>
                </c:pt>
                <c:pt idx="4340">
                  <c:v>0.212207383</c:v>
                </c:pt>
                <c:pt idx="4341">
                  <c:v>0.212207383</c:v>
                </c:pt>
                <c:pt idx="4342">
                  <c:v>0.21251206</c:v>
                </c:pt>
                <c:pt idx="4343">
                  <c:v>0.21251206</c:v>
                </c:pt>
                <c:pt idx="4344">
                  <c:v>0.21251206</c:v>
                </c:pt>
                <c:pt idx="4345">
                  <c:v>0.21251206</c:v>
                </c:pt>
                <c:pt idx="4346">
                  <c:v>0.21256284</c:v>
                </c:pt>
                <c:pt idx="4347">
                  <c:v>0.21256284</c:v>
                </c:pt>
                <c:pt idx="4348">
                  <c:v>0.212613619</c:v>
                </c:pt>
                <c:pt idx="4349">
                  <c:v>0.212613619</c:v>
                </c:pt>
                <c:pt idx="4350">
                  <c:v>0.212664399</c:v>
                </c:pt>
                <c:pt idx="4351">
                  <c:v>0.212664399</c:v>
                </c:pt>
                <c:pt idx="4352">
                  <c:v>0.212715178</c:v>
                </c:pt>
                <c:pt idx="4353">
                  <c:v>0.212715178</c:v>
                </c:pt>
                <c:pt idx="4354">
                  <c:v>0.212816737</c:v>
                </c:pt>
                <c:pt idx="4355">
                  <c:v>0.213019855</c:v>
                </c:pt>
                <c:pt idx="4356">
                  <c:v>0.213019855</c:v>
                </c:pt>
                <c:pt idx="4357">
                  <c:v>0.213172193</c:v>
                </c:pt>
                <c:pt idx="4358">
                  <c:v>0.213172193</c:v>
                </c:pt>
                <c:pt idx="4359">
                  <c:v>0.213273752</c:v>
                </c:pt>
                <c:pt idx="4360">
                  <c:v>0.21347687</c:v>
                </c:pt>
                <c:pt idx="4361">
                  <c:v>0.21347687</c:v>
                </c:pt>
                <c:pt idx="4362">
                  <c:v>0.213527649</c:v>
                </c:pt>
                <c:pt idx="4363">
                  <c:v>0.213527649</c:v>
                </c:pt>
                <c:pt idx="4364">
                  <c:v>0.213629208</c:v>
                </c:pt>
                <c:pt idx="4365">
                  <c:v>0.213629208</c:v>
                </c:pt>
                <c:pt idx="4366">
                  <c:v>0.213679988</c:v>
                </c:pt>
                <c:pt idx="4367">
                  <c:v>0.213679988</c:v>
                </c:pt>
                <c:pt idx="4368">
                  <c:v>0.213679988</c:v>
                </c:pt>
                <c:pt idx="4369">
                  <c:v>0.213679988</c:v>
                </c:pt>
                <c:pt idx="4370">
                  <c:v>0.213730767</c:v>
                </c:pt>
                <c:pt idx="4371">
                  <c:v>0.213730767</c:v>
                </c:pt>
                <c:pt idx="4372">
                  <c:v>0.213781547</c:v>
                </c:pt>
                <c:pt idx="4373">
                  <c:v>0.213883106</c:v>
                </c:pt>
                <c:pt idx="4374">
                  <c:v>0.214137003</c:v>
                </c:pt>
                <c:pt idx="4375">
                  <c:v>0.214137003</c:v>
                </c:pt>
                <c:pt idx="4376">
                  <c:v>0.214137003</c:v>
                </c:pt>
                <c:pt idx="4377">
                  <c:v>0.214187782</c:v>
                </c:pt>
                <c:pt idx="4378">
                  <c:v>0.214187782</c:v>
                </c:pt>
                <c:pt idx="4379">
                  <c:v>0.214238562</c:v>
                </c:pt>
                <c:pt idx="4380">
                  <c:v>0.214238562</c:v>
                </c:pt>
                <c:pt idx="4381">
                  <c:v>0.214289341</c:v>
                </c:pt>
                <c:pt idx="4382">
                  <c:v>0.215000254</c:v>
                </c:pt>
                <c:pt idx="4383">
                  <c:v>0.215101813</c:v>
                </c:pt>
                <c:pt idx="4384">
                  <c:v>0.215101813</c:v>
                </c:pt>
                <c:pt idx="4385">
                  <c:v>0.215152592</c:v>
                </c:pt>
                <c:pt idx="4386">
                  <c:v>0.215152592</c:v>
                </c:pt>
                <c:pt idx="4387">
                  <c:v>0.215254151</c:v>
                </c:pt>
                <c:pt idx="4388">
                  <c:v>0.215254151</c:v>
                </c:pt>
                <c:pt idx="4389">
                  <c:v>0.215508049</c:v>
                </c:pt>
                <c:pt idx="4390">
                  <c:v>0.215508049</c:v>
                </c:pt>
                <c:pt idx="4391">
                  <c:v>0.215508049</c:v>
                </c:pt>
                <c:pt idx="4392">
                  <c:v>0.215508049</c:v>
                </c:pt>
                <c:pt idx="4393">
                  <c:v>0.215660387</c:v>
                </c:pt>
                <c:pt idx="4394">
                  <c:v>0.215660387</c:v>
                </c:pt>
                <c:pt idx="4395">
                  <c:v>0.215863505</c:v>
                </c:pt>
                <c:pt idx="4396">
                  <c:v>0.215863505</c:v>
                </c:pt>
                <c:pt idx="4397">
                  <c:v>0.215965064</c:v>
                </c:pt>
                <c:pt idx="4398">
                  <c:v>0.215965064</c:v>
                </c:pt>
                <c:pt idx="4399">
                  <c:v>0.215965064</c:v>
                </c:pt>
                <c:pt idx="4400">
                  <c:v>0.216015843</c:v>
                </c:pt>
                <c:pt idx="4401">
                  <c:v>0.216015843</c:v>
                </c:pt>
                <c:pt idx="4402">
                  <c:v>0.216015843</c:v>
                </c:pt>
                <c:pt idx="4403">
                  <c:v>0.216269741</c:v>
                </c:pt>
                <c:pt idx="4404">
                  <c:v>0.216269741</c:v>
                </c:pt>
                <c:pt idx="4405">
                  <c:v>0.216371299</c:v>
                </c:pt>
                <c:pt idx="4406">
                  <c:v>0.216675976</c:v>
                </c:pt>
                <c:pt idx="4407">
                  <c:v>0.216675976</c:v>
                </c:pt>
                <c:pt idx="4408">
                  <c:v>0.216675976</c:v>
                </c:pt>
                <c:pt idx="4409">
                  <c:v>0.216675976</c:v>
                </c:pt>
                <c:pt idx="4410">
                  <c:v>0.216726756</c:v>
                </c:pt>
                <c:pt idx="4411">
                  <c:v>0.216726756</c:v>
                </c:pt>
                <c:pt idx="4412">
                  <c:v>0.216777535</c:v>
                </c:pt>
                <c:pt idx="4413">
                  <c:v>0.216777535</c:v>
                </c:pt>
                <c:pt idx="4414">
                  <c:v>0.216828315</c:v>
                </c:pt>
                <c:pt idx="4415">
                  <c:v>0.216828315</c:v>
                </c:pt>
                <c:pt idx="4416">
                  <c:v>0.216980653</c:v>
                </c:pt>
                <c:pt idx="4417">
                  <c:v>0.217082212</c:v>
                </c:pt>
                <c:pt idx="4418">
                  <c:v>0.217082212</c:v>
                </c:pt>
                <c:pt idx="4419">
                  <c:v>0.217132991</c:v>
                </c:pt>
                <c:pt idx="4420">
                  <c:v>0.217437668</c:v>
                </c:pt>
                <c:pt idx="4421">
                  <c:v>0.217539227</c:v>
                </c:pt>
                <c:pt idx="4422">
                  <c:v>0.217539227</c:v>
                </c:pt>
                <c:pt idx="4423">
                  <c:v>0.217742345</c:v>
                </c:pt>
                <c:pt idx="4424">
                  <c:v>0.217742345</c:v>
                </c:pt>
                <c:pt idx="4425">
                  <c:v>0.217793124</c:v>
                </c:pt>
                <c:pt idx="4426">
                  <c:v>0.217945463</c:v>
                </c:pt>
                <c:pt idx="4427">
                  <c:v>0.217945463</c:v>
                </c:pt>
                <c:pt idx="4428">
                  <c:v>0.218300919</c:v>
                </c:pt>
                <c:pt idx="4429">
                  <c:v>0.218504037</c:v>
                </c:pt>
                <c:pt idx="4430">
                  <c:v>0.218504037</c:v>
                </c:pt>
                <c:pt idx="4431">
                  <c:v>0.218554816</c:v>
                </c:pt>
                <c:pt idx="4432">
                  <c:v>0.218554816</c:v>
                </c:pt>
                <c:pt idx="4433">
                  <c:v>0.218808714</c:v>
                </c:pt>
                <c:pt idx="4434">
                  <c:v>0.218910273</c:v>
                </c:pt>
                <c:pt idx="4435">
                  <c:v>0.219062611</c:v>
                </c:pt>
                <c:pt idx="4436">
                  <c:v>0.219062611</c:v>
                </c:pt>
                <c:pt idx="4437">
                  <c:v>0.219113391</c:v>
                </c:pt>
                <c:pt idx="4438">
                  <c:v>0.219113391</c:v>
                </c:pt>
                <c:pt idx="4439">
                  <c:v>0.219316508</c:v>
                </c:pt>
                <c:pt idx="4440">
                  <c:v>0.219418067</c:v>
                </c:pt>
                <c:pt idx="4441">
                  <c:v>0.219418067</c:v>
                </c:pt>
                <c:pt idx="4442">
                  <c:v>0.219468847</c:v>
                </c:pt>
                <c:pt idx="4443">
                  <c:v>0.219468847</c:v>
                </c:pt>
                <c:pt idx="4444">
                  <c:v>0.219570406</c:v>
                </c:pt>
                <c:pt idx="4445">
                  <c:v>0.219671965</c:v>
                </c:pt>
                <c:pt idx="4446">
                  <c:v>0.219671965</c:v>
                </c:pt>
                <c:pt idx="4447">
                  <c:v>0.219773524</c:v>
                </c:pt>
                <c:pt idx="4448">
                  <c:v>0.219773524</c:v>
                </c:pt>
                <c:pt idx="4449">
                  <c:v>0.219824303</c:v>
                </c:pt>
                <c:pt idx="4450">
                  <c:v>0.219824303</c:v>
                </c:pt>
                <c:pt idx="4451">
                  <c:v>0.219976641</c:v>
                </c:pt>
                <c:pt idx="4452">
                  <c:v>0.219976641</c:v>
                </c:pt>
                <c:pt idx="4453">
                  <c:v>0.22012898</c:v>
                </c:pt>
                <c:pt idx="4454">
                  <c:v>0.22012898</c:v>
                </c:pt>
                <c:pt idx="4455">
                  <c:v>0.220230539</c:v>
                </c:pt>
                <c:pt idx="4456">
                  <c:v>0.220230539</c:v>
                </c:pt>
                <c:pt idx="4457">
                  <c:v>0.220281318</c:v>
                </c:pt>
                <c:pt idx="4458">
                  <c:v>0.220281318</c:v>
                </c:pt>
                <c:pt idx="4459">
                  <c:v>0.220585995</c:v>
                </c:pt>
                <c:pt idx="4460">
                  <c:v>0.220585995</c:v>
                </c:pt>
                <c:pt idx="4461">
                  <c:v>0.220789113</c:v>
                </c:pt>
                <c:pt idx="4462">
                  <c:v>0.220789113</c:v>
                </c:pt>
                <c:pt idx="4463">
                  <c:v>0.220890672</c:v>
                </c:pt>
                <c:pt idx="4464">
                  <c:v>0.220992231</c:v>
                </c:pt>
                <c:pt idx="4465">
                  <c:v>0.221195349</c:v>
                </c:pt>
                <c:pt idx="4466">
                  <c:v>0.221195349</c:v>
                </c:pt>
                <c:pt idx="4467">
                  <c:v>0.221246128</c:v>
                </c:pt>
                <c:pt idx="4468">
                  <c:v>0.221246128</c:v>
                </c:pt>
                <c:pt idx="4469">
                  <c:v>0.221347687</c:v>
                </c:pt>
                <c:pt idx="4470">
                  <c:v>0.221347687</c:v>
                </c:pt>
                <c:pt idx="4471">
                  <c:v>0.221449246</c:v>
                </c:pt>
                <c:pt idx="4472">
                  <c:v>0.221449246</c:v>
                </c:pt>
                <c:pt idx="4473">
                  <c:v>0.221500025</c:v>
                </c:pt>
                <c:pt idx="4474">
                  <c:v>0.221500025</c:v>
                </c:pt>
                <c:pt idx="4475">
                  <c:v>0.221601584</c:v>
                </c:pt>
                <c:pt idx="4476">
                  <c:v>0.221601584</c:v>
                </c:pt>
                <c:pt idx="4477">
                  <c:v>0.221703143</c:v>
                </c:pt>
                <c:pt idx="4478">
                  <c:v>0.221703143</c:v>
                </c:pt>
                <c:pt idx="4479">
                  <c:v>0.221753923</c:v>
                </c:pt>
                <c:pt idx="4480">
                  <c:v>0.221753923</c:v>
                </c:pt>
                <c:pt idx="4481">
                  <c:v>0.221855482</c:v>
                </c:pt>
                <c:pt idx="4482">
                  <c:v>0.221957041</c:v>
                </c:pt>
                <c:pt idx="4483">
                  <c:v>0.221957041</c:v>
                </c:pt>
                <c:pt idx="4484">
                  <c:v>0.221957041</c:v>
                </c:pt>
                <c:pt idx="4485">
                  <c:v>0.22200782</c:v>
                </c:pt>
                <c:pt idx="4486">
                  <c:v>0.22200782</c:v>
                </c:pt>
                <c:pt idx="4487">
                  <c:v>0.222464835</c:v>
                </c:pt>
                <c:pt idx="4488">
                  <c:v>0.222464835</c:v>
                </c:pt>
                <c:pt idx="4489">
                  <c:v>0.222566394</c:v>
                </c:pt>
                <c:pt idx="4490">
                  <c:v>0.222617174</c:v>
                </c:pt>
                <c:pt idx="4491">
                  <c:v>0.222617174</c:v>
                </c:pt>
                <c:pt idx="4492">
                  <c:v>0.222769512</c:v>
                </c:pt>
                <c:pt idx="4493">
                  <c:v>0.222769512</c:v>
                </c:pt>
                <c:pt idx="4494">
                  <c:v>0.222769512</c:v>
                </c:pt>
                <c:pt idx="4495">
                  <c:v>0.222871071</c:v>
                </c:pt>
                <c:pt idx="4496">
                  <c:v>0.22297263</c:v>
                </c:pt>
                <c:pt idx="4497">
                  <c:v>0.22297263</c:v>
                </c:pt>
                <c:pt idx="4498">
                  <c:v>0.223023409</c:v>
                </c:pt>
                <c:pt idx="4499">
                  <c:v>0.223023409</c:v>
                </c:pt>
                <c:pt idx="4500">
                  <c:v>0.223074189</c:v>
                </c:pt>
                <c:pt idx="4501">
                  <c:v>0.223074189</c:v>
                </c:pt>
                <c:pt idx="4502">
                  <c:v>0.223175748</c:v>
                </c:pt>
                <c:pt idx="4503">
                  <c:v>0.223328086</c:v>
                </c:pt>
                <c:pt idx="4504">
                  <c:v>0.223429645</c:v>
                </c:pt>
                <c:pt idx="4505">
                  <c:v>0.223480425</c:v>
                </c:pt>
                <c:pt idx="4506">
                  <c:v>0.223480425</c:v>
                </c:pt>
                <c:pt idx="4507">
                  <c:v>0.223531204</c:v>
                </c:pt>
                <c:pt idx="4508">
                  <c:v>0.223531204</c:v>
                </c:pt>
                <c:pt idx="4509">
                  <c:v>0.223632763</c:v>
                </c:pt>
                <c:pt idx="4510">
                  <c:v>0.223734322</c:v>
                </c:pt>
                <c:pt idx="4511">
                  <c:v>0.223734322</c:v>
                </c:pt>
                <c:pt idx="4512">
                  <c:v>0.22388666</c:v>
                </c:pt>
                <c:pt idx="4513">
                  <c:v>0.22388666</c:v>
                </c:pt>
                <c:pt idx="4514">
                  <c:v>0.223988219</c:v>
                </c:pt>
                <c:pt idx="4515">
                  <c:v>0.223988219</c:v>
                </c:pt>
                <c:pt idx="4516">
                  <c:v>0.224089778</c:v>
                </c:pt>
                <c:pt idx="4517">
                  <c:v>0.224191337</c:v>
                </c:pt>
                <c:pt idx="4518">
                  <c:v>0.224191337</c:v>
                </c:pt>
                <c:pt idx="4519">
                  <c:v>0.224343675</c:v>
                </c:pt>
                <c:pt idx="4520">
                  <c:v>0.224343675</c:v>
                </c:pt>
                <c:pt idx="4521">
                  <c:v>0.224394455</c:v>
                </c:pt>
                <c:pt idx="4522">
                  <c:v>0.224394455</c:v>
                </c:pt>
                <c:pt idx="4523">
                  <c:v>0.224496014</c:v>
                </c:pt>
                <c:pt idx="4524">
                  <c:v>0.224496014</c:v>
                </c:pt>
                <c:pt idx="4525">
                  <c:v>0.224546793</c:v>
                </c:pt>
                <c:pt idx="4526">
                  <c:v>0.224546793</c:v>
                </c:pt>
                <c:pt idx="4527">
                  <c:v>0.224749911</c:v>
                </c:pt>
                <c:pt idx="4528">
                  <c:v>0.224749911</c:v>
                </c:pt>
                <c:pt idx="4529">
                  <c:v>0.22485147</c:v>
                </c:pt>
                <c:pt idx="4530">
                  <c:v>0.225003808</c:v>
                </c:pt>
                <c:pt idx="4531">
                  <c:v>0.225054588</c:v>
                </c:pt>
                <c:pt idx="4532">
                  <c:v>0.225156147</c:v>
                </c:pt>
                <c:pt idx="4533">
                  <c:v>0.225156147</c:v>
                </c:pt>
                <c:pt idx="4534">
                  <c:v>0.225663942</c:v>
                </c:pt>
                <c:pt idx="4535">
                  <c:v>0.225663942</c:v>
                </c:pt>
                <c:pt idx="4536">
                  <c:v>0.225714721</c:v>
                </c:pt>
                <c:pt idx="4537">
                  <c:v>0.225714721</c:v>
                </c:pt>
                <c:pt idx="4538">
                  <c:v>0.2257655</c:v>
                </c:pt>
                <c:pt idx="4539">
                  <c:v>0.2257655</c:v>
                </c:pt>
                <c:pt idx="4540">
                  <c:v>0.225867059</c:v>
                </c:pt>
                <c:pt idx="4541">
                  <c:v>0.225867059</c:v>
                </c:pt>
                <c:pt idx="4542">
                  <c:v>0.226019398</c:v>
                </c:pt>
                <c:pt idx="4543">
                  <c:v>0.226019398</c:v>
                </c:pt>
                <c:pt idx="4544">
                  <c:v>0.226070177</c:v>
                </c:pt>
                <c:pt idx="4545">
                  <c:v>0.226070177</c:v>
                </c:pt>
                <c:pt idx="4546">
                  <c:v>0.226120957</c:v>
                </c:pt>
                <c:pt idx="4547">
                  <c:v>0.226120957</c:v>
                </c:pt>
                <c:pt idx="4548">
                  <c:v>0.226171736</c:v>
                </c:pt>
                <c:pt idx="4549">
                  <c:v>0.226171736</c:v>
                </c:pt>
                <c:pt idx="4550">
                  <c:v>0.226222516</c:v>
                </c:pt>
                <c:pt idx="4551">
                  <c:v>0.226222516</c:v>
                </c:pt>
                <c:pt idx="4552">
                  <c:v>0.226222516</c:v>
                </c:pt>
                <c:pt idx="4553">
                  <c:v>0.226324075</c:v>
                </c:pt>
                <c:pt idx="4554">
                  <c:v>0.226374854</c:v>
                </c:pt>
                <c:pt idx="4555">
                  <c:v>0.226374854</c:v>
                </c:pt>
                <c:pt idx="4556">
                  <c:v>0.226425633</c:v>
                </c:pt>
                <c:pt idx="4557">
                  <c:v>0.226425633</c:v>
                </c:pt>
                <c:pt idx="4558">
                  <c:v>0.226476413</c:v>
                </c:pt>
                <c:pt idx="4559">
                  <c:v>0.226577972</c:v>
                </c:pt>
                <c:pt idx="4560">
                  <c:v>0.226577972</c:v>
                </c:pt>
                <c:pt idx="4561">
                  <c:v>0.226628751</c:v>
                </c:pt>
                <c:pt idx="4562">
                  <c:v>0.226679531</c:v>
                </c:pt>
                <c:pt idx="4563">
                  <c:v>0.22678109</c:v>
                </c:pt>
                <c:pt idx="4564">
                  <c:v>0.22678109</c:v>
                </c:pt>
                <c:pt idx="4565">
                  <c:v>0.226831869</c:v>
                </c:pt>
                <c:pt idx="4566">
                  <c:v>0.226831869</c:v>
                </c:pt>
                <c:pt idx="4567">
                  <c:v>0.226882649</c:v>
                </c:pt>
                <c:pt idx="4568">
                  <c:v>0.226882649</c:v>
                </c:pt>
                <c:pt idx="4569">
                  <c:v>0.226882649</c:v>
                </c:pt>
                <c:pt idx="4570">
                  <c:v>0.226933428</c:v>
                </c:pt>
                <c:pt idx="4571">
                  <c:v>0.227034987</c:v>
                </c:pt>
                <c:pt idx="4572">
                  <c:v>0.227339664</c:v>
                </c:pt>
                <c:pt idx="4573">
                  <c:v>0.227339664</c:v>
                </c:pt>
                <c:pt idx="4574">
                  <c:v>0.227390443</c:v>
                </c:pt>
                <c:pt idx="4575">
                  <c:v>0.227390443</c:v>
                </c:pt>
                <c:pt idx="4576">
                  <c:v>0.227492002</c:v>
                </c:pt>
                <c:pt idx="4577">
                  <c:v>0.227644341</c:v>
                </c:pt>
                <c:pt idx="4578">
                  <c:v>0.227644341</c:v>
                </c:pt>
                <c:pt idx="4579">
                  <c:v>0.22769512</c:v>
                </c:pt>
                <c:pt idx="4580">
                  <c:v>0.2277459</c:v>
                </c:pt>
                <c:pt idx="4581">
                  <c:v>0.227796679</c:v>
                </c:pt>
                <c:pt idx="4582">
                  <c:v>0.227796679</c:v>
                </c:pt>
                <c:pt idx="4583">
                  <c:v>0.227999797</c:v>
                </c:pt>
                <c:pt idx="4584">
                  <c:v>0.228101356</c:v>
                </c:pt>
                <c:pt idx="4585">
                  <c:v>0.228101356</c:v>
                </c:pt>
                <c:pt idx="4586">
                  <c:v>0.228202915</c:v>
                </c:pt>
                <c:pt idx="4587">
                  <c:v>0.228304474</c:v>
                </c:pt>
                <c:pt idx="4588">
                  <c:v>0.228456812</c:v>
                </c:pt>
                <c:pt idx="4589">
                  <c:v>0.228456812</c:v>
                </c:pt>
                <c:pt idx="4590">
                  <c:v>0.228558371</c:v>
                </c:pt>
                <c:pt idx="4591">
                  <c:v>0.22865993</c:v>
                </c:pt>
                <c:pt idx="4592">
                  <c:v>0.228913827</c:v>
                </c:pt>
                <c:pt idx="4593">
                  <c:v>0.228913827</c:v>
                </c:pt>
                <c:pt idx="4594">
                  <c:v>0.229015386</c:v>
                </c:pt>
                <c:pt idx="4595">
                  <c:v>0.229116945</c:v>
                </c:pt>
                <c:pt idx="4596">
                  <c:v>0.229167725</c:v>
                </c:pt>
                <c:pt idx="4597">
                  <c:v>0.229269284</c:v>
                </c:pt>
                <c:pt idx="4598">
                  <c:v>0.229320063</c:v>
                </c:pt>
                <c:pt idx="4599">
                  <c:v>0.229320063</c:v>
                </c:pt>
                <c:pt idx="4600">
                  <c:v>0.229370842</c:v>
                </c:pt>
                <c:pt idx="4601">
                  <c:v>0.229370842</c:v>
                </c:pt>
                <c:pt idx="4602">
                  <c:v>0.229523181</c:v>
                </c:pt>
                <c:pt idx="4603">
                  <c:v>0.22962474</c:v>
                </c:pt>
                <c:pt idx="4604">
                  <c:v>0.22962474</c:v>
                </c:pt>
                <c:pt idx="4605">
                  <c:v>0.229827858</c:v>
                </c:pt>
                <c:pt idx="4606">
                  <c:v>0.229827858</c:v>
                </c:pt>
                <c:pt idx="4607">
                  <c:v>0.229929417</c:v>
                </c:pt>
                <c:pt idx="4608">
                  <c:v>0.229929417</c:v>
                </c:pt>
                <c:pt idx="4609">
                  <c:v>0.230030975</c:v>
                </c:pt>
                <c:pt idx="4610">
                  <c:v>0.230030975</c:v>
                </c:pt>
                <c:pt idx="4611">
                  <c:v>0.230183314</c:v>
                </c:pt>
                <c:pt idx="4612">
                  <c:v>0.230183314</c:v>
                </c:pt>
                <c:pt idx="4613">
                  <c:v>0.230183314</c:v>
                </c:pt>
                <c:pt idx="4614">
                  <c:v>0.230234093</c:v>
                </c:pt>
                <c:pt idx="4615">
                  <c:v>0.230234093</c:v>
                </c:pt>
                <c:pt idx="4616">
                  <c:v>0.230284873</c:v>
                </c:pt>
                <c:pt idx="4617">
                  <c:v>0.230386432</c:v>
                </c:pt>
                <c:pt idx="4618">
                  <c:v>0.23058955</c:v>
                </c:pt>
                <c:pt idx="4619">
                  <c:v>0.23058955</c:v>
                </c:pt>
                <c:pt idx="4620">
                  <c:v>0.230691109</c:v>
                </c:pt>
                <c:pt idx="4621">
                  <c:v>0.230792667</c:v>
                </c:pt>
                <c:pt idx="4622">
                  <c:v>0.230894226</c:v>
                </c:pt>
                <c:pt idx="4623">
                  <c:v>0.230894226</c:v>
                </c:pt>
                <c:pt idx="4624">
                  <c:v>0.230945006</c:v>
                </c:pt>
                <c:pt idx="4625">
                  <c:v>0.230945006</c:v>
                </c:pt>
                <c:pt idx="4626">
                  <c:v>0.231046565</c:v>
                </c:pt>
                <c:pt idx="4627">
                  <c:v>0.231046565</c:v>
                </c:pt>
                <c:pt idx="4628">
                  <c:v>0.231198903</c:v>
                </c:pt>
                <c:pt idx="4629">
                  <c:v>0.231198903</c:v>
                </c:pt>
                <c:pt idx="4630">
                  <c:v>0.231300462</c:v>
                </c:pt>
                <c:pt idx="4631">
                  <c:v>0.231300462</c:v>
                </c:pt>
                <c:pt idx="4632">
                  <c:v>0.231402021</c:v>
                </c:pt>
                <c:pt idx="4633">
                  <c:v>0.231402021</c:v>
                </c:pt>
                <c:pt idx="4634">
                  <c:v>0.2314528</c:v>
                </c:pt>
                <c:pt idx="4635">
                  <c:v>0.2314528</c:v>
                </c:pt>
                <c:pt idx="4636">
                  <c:v>0.231554359</c:v>
                </c:pt>
                <c:pt idx="4637">
                  <c:v>0.231554359</c:v>
                </c:pt>
                <c:pt idx="4638">
                  <c:v>0.231655918</c:v>
                </c:pt>
                <c:pt idx="4639">
                  <c:v>0.231655918</c:v>
                </c:pt>
                <c:pt idx="4640">
                  <c:v>0.231655918</c:v>
                </c:pt>
                <c:pt idx="4641">
                  <c:v>0.231757477</c:v>
                </c:pt>
                <c:pt idx="4642">
                  <c:v>0.231757477</c:v>
                </c:pt>
                <c:pt idx="4643">
                  <c:v>0.231859036</c:v>
                </c:pt>
                <c:pt idx="4644">
                  <c:v>0.231960595</c:v>
                </c:pt>
                <c:pt idx="4645">
                  <c:v>0.231960595</c:v>
                </c:pt>
                <c:pt idx="4646">
                  <c:v>0.232214492</c:v>
                </c:pt>
                <c:pt idx="4647">
                  <c:v>0.232214492</c:v>
                </c:pt>
                <c:pt idx="4648">
                  <c:v>0.232366831</c:v>
                </c:pt>
                <c:pt idx="4649">
                  <c:v>0.232366831</c:v>
                </c:pt>
                <c:pt idx="4650">
                  <c:v>0.23246839</c:v>
                </c:pt>
                <c:pt idx="4651">
                  <c:v>0.232519169</c:v>
                </c:pt>
                <c:pt idx="4652">
                  <c:v>0.232519169</c:v>
                </c:pt>
                <c:pt idx="4653">
                  <c:v>0.232620728</c:v>
                </c:pt>
                <c:pt idx="4654">
                  <c:v>0.232620728</c:v>
                </c:pt>
                <c:pt idx="4655">
                  <c:v>0.232773067</c:v>
                </c:pt>
                <c:pt idx="4656">
                  <c:v>0.232773067</c:v>
                </c:pt>
                <c:pt idx="4657">
                  <c:v>0.232823846</c:v>
                </c:pt>
                <c:pt idx="4658">
                  <c:v>0.232823846</c:v>
                </c:pt>
                <c:pt idx="4659">
                  <c:v>0.232874626</c:v>
                </c:pt>
                <c:pt idx="4660">
                  <c:v>0.232874626</c:v>
                </c:pt>
                <c:pt idx="4661">
                  <c:v>0.232925405</c:v>
                </c:pt>
                <c:pt idx="4662">
                  <c:v>0.233026964</c:v>
                </c:pt>
                <c:pt idx="4663">
                  <c:v>0.233230082</c:v>
                </c:pt>
                <c:pt idx="4664">
                  <c:v>0.233230082</c:v>
                </c:pt>
                <c:pt idx="4665">
                  <c:v>0.233280861</c:v>
                </c:pt>
                <c:pt idx="4666">
                  <c:v>0.233280861</c:v>
                </c:pt>
                <c:pt idx="4667">
                  <c:v>0.23338242</c:v>
                </c:pt>
                <c:pt idx="4668">
                  <c:v>0.23338242</c:v>
                </c:pt>
                <c:pt idx="4669">
                  <c:v>0.2334332</c:v>
                </c:pt>
                <c:pt idx="4670">
                  <c:v>0.2334332</c:v>
                </c:pt>
                <c:pt idx="4671">
                  <c:v>0.233737876</c:v>
                </c:pt>
                <c:pt idx="4672">
                  <c:v>0.233737876</c:v>
                </c:pt>
                <c:pt idx="4673">
                  <c:v>0.233839435</c:v>
                </c:pt>
                <c:pt idx="4674">
                  <c:v>0.233839435</c:v>
                </c:pt>
                <c:pt idx="4675">
                  <c:v>0.233991774</c:v>
                </c:pt>
                <c:pt idx="4676">
                  <c:v>0.233991774</c:v>
                </c:pt>
                <c:pt idx="4677">
                  <c:v>0.234398009</c:v>
                </c:pt>
                <c:pt idx="4678">
                  <c:v>0.234398009</c:v>
                </c:pt>
                <c:pt idx="4679">
                  <c:v>0.234499568</c:v>
                </c:pt>
                <c:pt idx="4680">
                  <c:v>0.234601127</c:v>
                </c:pt>
                <c:pt idx="4681">
                  <c:v>0.234601127</c:v>
                </c:pt>
                <c:pt idx="4682">
                  <c:v>0.234601127</c:v>
                </c:pt>
                <c:pt idx="4683">
                  <c:v>0.234651907</c:v>
                </c:pt>
                <c:pt idx="4684">
                  <c:v>0.234651907</c:v>
                </c:pt>
                <c:pt idx="4685">
                  <c:v>0.234702686</c:v>
                </c:pt>
                <c:pt idx="4686">
                  <c:v>0.234702686</c:v>
                </c:pt>
                <c:pt idx="4687">
                  <c:v>0.234753466</c:v>
                </c:pt>
                <c:pt idx="4688">
                  <c:v>0.234855025</c:v>
                </c:pt>
                <c:pt idx="4689">
                  <c:v>0.234855025</c:v>
                </c:pt>
                <c:pt idx="4690">
                  <c:v>0.234905804</c:v>
                </c:pt>
                <c:pt idx="4691">
                  <c:v>0.234905804</c:v>
                </c:pt>
                <c:pt idx="4692">
                  <c:v>0.234956584</c:v>
                </c:pt>
                <c:pt idx="4693">
                  <c:v>0.234956584</c:v>
                </c:pt>
                <c:pt idx="4694">
                  <c:v>0.234956584</c:v>
                </c:pt>
                <c:pt idx="4695">
                  <c:v>0.234956584</c:v>
                </c:pt>
                <c:pt idx="4696">
                  <c:v>0.235058142</c:v>
                </c:pt>
                <c:pt idx="4697">
                  <c:v>0.235058142</c:v>
                </c:pt>
                <c:pt idx="4698">
                  <c:v>0.235108922</c:v>
                </c:pt>
                <c:pt idx="4699">
                  <c:v>0.235108922</c:v>
                </c:pt>
                <c:pt idx="4700">
                  <c:v>0.235210481</c:v>
                </c:pt>
                <c:pt idx="4701">
                  <c:v>0.235362819</c:v>
                </c:pt>
                <c:pt idx="4702">
                  <c:v>0.235362819</c:v>
                </c:pt>
                <c:pt idx="4703">
                  <c:v>0.235464378</c:v>
                </c:pt>
                <c:pt idx="4704">
                  <c:v>0.235464378</c:v>
                </c:pt>
                <c:pt idx="4705">
                  <c:v>0.235616717</c:v>
                </c:pt>
                <c:pt idx="4706">
                  <c:v>0.235616717</c:v>
                </c:pt>
                <c:pt idx="4707">
                  <c:v>0.235667496</c:v>
                </c:pt>
                <c:pt idx="4708">
                  <c:v>0.235718276</c:v>
                </c:pt>
                <c:pt idx="4709">
                  <c:v>0.235769055</c:v>
                </c:pt>
                <c:pt idx="4710">
                  <c:v>0.235769055</c:v>
                </c:pt>
                <c:pt idx="4711">
                  <c:v>0.235819834</c:v>
                </c:pt>
                <c:pt idx="4712">
                  <c:v>0.235819834</c:v>
                </c:pt>
                <c:pt idx="4713">
                  <c:v>0.236124511</c:v>
                </c:pt>
                <c:pt idx="4714">
                  <c:v>0.236124511</c:v>
                </c:pt>
                <c:pt idx="4715">
                  <c:v>0.236429188</c:v>
                </c:pt>
                <c:pt idx="4716">
                  <c:v>0.236429188</c:v>
                </c:pt>
                <c:pt idx="4717">
                  <c:v>0.236429188</c:v>
                </c:pt>
                <c:pt idx="4718">
                  <c:v>0.236479968</c:v>
                </c:pt>
                <c:pt idx="4719">
                  <c:v>0.236683085</c:v>
                </c:pt>
                <c:pt idx="4720">
                  <c:v>0.236683085</c:v>
                </c:pt>
                <c:pt idx="4721">
                  <c:v>0.236835424</c:v>
                </c:pt>
                <c:pt idx="4722">
                  <c:v>0.236835424</c:v>
                </c:pt>
                <c:pt idx="4723">
                  <c:v>0.236886203</c:v>
                </c:pt>
                <c:pt idx="4724">
                  <c:v>0.236886203</c:v>
                </c:pt>
                <c:pt idx="4725">
                  <c:v>0.236987762</c:v>
                </c:pt>
                <c:pt idx="4726">
                  <c:v>0.237089321</c:v>
                </c:pt>
                <c:pt idx="4727">
                  <c:v>0.237089321</c:v>
                </c:pt>
                <c:pt idx="4728">
                  <c:v>0.23719088</c:v>
                </c:pt>
                <c:pt idx="4729">
                  <c:v>0.23719088</c:v>
                </c:pt>
                <c:pt idx="4730">
                  <c:v>0.237241659</c:v>
                </c:pt>
                <c:pt idx="4731">
                  <c:v>0.237444777</c:v>
                </c:pt>
                <c:pt idx="4732">
                  <c:v>0.237495557</c:v>
                </c:pt>
                <c:pt idx="4733">
                  <c:v>0.237495557</c:v>
                </c:pt>
                <c:pt idx="4734">
                  <c:v>0.237546336</c:v>
                </c:pt>
                <c:pt idx="4735">
                  <c:v>0.237647895</c:v>
                </c:pt>
                <c:pt idx="4736">
                  <c:v>0.237749454</c:v>
                </c:pt>
                <c:pt idx="4737">
                  <c:v>0.237851013</c:v>
                </c:pt>
                <c:pt idx="4738">
                  <c:v>0.237901793</c:v>
                </c:pt>
                <c:pt idx="4739">
                  <c:v>0.237901793</c:v>
                </c:pt>
                <c:pt idx="4740">
                  <c:v>0.238003351</c:v>
                </c:pt>
                <c:pt idx="4741">
                  <c:v>0.238003351</c:v>
                </c:pt>
                <c:pt idx="4742">
                  <c:v>0.23810491</c:v>
                </c:pt>
                <c:pt idx="4743">
                  <c:v>0.23810491</c:v>
                </c:pt>
                <c:pt idx="4744">
                  <c:v>0.238257249</c:v>
                </c:pt>
                <c:pt idx="4745">
                  <c:v>0.238257249</c:v>
                </c:pt>
                <c:pt idx="4746">
                  <c:v>0.238358808</c:v>
                </c:pt>
                <c:pt idx="4747">
                  <c:v>0.238358808</c:v>
                </c:pt>
                <c:pt idx="4748">
                  <c:v>0.238358808</c:v>
                </c:pt>
                <c:pt idx="4749">
                  <c:v>0.238714264</c:v>
                </c:pt>
                <c:pt idx="4750">
                  <c:v>0.238714264</c:v>
                </c:pt>
                <c:pt idx="4751">
                  <c:v>0.238815823</c:v>
                </c:pt>
                <c:pt idx="4752">
                  <c:v>0.238815823</c:v>
                </c:pt>
                <c:pt idx="4753">
                  <c:v>0.238917382</c:v>
                </c:pt>
                <c:pt idx="4754">
                  <c:v>0.238917382</c:v>
                </c:pt>
                <c:pt idx="4755">
                  <c:v>0.23906972</c:v>
                </c:pt>
                <c:pt idx="4756">
                  <c:v>0.23906972</c:v>
                </c:pt>
                <c:pt idx="4757">
                  <c:v>0.239171279</c:v>
                </c:pt>
                <c:pt idx="4758">
                  <c:v>0.239222059</c:v>
                </c:pt>
                <c:pt idx="4759">
                  <c:v>0.239222059</c:v>
                </c:pt>
                <c:pt idx="4760">
                  <c:v>0.239272838</c:v>
                </c:pt>
                <c:pt idx="4761">
                  <c:v>0.239272838</c:v>
                </c:pt>
                <c:pt idx="4762">
                  <c:v>0.239374397</c:v>
                </c:pt>
                <c:pt idx="4763">
                  <c:v>0.239374397</c:v>
                </c:pt>
                <c:pt idx="4764">
                  <c:v>0.239374397</c:v>
                </c:pt>
                <c:pt idx="4765">
                  <c:v>0.239526735</c:v>
                </c:pt>
                <c:pt idx="4766">
                  <c:v>0.239729853</c:v>
                </c:pt>
                <c:pt idx="4767">
                  <c:v>0.239729853</c:v>
                </c:pt>
                <c:pt idx="4768">
                  <c:v>0.239831412</c:v>
                </c:pt>
                <c:pt idx="4769">
                  <c:v>0.239831412</c:v>
                </c:pt>
                <c:pt idx="4770">
                  <c:v>0.239983751</c:v>
                </c:pt>
                <c:pt idx="4771">
                  <c:v>0.239983751</c:v>
                </c:pt>
                <c:pt idx="4772">
                  <c:v>0.24003453</c:v>
                </c:pt>
                <c:pt idx="4773">
                  <c:v>0.24003453</c:v>
                </c:pt>
                <c:pt idx="4774">
                  <c:v>0.240136089</c:v>
                </c:pt>
                <c:pt idx="4775">
                  <c:v>0.240136089</c:v>
                </c:pt>
                <c:pt idx="4776">
                  <c:v>0.240440766</c:v>
                </c:pt>
                <c:pt idx="4777">
                  <c:v>0.240593104</c:v>
                </c:pt>
                <c:pt idx="4778">
                  <c:v>0.240593104</c:v>
                </c:pt>
                <c:pt idx="4779">
                  <c:v>0.240694663</c:v>
                </c:pt>
                <c:pt idx="4780">
                  <c:v>0.240694663</c:v>
                </c:pt>
                <c:pt idx="4781">
                  <c:v>0.240796222</c:v>
                </c:pt>
                <c:pt idx="4782">
                  <c:v>0.240796222</c:v>
                </c:pt>
                <c:pt idx="4783">
                  <c:v>0.24099934</c:v>
                </c:pt>
                <c:pt idx="4784">
                  <c:v>0.24099934</c:v>
                </c:pt>
                <c:pt idx="4785">
                  <c:v>0.241253237</c:v>
                </c:pt>
                <c:pt idx="4786">
                  <c:v>0.241253237</c:v>
                </c:pt>
                <c:pt idx="4787">
                  <c:v>0.241405576</c:v>
                </c:pt>
                <c:pt idx="4788">
                  <c:v>0.241405576</c:v>
                </c:pt>
                <c:pt idx="4789">
                  <c:v>0.241456355</c:v>
                </c:pt>
                <c:pt idx="4790">
                  <c:v>0.241557914</c:v>
                </c:pt>
                <c:pt idx="4791">
                  <c:v>0.241557914</c:v>
                </c:pt>
                <c:pt idx="4792">
                  <c:v>0.241608693</c:v>
                </c:pt>
                <c:pt idx="4793">
                  <c:v>0.242116488</c:v>
                </c:pt>
                <c:pt idx="4794">
                  <c:v>0.242167268</c:v>
                </c:pt>
                <c:pt idx="4795">
                  <c:v>0.242167268</c:v>
                </c:pt>
                <c:pt idx="4796">
                  <c:v>0.242319606</c:v>
                </c:pt>
                <c:pt idx="4797">
                  <c:v>0.242319606</c:v>
                </c:pt>
                <c:pt idx="4798">
                  <c:v>0.242370385</c:v>
                </c:pt>
                <c:pt idx="4799">
                  <c:v>0.242370385</c:v>
                </c:pt>
                <c:pt idx="4800">
                  <c:v>0.242471944</c:v>
                </c:pt>
                <c:pt idx="4801">
                  <c:v>0.242471944</c:v>
                </c:pt>
                <c:pt idx="4802">
                  <c:v>0.242522724</c:v>
                </c:pt>
                <c:pt idx="4803">
                  <c:v>0.242624283</c:v>
                </c:pt>
                <c:pt idx="4804">
                  <c:v>0.242675062</c:v>
                </c:pt>
                <c:pt idx="4805">
                  <c:v>0.242675062</c:v>
                </c:pt>
                <c:pt idx="4806">
                  <c:v>0.242725842</c:v>
                </c:pt>
                <c:pt idx="4807">
                  <c:v>0.242725842</c:v>
                </c:pt>
                <c:pt idx="4808">
                  <c:v>0.242776621</c:v>
                </c:pt>
                <c:pt idx="4809">
                  <c:v>0.24287818</c:v>
                </c:pt>
                <c:pt idx="4810">
                  <c:v>0.24287818</c:v>
                </c:pt>
                <c:pt idx="4811">
                  <c:v>0.242979739</c:v>
                </c:pt>
                <c:pt idx="4812">
                  <c:v>0.242979739</c:v>
                </c:pt>
                <c:pt idx="4813">
                  <c:v>0.243081298</c:v>
                </c:pt>
                <c:pt idx="4814">
                  <c:v>0.243081298</c:v>
                </c:pt>
                <c:pt idx="4815">
                  <c:v>0.243132077</c:v>
                </c:pt>
                <c:pt idx="4816">
                  <c:v>0.243132077</c:v>
                </c:pt>
                <c:pt idx="4817">
                  <c:v>0.243233636</c:v>
                </c:pt>
                <c:pt idx="4818">
                  <c:v>0.243233636</c:v>
                </c:pt>
                <c:pt idx="4819">
                  <c:v>0.243284416</c:v>
                </c:pt>
                <c:pt idx="4820">
                  <c:v>0.243385975</c:v>
                </c:pt>
                <c:pt idx="4821">
                  <c:v>0.243538313</c:v>
                </c:pt>
                <c:pt idx="4822">
                  <c:v>0.243639872</c:v>
                </c:pt>
                <c:pt idx="4823">
                  <c:v>0.243639872</c:v>
                </c:pt>
                <c:pt idx="4824">
                  <c:v>0.243741431</c:v>
                </c:pt>
                <c:pt idx="4825">
                  <c:v>0.243893769</c:v>
                </c:pt>
                <c:pt idx="4826">
                  <c:v>0.244096887</c:v>
                </c:pt>
                <c:pt idx="4827">
                  <c:v>0.244096887</c:v>
                </c:pt>
                <c:pt idx="4828">
                  <c:v>0.244147667</c:v>
                </c:pt>
                <c:pt idx="4829">
                  <c:v>0.244249226</c:v>
                </c:pt>
                <c:pt idx="4830">
                  <c:v>0.244249226</c:v>
                </c:pt>
                <c:pt idx="4831">
                  <c:v>0.244350785</c:v>
                </c:pt>
                <c:pt idx="4832">
                  <c:v>0.244452343</c:v>
                </c:pt>
                <c:pt idx="4833">
                  <c:v>0.244655461</c:v>
                </c:pt>
                <c:pt idx="4834">
                  <c:v>0.244655461</c:v>
                </c:pt>
                <c:pt idx="4835">
                  <c:v>0.24475702</c:v>
                </c:pt>
                <c:pt idx="4836">
                  <c:v>0.24475702</c:v>
                </c:pt>
                <c:pt idx="4837">
                  <c:v>0.244909359</c:v>
                </c:pt>
                <c:pt idx="4838">
                  <c:v>0.244960138</c:v>
                </c:pt>
                <c:pt idx="4839">
                  <c:v>0.245264815</c:v>
                </c:pt>
                <c:pt idx="4840">
                  <c:v>0.245366374</c:v>
                </c:pt>
                <c:pt idx="4841">
                  <c:v>0.245366374</c:v>
                </c:pt>
                <c:pt idx="4842">
                  <c:v>0.24577261</c:v>
                </c:pt>
                <c:pt idx="4843">
                  <c:v>0.245874168</c:v>
                </c:pt>
                <c:pt idx="4844">
                  <c:v>0.245874168</c:v>
                </c:pt>
                <c:pt idx="4845">
                  <c:v>0.245975727</c:v>
                </c:pt>
                <c:pt idx="4846">
                  <c:v>0.246077286</c:v>
                </c:pt>
                <c:pt idx="4847">
                  <c:v>0.246178845</c:v>
                </c:pt>
                <c:pt idx="4848">
                  <c:v>0.246331184</c:v>
                </c:pt>
                <c:pt idx="4849">
                  <c:v>0.246331184</c:v>
                </c:pt>
                <c:pt idx="4850">
                  <c:v>0.246331184</c:v>
                </c:pt>
                <c:pt idx="4851">
                  <c:v>0.246381963</c:v>
                </c:pt>
                <c:pt idx="4852">
                  <c:v>0.246381963</c:v>
                </c:pt>
                <c:pt idx="4853">
                  <c:v>0.246534302</c:v>
                </c:pt>
                <c:pt idx="4854">
                  <c:v>0.246585081</c:v>
                </c:pt>
                <c:pt idx="4855">
                  <c:v>0.246737419</c:v>
                </c:pt>
                <c:pt idx="4856">
                  <c:v>0.246788199</c:v>
                </c:pt>
                <c:pt idx="4857">
                  <c:v>0.246788199</c:v>
                </c:pt>
                <c:pt idx="4858">
                  <c:v>0.246889758</c:v>
                </c:pt>
                <c:pt idx="4859">
                  <c:v>0.246889758</c:v>
                </c:pt>
                <c:pt idx="4860">
                  <c:v>0.247092876</c:v>
                </c:pt>
                <c:pt idx="4861">
                  <c:v>0.247092876</c:v>
                </c:pt>
                <c:pt idx="4862">
                  <c:v>0.247143655</c:v>
                </c:pt>
                <c:pt idx="4863">
                  <c:v>0.247245214</c:v>
                </c:pt>
                <c:pt idx="4864">
                  <c:v>0.24760067</c:v>
                </c:pt>
                <c:pt idx="4865">
                  <c:v>0.24760067</c:v>
                </c:pt>
                <c:pt idx="4866">
                  <c:v>0.24765145</c:v>
                </c:pt>
                <c:pt idx="4867">
                  <c:v>0.24765145</c:v>
                </c:pt>
                <c:pt idx="4868">
                  <c:v>0.247803788</c:v>
                </c:pt>
                <c:pt idx="4869">
                  <c:v>0.247905347</c:v>
                </c:pt>
                <c:pt idx="4870">
                  <c:v>0.248006906</c:v>
                </c:pt>
                <c:pt idx="4871">
                  <c:v>0.248006906</c:v>
                </c:pt>
                <c:pt idx="4872">
                  <c:v>0.248108465</c:v>
                </c:pt>
                <c:pt idx="4873">
                  <c:v>0.248108465</c:v>
                </c:pt>
                <c:pt idx="4874">
                  <c:v>0.248260803</c:v>
                </c:pt>
                <c:pt idx="4875">
                  <c:v>0.248260803</c:v>
                </c:pt>
                <c:pt idx="4876">
                  <c:v>0.248362362</c:v>
                </c:pt>
                <c:pt idx="4877">
                  <c:v>0.248362362</c:v>
                </c:pt>
                <c:pt idx="4878">
                  <c:v>0.248413142</c:v>
                </c:pt>
                <c:pt idx="4879">
                  <c:v>0.248413142</c:v>
                </c:pt>
                <c:pt idx="4880">
                  <c:v>0.248463921</c:v>
                </c:pt>
                <c:pt idx="4881">
                  <c:v>0.248463921</c:v>
                </c:pt>
                <c:pt idx="4882">
                  <c:v>0.248514701</c:v>
                </c:pt>
                <c:pt idx="4883">
                  <c:v>0.248514701</c:v>
                </c:pt>
                <c:pt idx="4884">
                  <c:v>0.24861626</c:v>
                </c:pt>
                <c:pt idx="4885">
                  <c:v>0.248819377</c:v>
                </c:pt>
                <c:pt idx="4886">
                  <c:v>0.248870157</c:v>
                </c:pt>
                <c:pt idx="4887">
                  <c:v>0.248870157</c:v>
                </c:pt>
                <c:pt idx="4888">
                  <c:v>0.248971716</c:v>
                </c:pt>
                <c:pt idx="4889">
                  <c:v>0.248971716</c:v>
                </c:pt>
                <c:pt idx="4890">
                  <c:v>0.249022495</c:v>
                </c:pt>
                <c:pt idx="4891">
                  <c:v>0.249022495</c:v>
                </c:pt>
                <c:pt idx="4892">
                  <c:v>0.249073275</c:v>
                </c:pt>
                <c:pt idx="4893">
                  <c:v>0.249073275</c:v>
                </c:pt>
                <c:pt idx="4894">
                  <c:v>0.249124054</c:v>
                </c:pt>
                <c:pt idx="4895">
                  <c:v>0.249225613</c:v>
                </c:pt>
                <c:pt idx="4896">
                  <c:v>0.249327172</c:v>
                </c:pt>
                <c:pt idx="4897">
                  <c:v>0.249327172</c:v>
                </c:pt>
                <c:pt idx="4898">
                  <c:v>0.249377952</c:v>
                </c:pt>
                <c:pt idx="4899">
                  <c:v>0.249377952</c:v>
                </c:pt>
                <c:pt idx="4900">
                  <c:v>0.249581069</c:v>
                </c:pt>
                <c:pt idx="4901">
                  <c:v>0.249581069</c:v>
                </c:pt>
                <c:pt idx="4902">
                  <c:v>0.250291982</c:v>
                </c:pt>
                <c:pt idx="4903">
                  <c:v>0.250291982</c:v>
                </c:pt>
                <c:pt idx="4904">
                  <c:v>0.250291982</c:v>
                </c:pt>
                <c:pt idx="4905">
                  <c:v>0.250342761</c:v>
                </c:pt>
                <c:pt idx="4906">
                  <c:v>0.250342761</c:v>
                </c:pt>
                <c:pt idx="4907">
                  <c:v>0.250393541</c:v>
                </c:pt>
                <c:pt idx="4908">
                  <c:v>0.250393541</c:v>
                </c:pt>
                <c:pt idx="4909">
                  <c:v>0.2504951</c:v>
                </c:pt>
                <c:pt idx="4910">
                  <c:v>0.2504951</c:v>
                </c:pt>
                <c:pt idx="4911">
                  <c:v>0.250596659</c:v>
                </c:pt>
                <c:pt idx="4912">
                  <c:v>0.250596659</c:v>
                </c:pt>
                <c:pt idx="4913">
                  <c:v>0.250698218</c:v>
                </c:pt>
                <c:pt idx="4914">
                  <c:v>0.250799777</c:v>
                </c:pt>
                <c:pt idx="4915">
                  <c:v>0.250952115</c:v>
                </c:pt>
                <c:pt idx="4916">
                  <c:v>0.250952115</c:v>
                </c:pt>
                <c:pt idx="4917">
                  <c:v>0.251002894</c:v>
                </c:pt>
                <c:pt idx="4918">
                  <c:v>0.251002894</c:v>
                </c:pt>
                <c:pt idx="4919">
                  <c:v>0.251256792</c:v>
                </c:pt>
                <c:pt idx="4920">
                  <c:v>0.251256792</c:v>
                </c:pt>
                <c:pt idx="4921">
                  <c:v>0.251358351</c:v>
                </c:pt>
                <c:pt idx="4922">
                  <c:v>0.251358351</c:v>
                </c:pt>
                <c:pt idx="4923">
                  <c:v>0.25140913</c:v>
                </c:pt>
                <c:pt idx="4924">
                  <c:v>0.25140913</c:v>
                </c:pt>
                <c:pt idx="4925">
                  <c:v>0.251510689</c:v>
                </c:pt>
                <c:pt idx="4926">
                  <c:v>0.251561469</c:v>
                </c:pt>
                <c:pt idx="4927">
                  <c:v>0.251561469</c:v>
                </c:pt>
                <c:pt idx="4928">
                  <c:v>0.251764586</c:v>
                </c:pt>
                <c:pt idx="4929">
                  <c:v>0.251764586</c:v>
                </c:pt>
                <c:pt idx="4930">
                  <c:v>0.251815366</c:v>
                </c:pt>
                <c:pt idx="4931">
                  <c:v>0.251815366</c:v>
                </c:pt>
                <c:pt idx="4932">
                  <c:v>0.251866145</c:v>
                </c:pt>
                <c:pt idx="4933">
                  <c:v>0.251866145</c:v>
                </c:pt>
                <c:pt idx="4934">
                  <c:v>0.251967704</c:v>
                </c:pt>
                <c:pt idx="4935">
                  <c:v>0.251967704</c:v>
                </c:pt>
                <c:pt idx="4936">
                  <c:v>0.252018484</c:v>
                </c:pt>
                <c:pt idx="4937">
                  <c:v>0.252018484</c:v>
                </c:pt>
                <c:pt idx="4938">
                  <c:v>0.252018484</c:v>
                </c:pt>
                <c:pt idx="4939">
                  <c:v>0.252069263</c:v>
                </c:pt>
                <c:pt idx="4940">
                  <c:v>0.252069263</c:v>
                </c:pt>
                <c:pt idx="4941">
                  <c:v>0.252120043</c:v>
                </c:pt>
                <c:pt idx="4942">
                  <c:v>0.252120043</c:v>
                </c:pt>
                <c:pt idx="4943">
                  <c:v>0.252170822</c:v>
                </c:pt>
                <c:pt idx="4944">
                  <c:v>0.252170822</c:v>
                </c:pt>
                <c:pt idx="4945">
                  <c:v>0.252272381</c:v>
                </c:pt>
                <c:pt idx="4946">
                  <c:v>0.25237394</c:v>
                </c:pt>
                <c:pt idx="4947">
                  <c:v>0.252526278</c:v>
                </c:pt>
                <c:pt idx="4948">
                  <c:v>0.252729396</c:v>
                </c:pt>
                <c:pt idx="4949">
                  <c:v>0.252729396</c:v>
                </c:pt>
                <c:pt idx="4950">
                  <c:v>0.252780176</c:v>
                </c:pt>
                <c:pt idx="4951">
                  <c:v>0.252881735</c:v>
                </c:pt>
                <c:pt idx="4952">
                  <c:v>0.252983294</c:v>
                </c:pt>
                <c:pt idx="4953">
                  <c:v>0.252983294</c:v>
                </c:pt>
                <c:pt idx="4954">
                  <c:v>0.253084852</c:v>
                </c:pt>
                <c:pt idx="4955">
                  <c:v>0.253084852</c:v>
                </c:pt>
                <c:pt idx="4956">
                  <c:v>0.253135632</c:v>
                </c:pt>
                <c:pt idx="4957">
                  <c:v>0.253135632</c:v>
                </c:pt>
                <c:pt idx="4958">
                  <c:v>0.25328797</c:v>
                </c:pt>
                <c:pt idx="4959">
                  <c:v>0.25328797</c:v>
                </c:pt>
                <c:pt idx="4960">
                  <c:v>0.253389529</c:v>
                </c:pt>
                <c:pt idx="4961">
                  <c:v>0.253389529</c:v>
                </c:pt>
                <c:pt idx="4962">
                  <c:v>0.253389529</c:v>
                </c:pt>
                <c:pt idx="4963">
                  <c:v>0.253440309</c:v>
                </c:pt>
                <c:pt idx="4964">
                  <c:v>0.253440309</c:v>
                </c:pt>
                <c:pt idx="4965">
                  <c:v>0.253694206</c:v>
                </c:pt>
                <c:pt idx="4966">
                  <c:v>0.253694206</c:v>
                </c:pt>
                <c:pt idx="4967">
                  <c:v>0.253897324</c:v>
                </c:pt>
                <c:pt idx="4968">
                  <c:v>0.253998883</c:v>
                </c:pt>
                <c:pt idx="4969">
                  <c:v>0.254100442</c:v>
                </c:pt>
                <c:pt idx="4970">
                  <c:v>0.254100442</c:v>
                </c:pt>
                <c:pt idx="4971">
                  <c:v>0.25425278</c:v>
                </c:pt>
                <c:pt idx="4972">
                  <c:v>0.254354339</c:v>
                </c:pt>
                <c:pt idx="4973">
                  <c:v>0.254354339</c:v>
                </c:pt>
                <c:pt idx="4974">
                  <c:v>0.254455898</c:v>
                </c:pt>
                <c:pt idx="4975">
                  <c:v>0.254455898</c:v>
                </c:pt>
                <c:pt idx="4976">
                  <c:v>0.254506677</c:v>
                </c:pt>
                <c:pt idx="4977">
                  <c:v>0.254506677</c:v>
                </c:pt>
                <c:pt idx="4978">
                  <c:v>0.254557457</c:v>
                </c:pt>
                <c:pt idx="4979">
                  <c:v>0.254557457</c:v>
                </c:pt>
                <c:pt idx="4980">
                  <c:v>0.254557457</c:v>
                </c:pt>
                <c:pt idx="4981">
                  <c:v>0.254760575</c:v>
                </c:pt>
                <c:pt idx="4982">
                  <c:v>0.254760575</c:v>
                </c:pt>
                <c:pt idx="4983">
                  <c:v>0.254811354</c:v>
                </c:pt>
                <c:pt idx="4984">
                  <c:v>0.254811354</c:v>
                </c:pt>
                <c:pt idx="4985">
                  <c:v>0.254912913</c:v>
                </c:pt>
                <c:pt idx="4986">
                  <c:v>0.254912913</c:v>
                </c:pt>
                <c:pt idx="4987">
                  <c:v>0.255014472</c:v>
                </c:pt>
                <c:pt idx="4988">
                  <c:v>0.255014472</c:v>
                </c:pt>
                <c:pt idx="4989">
                  <c:v>0.255065252</c:v>
                </c:pt>
                <c:pt idx="4990">
                  <c:v>0.255065252</c:v>
                </c:pt>
                <c:pt idx="4991">
                  <c:v>0.255116031</c:v>
                </c:pt>
                <c:pt idx="4992">
                  <c:v>0.255116031</c:v>
                </c:pt>
                <c:pt idx="4993">
                  <c:v>0.255116031</c:v>
                </c:pt>
                <c:pt idx="4994">
                  <c:v>0.255166811</c:v>
                </c:pt>
                <c:pt idx="4995">
                  <c:v>0.255166811</c:v>
                </c:pt>
                <c:pt idx="4996">
                  <c:v>0.255268369</c:v>
                </c:pt>
                <c:pt idx="4997">
                  <c:v>0.255268369</c:v>
                </c:pt>
                <c:pt idx="4998">
                  <c:v>0.255369928</c:v>
                </c:pt>
                <c:pt idx="4999">
                  <c:v>0.255471487</c:v>
                </c:pt>
                <c:pt idx="5000">
                  <c:v>0.255573046</c:v>
                </c:pt>
                <c:pt idx="5001">
                  <c:v>0.255674605</c:v>
                </c:pt>
                <c:pt idx="5002">
                  <c:v>0.255674605</c:v>
                </c:pt>
                <c:pt idx="5003">
                  <c:v>0.255776164</c:v>
                </c:pt>
                <c:pt idx="5004">
                  <c:v>0.255776164</c:v>
                </c:pt>
                <c:pt idx="5005">
                  <c:v>0.255979282</c:v>
                </c:pt>
                <c:pt idx="5006">
                  <c:v>0.255979282</c:v>
                </c:pt>
                <c:pt idx="5007">
                  <c:v>0.255979282</c:v>
                </c:pt>
                <c:pt idx="5008">
                  <c:v>0.256080841</c:v>
                </c:pt>
                <c:pt idx="5009">
                  <c:v>0.256080841</c:v>
                </c:pt>
                <c:pt idx="5010">
                  <c:v>0.2561824</c:v>
                </c:pt>
                <c:pt idx="5011">
                  <c:v>0.2561824</c:v>
                </c:pt>
                <c:pt idx="5012">
                  <c:v>0.256283959</c:v>
                </c:pt>
                <c:pt idx="5013">
                  <c:v>0.256283959</c:v>
                </c:pt>
                <c:pt idx="5014">
                  <c:v>0.256537856</c:v>
                </c:pt>
                <c:pt idx="5015">
                  <c:v>0.256537856</c:v>
                </c:pt>
                <c:pt idx="5016">
                  <c:v>0.256588636</c:v>
                </c:pt>
                <c:pt idx="5017">
                  <c:v>0.256690194</c:v>
                </c:pt>
                <c:pt idx="5018">
                  <c:v>0.256740974</c:v>
                </c:pt>
                <c:pt idx="5019">
                  <c:v>0.256740974</c:v>
                </c:pt>
                <c:pt idx="5020">
                  <c:v>0.256944092</c:v>
                </c:pt>
                <c:pt idx="5021">
                  <c:v>0.256944092</c:v>
                </c:pt>
                <c:pt idx="5022">
                  <c:v>0.257045651</c:v>
                </c:pt>
                <c:pt idx="5023">
                  <c:v>0.257045651</c:v>
                </c:pt>
                <c:pt idx="5024">
                  <c:v>0.25709643</c:v>
                </c:pt>
                <c:pt idx="5025">
                  <c:v>0.25709643</c:v>
                </c:pt>
                <c:pt idx="5026">
                  <c:v>0.257197989</c:v>
                </c:pt>
                <c:pt idx="5027">
                  <c:v>0.257197989</c:v>
                </c:pt>
                <c:pt idx="5028">
                  <c:v>0.257401107</c:v>
                </c:pt>
                <c:pt idx="5029">
                  <c:v>0.257401107</c:v>
                </c:pt>
                <c:pt idx="5030">
                  <c:v>0.257401107</c:v>
                </c:pt>
                <c:pt idx="5031">
                  <c:v>0.257451886</c:v>
                </c:pt>
                <c:pt idx="5032">
                  <c:v>0.257451886</c:v>
                </c:pt>
                <c:pt idx="5033">
                  <c:v>0.257502666</c:v>
                </c:pt>
                <c:pt idx="5034">
                  <c:v>0.257807343</c:v>
                </c:pt>
                <c:pt idx="5035">
                  <c:v>0.257807343</c:v>
                </c:pt>
                <c:pt idx="5036">
                  <c:v>0.257908902</c:v>
                </c:pt>
                <c:pt idx="5037">
                  <c:v>0.257908902</c:v>
                </c:pt>
                <c:pt idx="5038">
                  <c:v>0.25806124</c:v>
                </c:pt>
                <c:pt idx="5039">
                  <c:v>0.25806124</c:v>
                </c:pt>
                <c:pt idx="5040">
                  <c:v>0.258112019</c:v>
                </c:pt>
                <c:pt idx="5041">
                  <c:v>0.258112019</c:v>
                </c:pt>
                <c:pt idx="5042">
                  <c:v>0.258213578</c:v>
                </c:pt>
                <c:pt idx="5043">
                  <c:v>0.258264358</c:v>
                </c:pt>
                <c:pt idx="5044">
                  <c:v>0.258264358</c:v>
                </c:pt>
                <c:pt idx="5045">
                  <c:v>0.258569035</c:v>
                </c:pt>
                <c:pt idx="5046">
                  <c:v>0.258569035</c:v>
                </c:pt>
                <c:pt idx="5047">
                  <c:v>0.258721373</c:v>
                </c:pt>
                <c:pt idx="5048">
                  <c:v>0.258822932</c:v>
                </c:pt>
                <c:pt idx="5049">
                  <c:v>0.258822932</c:v>
                </c:pt>
                <c:pt idx="5050">
                  <c:v>0.258873711</c:v>
                </c:pt>
                <c:pt idx="5051">
                  <c:v>0.258873711</c:v>
                </c:pt>
                <c:pt idx="5052">
                  <c:v>0.25902605</c:v>
                </c:pt>
                <c:pt idx="5053">
                  <c:v>0.25902605</c:v>
                </c:pt>
                <c:pt idx="5054">
                  <c:v>0.25902605</c:v>
                </c:pt>
                <c:pt idx="5055">
                  <c:v>0.259178388</c:v>
                </c:pt>
                <c:pt idx="5056">
                  <c:v>0.259178388</c:v>
                </c:pt>
                <c:pt idx="5057">
                  <c:v>0.259483065</c:v>
                </c:pt>
                <c:pt idx="5058">
                  <c:v>0.259483065</c:v>
                </c:pt>
                <c:pt idx="5059">
                  <c:v>0.259533845</c:v>
                </c:pt>
                <c:pt idx="5060">
                  <c:v>0.259533845</c:v>
                </c:pt>
                <c:pt idx="5061">
                  <c:v>0.259635403</c:v>
                </c:pt>
                <c:pt idx="5062">
                  <c:v>0.259635403</c:v>
                </c:pt>
                <c:pt idx="5063">
                  <c:v>0.259686183</c:v>
                </c:pt>
                <c:pt idx="5064">
                  <c:v>0.259686183</c:v>
                </c:pt>
                <c:pt idx="5065">
                  <c:v>0.259838521</c:v>
                </c:pt>
                <c:pt idx="5066">
                  <c:v>0.259838521</c:v>
                </c:pt>
                <c:pt idx="5067">
                  <c:v>0.260193978</c:v>
                </c:pt>
                <c:pt idx="5068">
                  <c:v>0.260193978</c:v>
                </c:pt>
                <c:pt idx="5069">
                  <c:v>0.260193978</c:v>
                </c:pt>
                <c:pt idx="5070">
                  <c:v>0.260193978</c:v>
                </c:pt>
                <c:pt idx="5071">
                  <c:v>0.260193978</c:v>
                </c:pt>
                <c:pt idx="5072">
                  <c:v>0.260295536</c:v>
                </c:pt>
                <c:pt idx="5073">
                  <c:v>0.260346316</c:v>
                </c:pt>
                <c:pt idx="5074">
                  <c:v>0.260346316</c:v>
                </c:pt>
                <c:pt idx="5075">
                  <c:v>0.260549434</c:v>
                </c:pt>
                <c:pt idx="5076">
                  <c:v>0.260549434</c:v>
                </c:pt>
                <c:pt idx="5077">
                  <c:v>0.260600213</c:v>
                </c:pt>
                <c:pt idx="5078">
                  <c:v>0.260600213</c:v>
                </c:pt>
                <c:pt idx="5079">
                  <c:v>0.260600213</c:v>
                </c:pt>
                <c:pt idx="5080">
                  <c:v>0.260650993</c:v>
                </c:pt>
                <c:pt idx="5081">
                  <c:v>0.260650993</c:v>
                </c:pt>
                <c:pt idx="5082">
                  <c:v>0.261057228</c:v>
                </c:pt>
                <c:pt idx="5083">
                  <c:v>0.261209567</c:v>
                </c:pt>
                <c:pt idx="5084">
                  <c:v>0.261514244</c:v>
                </c:pt>
                <c:pt idx="5085">
                  <c:v>0.261514244</c:v>
                </c:pt>
                <c:pt idx="5086">
                  <c:v>0.261565023</c:v>
                </c:pt>
                <c:pt idx="5087">
                  <c:v>0.261565023</c:v>
                </c:pt>
                <c:pt idx="5088">
                  <c:v>0.261717361</c:v>
                </c:pt>
                <c:pt idx="5089">
                  <c:v>0.261717361</c:v>
                </c:pt>
                <c:pt idx="5090">
                  <c:v>0.2618697</c:v>
                </c:pt>
                <c:pt idx="5091">
                  <c:v>0.2618697</c:v>
                </c:pt>
                <c:pt idx="5092">
                  <c:v>0.262123597</c:v>
                </c:pt>
                <c:pt idx="5093">
                  <c:v>0.262123597</c:v>
                </c:pt>
                <c:pt idx="5094">
                  <c:v>0.262225156</c:v>
                </c:pt>
                <c:pt idx="5095">
                  <c:v>0.262225156</c:v>
                </c:pt>
                <c:pt idx="5096">
                  <c:v>0.262275936</c:v>
                </c:pt>
                <c:pt idx="5097">
                  <c:v>0.262275936</c:v>
                </c:pt>
                <c:pt idx="5098">
                  <c:v>0.262326715</c:v>
                </c:pt>
                <c:pt idx="5099">
                  <c:v>0.262326715</c:v>
                </c:pt>
                <c:pt idx="5100">
                  <c:v>0.262377495</c:v>
                </c:pt>
                <c:pt idx="5101">
                  <c:v>0.262479053</c:v>
                </c:pt>
                <c:pt idx="5102">
                  <c:v>0.262631392</c:v>
                </c:pt>
                <c:pt idx="5103">
                  <c:v>0.262732951</c:v>
                </c:pt>
                <c:pt idx="5104">
                  <c:v>0.262732951</c:v>
                </c:pt>
                <c:pt idx="5105">
                  <c:v>0.26278373</c:v>
                </c:pt>
                <c:pt idx="5106">
                  <c:v>0.26278373</c:v>
                </c:pt>
                <c:pt idx="5107">
                  <c:v>0.26278373</c:v>
                </c:pt>
                <c:pt idx="5108">
                  <c:v>0.26278373</c:v>
                </c:pt>
                <c:pt idx="5109">
                  <c:v>0.26278373</c:v>
                </c:pt>
                <c:pt idx="5110">
                  <c:v>0.26283451</c:v>
                </c:pt>
                <c:pt idx="5111">
                  <c:v>0.26283451</c:v>
                </c:pt>
                <c:pt idx="5112">
                  <c:v>0.263037628</c:v>
                </c:pt>
                <c:pt idx="5113">
                  <c:v>0.263088407</c:v>
                </c:pt>
                <c:pt idx="5114">
                  <c:v>0.263240745</c:v>
                </c:pt>
                <c:pt idx="5115">
                  <c:v>0.263240745</c:v>
                </c:pt>
                <c:pt idx="5116">
                  <c:v>0.263240745</c:v>
                </c:pt>
                <c:pt idx="5117">
                  <c:v>0.263342304</c:v>
                </c:pt>
                <c:pt idx="5118">
                  <c:v>0.263494643</c:v>
                </c:pt>
                <c:pt idx="5119">
                  <c:v>0.263494643</c:v>
                </c:pt>
                <c:pt idx="5120">
                  <c:v>0.263545422</c:v>
                </c:pt>
                <c:pt idx="5121">
                  <c:v>0.263545422</c:v>
                </c:pt>
                <c:pt idx="5122">
                  <c:v>0.263596202</c:v>
                </c:pt>
                <c:pt idx="5123">
                  <c:v>0.263596202</c:v>
                </c:pt>
                <c:pt idx="5124">
                  <c:v>0.263596202</c:v>
                </c:pt>
                <c:pt idx="5125">
                  <c:v>0.26379932</c:v>
                </c:pt>
                <c:pt idx="5126">
                  <c:v>0.26379932</c:v>
                </c:pt>
                <c:pt idx="5127">
                  <c:v>0.263951658</c:v>
                </c:pt>
                <c:pt idx="5128">
                  <c:v>0.263951658</c:v>
                </c:pt>
                <c:pt idx="5129">
                  <c:v>0.264002437</c:v>
                </c:pt>
                <c:pt idx="5130">
                  <c:v>0.264002437</c:v>
                </c:pt>
                <c:pt idx="5131">
                  <c:v>0.264053217</c:v>
                </c:pt>
                <c:pt idx="5132">
                  <c:v>0.264053217</c:v>
                </c:pt>
                <c:pt idx="5133">
                  <c:v>0.264307114</c:v>
                </c:pt>
                <c:pt idx="5134">
                  <c:v>0.264307114</c:v>
                </c:pt>
                <c:pt idx="5135">
                  <c:v>0.264357894</c:v>
                </c:pt>
                <c:pt idx="5136">
                  <c:v>0.264459453</c:v>
                </c:pt>
                <c:pt idx="5137">
                  <c:v>0.264611791</c:v>
                </c:pt>
                <c:pt idx="5138">
                  <c:v>0.264611791</c:v>
                </c:pt>
                <c:pt idx="5139">
                  <c:v>0.26466257</c:v>
                </c:pt>
                <c:pt idx="5140">
                  <c:v>0.26466257</c:v>
                </c:pt>
                <c:pt idx="5141">
                  <c:v>0.26471335</c:v>
                </c:pt>
                <c:pt idx="5142">
                  <c:v>0.264814909</c:v>
                </c:pt>
                <c:pt idx="5143">
                  <c:v>0.264916468</c:v>
                </c:pt>
                <c:pt idx="5144">
                  <c:v>0.264916468</c:v>
                </c:pt>
                <c:pt idx="5145">
                  <c:v>0.264967247</c:v>
                </c:pt>
                <c:pt idx="5146">
                  <c:v>0.264967247</c:v>
                </c:pt>
                <c:pt idx="5147">
                  <c:v>0.265068806</c:v>
                </c:pt>
                <c:pt idx="5148">
                  <c:v>0.265068806</c:v>
                </c:pt>
                <c:pt idx="5149">
                  <c:v>0.265170365</c:v>
                </c:pt>
                <c:pt idx="5150">
                  <c:v>0.265170365</c:v>
                </c:pt>
                <c:pt idx="5151">
                  <c:v>0.265170365</c:v>
                </c:pt>
                <c:pt idx="5152">
                  <c:v>0.265170365</c:v>
                </c:pt>
                <c:pt idx="5153">
                  <c:v>0.265525821</c:v>
                </c:pt>
                <c:pt idx="5154">
                  <c:v>0.265525821</c:v>
                </c:pt>
                <c:pt idx="5155">
                  <c:v>0.265576601</c:v>
                </c:pt>
                <c:pt idx="5156">
                  <c:v>0.265576601</c:v>
                </c:pt>
                <c:pt idx="5157">
                  <c:v>0.265728939</c:v>
                </c:pt>
                <c:pt idx="5158">
                  <c:v>0.265779719</c:v>
                </c:pt>
                <c:pt idx="5159">
                  <c:v>0.265779719</c:v>
                </c:pt>
                <c:pt idx="5160">
                  <c:v>0.265881278</c:v>
                </c:pt>
                <c:pt idx="5161">
                  <c:v>0.265881278</c:v>
                </c:pt>
                <c:pt idx="5162">
                  <c:v>0.265932057</c:v>
                </c:pt>
                <c:pt idx="5163">
                  <c:v>0.265932057</c:v>
                </c:pt>
                <c:pt idx="5164">
                  <c:v>0.266185954</c:v>
                </c:pt>
                <c:pt idx="5165">
                  <c:v>0.266185954</c:v>
                </c:pt>
                <c:pt idx="5166">
                  <c:v>0.266338293</c:v>
                </c:pt>
                <c:pt idx="5167">
                  <c:v>0.266439852</c:v>
                </c:pt>
                <c:pt idx="5168">
                  <c:v>0.266490631</c:v>
                </c:pt>
                <c:pt idx="5169">
                  <c:v>0.266490631</c:v>
                </c:pt>
                <c:pt idx="5170">
                  <c:v>0.26659219</c:v>
                </c:pt>
                <c:pt idx="5171">
                  <c:v>0.26659219</c:v>
                </c:pt>
                <c:pt idx="5172">
                  <c:v>0.26664297</c:v>
                </c:pt>
                <c:pt idx="5173">
                  <c:v>0.26664297</c:v>
                </c:pt>
                <c:pt idx="5174">
                  <c:v>0.266693749</c:v>
                </c:pt>
                <c:pt idx="5175">
                  <c:v>0.266693749</c:v>
                </c:pt>
                <c:pt idx="5176">
                  <c:v>0.266744529</c:v>
                </c:pt>
                <c:pt idx="5177">
                  <c:v>0.266744529</c:v>
                </c:pt>
                <c:pt idx="5178">
                  <c:v>0.266947646</c:v>
                </c:pt>
                <c:pt idx="5179">
                  <c:v>0.266947646</c:v>
                </c:pt>
                <c:pt idx="5180">
                  <c:v>0.267049205</c:v>
                </c:pt>
                <c:pt idx="5181">
                  <c:v>0.267201544</c:v>
                </c:pt>
                <c:pt idx="5182">
                  <c:v>0.267252323</c:v>
                </c:pt>
                <c:pt idx="5183">
                  <c:v>0.267252323</c:v>
                </c:pt>
                <c:pt idx="5184">
                  <c:v>0.267252323</c:v>
                </c:pt>
                <c:pt idx="5185">
                  <c:v>0.267252323</c:v>
                </c:pt>
                <c:pt idx="5186">
                  <c:v>0.267353882</c:v>
                </c:pt>
                <c:pt idx="5187">
                  <c:v>0.267353882</c:v>
                </c:pt>
                <c:pt idx="5188">
                  <c:v>0.267404662</c:v>
                </c:pt>
                <c:pt idx="5189">
                  <c:v>0.267404662</c:v>
                </c:pt>
                <c:pt idx="5190">
                  <c:v>0.267658559</c:v>
                </c:pt>
                <c:pt idx="5191">
                  <c:v>0.267760118</c:v>
                </c:pt>
                <c:pt idx="5192">
                  <c:v>0.267963236</c:v>
                </c:pt>
                <c:pt idx="5193">
                  <c:v>0.267963236</c:v>
                </c:pt>
                <c:pt idx="5194">
                  <c:v>0.268014015</c:v>
                </c:pt>
                <c:pt idx="5195">
                  <c:v>0.268115574</c:v>
                </c:pt>
                <c:pt idx="5196">
                  <c:v>0.268115574</c:v>
                </c:pt>
                <c:pt idx="5197">
                  <c:v>0.268267912</c:v>
                </c:pt>
                <c:pt idx="5198">
                  <c:v>0.268420251</c:v>
                </c:pt>
                <c:pt idx="5199">
                  <c:v>0.268420251</c:v>
                </c:pt>
                <c:pt idx="5200">
                  <c:v>0.26852181</c:v>
                </c:pt>
                <c:pt idx="5201">
                  <c:v>0.268623369</c:v>
                </c:pt>
                <c:pt idx="5202">
                  <c:v>0.268623369</c:v>
                </c:pt>
                <c:pt idx="5203">
                  <c:v>0.268724928</c:v>
                </c:pt>
                <c:pt idx="5204">
                  <c:v>0.268724928</c:v>
                </c:pt>
                <c:pt idx="5205">
                  <c:v>0.268826487</c:v>
                </c:pt>
                <c:pt idx="5206">
                  <c:v>0.268826487</c:v>
                </c:pt>
                <c:pt idx="5207">
                  <c:v>0.268826487</c:v>
                </c:pt>
                <c:pt idx="5208">
                  <c:v>0.268877266</c:v>
                </c:pt>
                <c:pt idx="5209">
                  <c:v>0.268877266</c:v>
                </c:pt>
                <c:pt idx="5210">
                  <c:v>0.269029604</c:v>
                </c:pt>
                <c:pt idx="5211">
                  <c:v>0.269029604</c:v>
                </c:pt>
                <c:pt idx="5212">
                  <c:v>0.269029604</c:v>
                </c:pt>
                <c:pt idx="5213">
                  <c:v>0.269029604</c:v>
                </c:pt>
                <c:pt idx="5214">
                  <c:v>0.269181943</c:v>
                </c:pt>
                <c:pt idx="5215">
                  <c:v>0.269181943</c:v>
                </c:pt>
                <c:pt idx="5216">
                  <c:v>0.269232722</c:v>
                </c:pt>
                <c:pt idx="5217">
                  <c:v>0.269232722</c:v>
                </c:pt>
                <c:pt idx="5218">
                  <c:v>0.26943584</c:v>
                </c:pt>
                <c:pt idx="5219">
                  <c:v>0.26943584</c:v>
                </c:pt>
                <c:pt idx="5220">
                  <c:v>0.269537399</c:v>
                </c:pt>
                <c:pt idx="5221">
                  <c:v>0.269638958</c:v>
                </c:pt>
                <c:pt idx="5222">
                  <c:v>0.269638958</c:v>
                </c:pt>
                <c:pt idx="5223">
                  <c:v>0.269689737</c:v>
                </c:pt>
                <c:pt idx="5224">
                  <c:v>0.269689737</c:v>
                </c:pt>
                <c:pt idx="5225">
                  <c:v>0.269892855</c:v>
                </c:pt>
                <c:pt idx="5226">
                  <c:v>0.269943635</c:v>
                </c:pt>
                <c:pt idx="5227">
                  <c:v>0.269943635</c:v>
                </c:pt>
                <c:pt idx="5228">
                  <c:v>0.269994414</c:v>
                </c:pt>
                <c:pt idx="5229">
                  <c:v>0.270095973</c:v>
                </c:pt>
                <c:pt idx="5230">
                  <c:v>0.270095973</c:v>
                </c:pt>
                <c:pt idx="5231">
                  <c:v>0.270146753</c:v>
                </c:pt>
                <c:pt idx="5232">
                  <c:v>0.270197532</c:v>
                </c:pt>
                <c:pt idx="5233">
                  <c:v>0.270197532</c:v>
                </c:pt>
                <c:pt idx="5234">
                  <c:v>0.270248312</c:v>
                </c:pt>
                <c:pt idx="5235">
                  <c:v>0.270299091</c:v>
                </c:pt>
                <c:pt idx="5236">
                  <c:v>0.270299091</c:v>
                </c:pt>
                <c:pt idx="5237">
                  <c:v>0.270299091</c:v>
                </c:pt>
                <c:pt idx="5238">
                  <c:v>0.270349871</c:v>
                </c:pt>
                <c:pt idx="5239">
                  <c:v>0.270502209</c:v>
                </c:pt>
                <c:pt idx="5240">
                  <c:v>0.270502209</c:v>
                </c:pt>
                <c:pt idx="5241">
                  <c:v>0.270603768</c:v>
                </c:pt>
                <c:pt idx="5242">
                  <c:v>0.270603768</c:v>
                </c:pt>
                <c:pt idx="5243">
                  <c:v>0.270603768</c:v>
                </c:pt>
                <c:pt idx="5244">
                  <c:v>0.270654547</c:v>
                </c:pt>
                <c:pt idx="5245">
                  <c:v>0.270654547</c:v>
                </c:pt>
                <c:pt idx="5246">
                  <c:v>0.270705327</c:v>
                </c:pt>
                <c:pt idx="5247">
                  <c:v>0.270705327</c:v>
                </c:pt>
                <c:pt idx="5248">
                  <c:v>0.270756106</c:v>
                </c:pt>
                <c:pt idx="5249">
                  <c:v>0.270806886</c:v>
                </c:pt>
                <c:pt idx="5250">
                  <c:v>0.270908445</c:v>
                </c:pt>
                <c:pt idx="5251">
                  <c:v>0.270959224</c:v>
                </c:pt>
                <c:pt idx="5252">
                  <c:v>0.271010004</c:v>
                </c:pt>
                <c:pt idx="5253">
                  <c:v>0.271010004</c:v>
                </c:pt>
                <c:pt idx="5254">
                  <c:v>0.271111562</c:v>
                </c:pt>
                <c:pt idx="5255">
                  <c:v>0.271213121</c:v>
                </c:pt>
                <c:pt idx="5256">
                  <c:v>0.271213121</c:v>
                </c:pt>
                <c:pt idx="5257">
                  <c:v>0.27131468</c:v>
                </c:pt>
                <c:pt idx="5258">
                  <c:v>0.27131468</c:v>
                </c:pt>
                <c:pt idx="5259">
                  <c:v>0.271416239</c:v>
                </c:pt>
                <c:pt idx="5260">
                  <c:v>0.271619357</c:v>
                </c:pt>
                <c:pt idx="5261">
                  <c:v>0.271619357</c:v>
                </c:pt>
                <c:pt idx="5262">
                  <c:v>0.271873254</c:v>
                </c:pt>
                <c:pt idx="5263">
                  <c:v>0.271873254</c:v>
                </c:pt>
                <c:pt idx="5264">
                  <c:v>0.271924034</c:v>
                </c:pt>
                <c:pt idx="5265">
                  <c:v>0.271924034</c:v>
                </c:pt>
                <c:pt idx="5266">
                  <c:v>0.271974813</c:v>
                </c:pt>
                <c:pt idx="5267">
                  <c:v>0.271974813</c:v>
                </c:pt>
                <c:pt idx="5268">
                  <c:v>0.272228711</c:v>
                </c:pt>
                <c:pt idx="5269">
                  <c:v>0.27233027</c:v>
                </c:pt>
                <c:pt idx="5270">
                  <c:v>0.272431829</c:v>
                </c:pt>
                <c:pt idx="5271">
                  <c:v>0.272431829</c:v>
                </c:pt>
                <c:pt idx="5272">
                  <c:v>0.272533387</c:v>
                </c:pt>
                <c:pt idx="5273">
                  <c:v>0.272533387</c:v>
                </c:pt>
                <c:pt idx="5274">
                  <c:v>0.272584167</c:v>
                </c:pt>
                <c:pt idx="5275">
                  <c:v>0.272584167</c:v>
                </c:pt>
                <c:pt idx="5276">
                  <c:v>0.272736505</c:v>
                </c:pt>
                <c:pt idx="5277">
                  <c:v>0.272736505</c:v>
                </c:pt>
                <c:pt idx="5278">
                  <c:v>0.272888844</c:v>
                </c:pt>
                <c:pt idx="5279">
                  <c:v>0.272888844</c:v>
                </c:pt>
                <c:pt idx="5280">
                  <c:v>0.272939623</c:v>
                </c:pt>
                <c:pt idx="5281">
                  <c:v>0.272939623</c:v>
                </c:pt>
                <c:pt idx="5282">
                  <c:v>0.273041182</c:v>
                </c:pt>
                <c:pt idx="5283">
                  <c:v>0.273193521</c:v>
                </c:pt>
                <c:pt idx="5284">
                  <c:v>0.273193521</c:v>
                </c:pt>
                <c:pt idx="5285">
                  <c:v>0.273345859</c:v>
                </c:pt>
                <c:pt idx="5286">
                  <c:v>0.273345859</c:v>
                </c:pt>
                <c:pt idx="5287">
                  <c:v>0.273498197</c:v>
                </c:pt>
                <c:pt idx="5288">
                  <c:v>0.273498197</c:v>
                </c:pt>
                <c:pt idx="5289">
                  <c:v>0.273548977</c:v>
                </c:pt>
                <c:pt idx="5290">
                  <c:v>0.273599756</c:v>
                </c:pt>
                <c:pt idx="5291">
                  <c:v>0.273802874</c:v>
                </c:pt>
                <c:pt idx="5292">
                  <c:v>0.273904433</c:v>
                </c:pt>
                <c:pt idx="5293">
                  <c:v>0.274005992</c:v>
                </c:pt>
                <c:pt idx="5294">
                  <c:v>0.27415833</c:v>
                </c:pt>
                <c:pt idx="5295">
                  <c:v>0.27420911</c:v>
                </c:pt>
                <c:pt idx="5296">
                  <c:v>0.27420911</c:v>
                </c:pt>
                <c:pt idx="5297">
                  <c:v>0.274412228</c:v>
                </c:pt>
                <c:pt idx="5298">
                  <c:v>0.274412228</c:v>
                </c:pt>
                <c:pt idx="5299">
                  <c:v>0.274615346</c:v>
                </c:pt>
                <c:pt idx="5300">
                  <c:v>0.274615346</c:v>
                </c:pt>
                <c:pt idx="5301">
                  <c:v>0.274869243</c:v>
                </c:pt>
                <c:pt idx="5302">
                  <c:v>0.274869243</c:v>
                </c:pt>
                <c:pt idx="5303">
                  <c:v>0.275021581</c:v>
                </c:pt>
                <c:pt idx="5304">
                  <c:v>0.275021581</c:v>
                </c:pt>
                <c:pt idx="5305">
                  <c:v>0.27512314</c:v>
                </c:pt>
                <c:pt idx="5306">
                  <c:v>0.275224699</c:v>
                </c:pt>
                <c:pt idx="5307">
                  <c:v>0.275275479</c:v>
                </c:pt>
                <c:pt idx="5308">
                  <c:v>0.275275479</c:v>
                </c:pt>
                <c:pt idx="5309">
                  <c:v>0.275326258</c:v>
                </c:pt>
                <c:pt idx="5310">
                  <c:v>0.275681714</c:v>
                </c:pt>
                <c:pt idx="5311">
                  <c:v>0.275783273</c:v>
                </c:pt>
                <c:pt idx="5312">
                  <c:v>0.275783273</c:v>
                </c:pt>
                <c:pt idx="5313">
                  <c:v>0.275834053</c:v>
                </c:pt>
                <c:pt idx="5314">
                  <c:v>0.275834053</c:v>
                </c:pt>
                <c:pt idx="5315">
                  <c:v>0.275884832</c:v>
                </c:pt>
                <c:pt idx="5316">
                  <c:v>0.275884832</c:v>
                </c:pt>
                <c:pt idx="5317">
                  <c:v>0.276138729</c:v>
                </c:pt>
                <c:pt idx="5318">
                  <c:v>0.276138729</c:v>
                </c:pt>
                <c:pt idx="5319">
                  <c:v>0.276189509</c:v>
                </c:pt>
                <c:pt idx="5320">
                  <c:v>0.276189509</c:v>
                </c:pt>
                <c:pt idx="5321">
                  <c:v>0.276189509</c:v>
                </c:pt>
                <c:pt idx="5322">
                  <c:v>0.276240288</c:v>
                </c:pt>
                <c:pt idx="5323">
                  <c:v>0.276341847</c:v>
                </c:pt>
                <c:pt idx="5324">
                  <c:v>0.276341847</c:v>
                </c:pt>
                <c:pt idx="5325">
                  <c:v>0.276392627</c:v>
                </c:pt>
                <c:pt idx="5326">
                  <c:v>0.276392627</c:v>
                </c:pt>
                <c:pt idx="5327">
                  <c:v>0.276494186</c:v>
                </c:pt>
                <c:pt idx="5328">
                  <c:v>0.276494186</c:v>
                </c:pt>
                <c:pt idx="5329">
                  <c:v>0.276544965</c:v>
                </c:pt>
                <c:pt idx="5330">
                  <c:v>0.276544965</c:v>
                </c:pt>
                <c:pt idx="5331">
                  <c:v>0.276748083</c:v>
                </c:pt>
                <c:pt idx="5332">
                  <c:v>0.276748083</c:v>
                </c:pt>
                <c:pt idx="5333">
                  <c:v>0.277306657</c:v>
                </c:pt>
                <c:pt idx="5334">
                  <c:v>0.277408216</c:v>
                </c:pt>
                <c:pt idx="5335">
                  <c:v>0.277458996</c:v>
                </c:pt>
                <c:pt idx="5336">
                  <c:v>0.277458996</c:v>
                </c:pt>
                <c:pt idx="5337">
                  <c:v>0.277611334</c:v>
                </c:pt>
                <c:pt idx="5338">
                  <c:v>0.277611334</c:v>
                </c:pt>
                <c:pt idx="5339">
                  <c:v>0.277662113</c:v>
                </c:pt>
                <c:pt idx="5340">
                  <c:v>0.277662113</c:v>
                </c:pt>
                <c:pt idx="5341">
                  <c:v>0.277712893</c:v>
                </c:pt>
                <c:pt idx="5342">
                  <c:v>0.277712893</c:v>
                </c:pt>
                <c:pt idx="5343">
                  <c:v>0.277916011</c:v>
                </c:pt>
                <c:pt idx="5344">
                  <c:v>0.277916011</c:v>
                </c:pt>
                <c:pt idx="5345">
                  <c:v>0.27796679</c:v>
                </c:pt>
                <c:pt idx="5346">
                  <c:v>0.27796679</c:v>
                </c:pt>
                <c:pt idx="5347">
                  <c:v>0.27796679</c:v>
                </c:pt>
                <c:pt idx="5348">
                  <c:v>0.27796679</c:v>
                </c:pt>
                <c:pt idx="5349">
                  <c:v>0.278119129</c:v>
                </c:pt>
                <c:pt idx="5350">
                  <c:v>0.278119129</c:v>
                </c:pt>
                <c:pt idx="5351">
                  <c:v>0.278169908</c:v>
                </c:pt>
                <c:pt idx="5352">
                  <c:v>0.278169908</c:v>
                </c:pt>
                <c:pt idx="5353">
                  <c:v>0.278271467</c:v>
                </c:pt>
                <c:pt idx="5354">
                  <c:v>0.278271467</c:v>
                </c:pt>
                <c:pt idx="5355">
                  <c:v>0.278322246</c:v>
                </c:pt>
                <c:pt idx="5356">
                  <c:v>0.278423805</c:v>
                </c:pt>
                <c:pt idx="5357">
                  <c:v>0.278525364</c:v>
                </c:pt>
                <c:pt idx="5358">
                  <c:v>0.278525364</c:v>
                </c:pt>
                <c:pt idx="5359">
                  <c:v>0.278576144</c:v>
                </c:pt>
                <c:pt idx="5360">
                  <c:v>0.278576144</c:v>
                </c:pt>
                <c:pt idx="5361">
                  <c:v>0.279134718</c:v>
                </c:pt>
                <c:pt idx="5362">
                  <c:v>0.279134718</c:v>
                </c:pt>
                <c:pt idx="5363">
                  <c:v>0.279236277</c:v>
                </c:pt>
                <c:pt idx="5364">
                  <c:v>0.279287056</c:v>
                </c:pt>
                <c:pt idx="5365">
                  <c:v>0.279287056</c:v>
                </c:pt>
                <c:pt idx="5366">
                  <c:v>0.279287056</c:v>
                </c:pt>
                <c:pt idx="5367">
                  <c:v>0.279388615</c:v>
                </c:pt>
                <c:pt idx="5368">
                  <c:v>0.279439395</c:v>
                </c:pt>
                <c:pt idx="5369">
                  <c:v>0.279693292</c:v>
                </c:pt>
                <c:pt idx="5370">
                  <c:v>0.279693292</c:v>
                </c:pt>
                <c:pt idx="5371">
                  <c:v>0.27984563</c:v>
                </c:pt>
                <c:pt idx="5372">
                  <c:v>0.27984563</c:v>
                </c:pt>
                <c:pt idx="5373">
                  <c:v>0.279947189</c:v>
                </c:pt>
                <c:pt idx="5374">
                  <c:v>0.279997969</c:v>
                </c:pt>
                <c:pt idx="5375">
                  <c:v>0.279997969</c:v>
                </c:pt>
                <c:pt idx="5376">
                  <c:v>0.280099528</c:v>
                </c:pt>
                <c:pt idx="5377">
                  <c:v>0.280099528</c:v>
                </c:pt>
                <c:pt idx="5378">
                  <c:v>0.280353425</c:v>
                </c:pt>
                <c:pt idx="5379">
                  <c:v>0.280353425</c:v>
                </c:pt>
                <c:pt idx="5380">
                  <c:v>0.280505763</c:v>
                </c:pt>
                <c:pt idx="5381">
                  <c:v>0.280607322</c:v>
                </c:pt>
                <c:pt idx="5382">
                  <c:v>0.280607322</c:v>
                </c:pt>
                <c:pt idx="5383">
                  <c:v>0.280658102</c:v>
                </c:pt>
                <c:pt idx="5384">
                  <c:v>0.280658102</c:v>
                </c:pt>
                <c:pt idx="5385">
                  <c:v>0.28081044</c:v>
                </c:pt>
                <c:pt idx="5386">
                  <c:v>0.28081044</c:v>
                </c:pt>
                <c:pt idx="5387">
                  <c:v>0.280911999</c:v>
                </c:pt>
                <c:pt idx="5388">
                  <c:v>0.280911999</c:v>
                </c:pt>
                <c:pt idx="5389">
                  <c:v>0.281115117</c:v>
                </c:pt>
                <c:pt idx="5390">
                  <c:v>0.281216676</c:v>
                </c:pt>
                <c:pt idx="5391">
                  <c:v>0.281216676</c:v>
                </c:pt>
                <c:pt idx="5392">
                  <c:v>0.281267455</c:v>
                </c:pt>
                <c:pt idx="5393">
                  <c:v>0.281369014</c:v>
                </c:pt>
                <c:pt idx="5394">
                  <c:v>0.281419794</c:v>
                </c:pt>
                <c:pt idx="5395">
                  <c:v>0.281419794</c:v>
                </c:pt>
                <c:pt idx="5396">
                  <c:v>0.281521353</c:v>
                </c:pt>
                <c:pt idx="5397">
                  <c:v>0.281673691</c:v>
                </c:pt>
                <c:pt idx="5398">
                  <c:v>0.281673691</c:v>
                </c:pt>
                <c:pt idx="5399">
                  <c:v>0.281724471</c:v>
                </c:pt>
                <c:pt idx="5400">
                  <c:v>0.281724471</c:v>
                </c:pt>
                <c:pt idx="5401">
                  <c:v>0.28177525</c:v>
                </c:pt>
                <c:pt idx="5402">
                  <c:v>0.281927588</c:v>
                </c:pt>
                <c:pt idx="5403">
                  <c:v>0.281927588</c:v>
                </c:pt>
                <c:pt idx="5404">
                  <c:v>0.282333824</c:v>
                </c:pt>
                <c:pt idx="5405">
                  <c:v>0.282333824</c:v>
                </c:pt>
                <c:pt idx="5406">
                  <c:v>0.282587722</c:v>
                </c:pt>
                <c:pt idx="5407">
                  <c:v>0.282587722</c:v>
                </c:pt>
                <c:pt idx="5408">
                  <c:v>0.28274006</c:v>
                </c:pt>
                <c:pt idx="5409">
                  <c:v>0.282790839</c:v>
                </c:pt>
                <c:pt idx="5410">
                  <c:v>0.282790839</c:v>
                </c:pt>
                <c:pt idx="5411">
                  <c:v>0.282943178</c:v>
                </c:pt>
                <c:pt idx="5412">
                  <c:v>0.282943178</c:v>
                </c:pt>
                <c:pt idx="5413">
                  <c:v>0.282993957</c:v>
                </c:pt>
                <c:pt idx="5414">
                  <c:v>0.282993957</c:v>
                </c:pt>
                <c:pt idx="5415">
                  <c:v>0.283197075</c:v>
                </c:pt>
                <c:pt idx="5416">
                  <c:v>0.283197075</c:v>
                </c:pt>
                <c:pt idx="5417">
                  <c:v>0.283298634</c:v>
                </c:pt>
                <c:pt idx="5418">
                  <c:v>0.283349413</c:v>
                </c:pt>
                <c:pt idx="5419">
                  <c:v>0.283349413</c:v>
                </c:pt>
                <c:pt idx="5420">
                  <c:v>0.283400193</c:v>
                </c:pt>
                <c:pt idx="5421">
                  <c:v>0.283400193</c:v>
                </c:pt>
                <c:pt idx="5422">
                  <c:v>0.283450972</c:v>
                </c:pt>
                <c:pt idx="5423">
                  <c:v>0.283450972</c:v>
                </c:pt>
                <c:pt idx="5424">
                  <c:v>0.283450972</c:v>
                </c:pt>
                <c:pt idx="5425">
                  <c:v>0.283501752</c:v>
                </c:pt>
                <c:pt idx="5426">
                  <c:v>0.283501752</c:v>
                </c:pt>
                <c:pt idx="5427">
                  <c:v>0.283755649</c:v>
                </c:pt>
                <c:pt idx="5428">
                  <c:v>0.283857208</c:v>
                </c:pt>
                <c:pt idx="5429">
                  <c:v>0.283907988</c:v>
                </c:pt>
                <c:pt idx="5430">
                  <c:v>0.283907988</c:v>
                </c:pt>
                <c:pt idx="5431">
                  <c:v>0.283958767</c:v>
                </c:pt>
                <c:pt idx="5432">
                  <c:v>0.283958767</c:v>
                </c:pt>
                <c:pt idx="5433">
                  <c:v>0.284060326</c:v>
                </c:pt>
                <c:pt idx="5434">
                  <c:v>0.284060326</c:v>
                </c:pt>
                <c:pt idx="5435">
                  <c:v>0.286193064</c:v>
                </c:pt>
                <c:pt idx="5436">
                  <c:v>0.286345402</c:v>
                </c:pt>
                <c:pt idx="5437">
                  <c:v>0.286345402</c:v>
                </c:pt>
                <c:pt idx="5438">
                  <c:v>0.28649774</c:v>
                </c:pt>
                <c:pt idx="5439">
                  <c:v>0.28649774</c:v>
                </c:pt>
                <c:pt idx="5440">
                  <c:v>0.28654852</c:v>
                </c:pt>
                <c:pt idx="5441">
                  <c:v>0.286650079</c:v>
                </c:pt>
                <c:pt idx="5442">
                  <c:v>0.286650079</c:v>
                </c:pt>
                <c:pt idx="5443">
                  <c:v>0.286700858</c:v>
                </c:pt>
                <c:pt idx="5444">
                  <c:v>0.286700858</c:v>
                </c:pt>
                <c:pt idx="5445">
                  <c:v>0.286700858</c:v>
                </c:pt>
                <c:pt idx="5446">
                  <c:v>0.286751638</c:v>
                </c:pt>
                <c:pt idx="5447">
                  <c:v>0.286751638</c:v>
                </c:pt>
                <c:pt idx="5448">
                  <c:v>0.286853197</c:v>
                </c:pt>
                <c:pt idx="5449">
                  <c:v>0.286853197</c:v>
                </c:pt>
                <c:pt idx="5450">
                  <c:v>0.286903976</c:v>
                </c:pt>
                <c:pt idx="5451">
                  <c:v>0.287564109</c:v>
                </c:pt>
                <c:pt idx="5452">
                  <c:v>0.287564109</c:v>
                </c:pt>
                <c:pt idx="5453">
                  <c:v>0.287665668</c:v>
                </c:pt>
                <c:pt idx="5454">
                  <c:v>0.287767227</c:v>
                </c:pt>
                <c:pt idx="5455">
                  <c:v>0.287919565</c:v>
                </c:pt>
                <c:pt idx="5456">
                  <c:v>0.287919565</c:v>
                </c:pt>
                <c:pt idx="5457">
                  <c:v>0.287970345</c:v>
                </c:pt>
                <c:pt idx="5458">
                  <c:v>0.287970345</c:v>
                </c:pt>
                <c:pt idx="5459">
                  <c:v>0.288071904</c:v>
                </c:pt>
                <c:pt idx="5460">
                  <c:v>0.288071904</c:v>
                </c:pt>
                <c:pt idx="5461">
                  <c:v>0.288173463</c:v>
                </c:pt>
                <c:pt idx="5462">
                  <c:v>0.288173463</c:v>
                </c:pt>
                <c:pt idx="5463">
                  <c:v>0.288275022</c:v>
                </c:pt>
                <c:pt idx="5464">
                  <c:v>0.288275022</c:v>
                </c:pt>
                <c:pt idx="5465">
                  <c:v>0.288325801</c:v>
                </c:pt>
                <c:pt idx="5466">
                  <c:v>0.288325801</c:v>
                </c:pt>
                <c:pt idx="5467">
                  <c:v>0.288579698</c:v>
                </c:pt>
                <c:pt idx="5468">
                  <c:v>0.288579698</c:v>
                </c:pt>
                <c:pt idx="5469">
                  <c:v>0.288630478</c:v>
                </c:pt>
                <c:pt idx="5470">
                  <c:v>0.288630478</c:v>
                </c:pt>
                <c:pt idx="5471">
                  <c:v>0.288833596</c:v>
                </c:pt>
                <c:pt idx="5472">
                  <c:v>0.288833596</c:v>
                </c:pt>
                <c:pt idx="5473">
                  <c:v>0.288884375</c:v>
                </c:pt>
                <c:pt idx="5474">
                  <c:v>0.288884375</c:v>
                </c:pt>
                <c:pt idx="5475">
                  <c:v>0.288985934</c:v>
                </c:pt>
                <c:pt idx="5476">
                  <c:v>0.288985934</c:v>
                </c:pt>
                <c:pt idx="5477">
                  <c:v>0.289036714</c:v>
                </c:pt>
                <c:pt idx="5478">
                  <c:v>0.289036714</c:v>
                </c:pt>
                <c:pt idx="5479">
                  <c:v>0.289087493</c:v>
                </c:pt>
                <c:pt idx="5480">
                  <c:v>0.289087493</c:v>
                </c:pt>
                <c:pt idx="5481">
                  <c:v>0.289138272</c:v>
                </c:pt>
                <c:pt idx="5482">
                  <c:v>0.289138272</c:v>
                </c:pt>
                <c:pt idx="5483">
                  <c:v>0.289239831</c:v>
                </c:pt>
                <c:pt idx="5484">
                  <c:v>0.289239831</c:v>
                </c:pt>
                <c:pt idx="5485">
                  <c:v>0.28934139</c:v>
                </c:pt>
                <c:pt idx="5486">
                  <c:v>0.289442949</c:v>
                </c:pt>
                <c:pt idx="5487">
                  <c:v>0.289442949</c:v>
                </c:pt>
                <c:pt idx="5488">
                  <c:v>0.289544508</c:v>
                </c:pt>
                <c:pt idx="5489">
                  <c:v>0.289544508</c:v>
                </c:pt>
                <c:pt idx="5490">
                  <c:v>0.289544508</c:v>
                </c:pt>
                <c:pt idx="5491">
                  <c:v>0.289646067</c:v>
                </c:pt>
                <c:pt idx="5492">
                  <c:v>0.289646067</c:v>
                </c:pt>
                <c:pt idx="5493">
                  <c:v>0.289747626</c:v>
                </c:pt>
                <c:pt idx="5494">
                  <c:v>0.289849185</c:v>
                </c:pt>
                <c:pt idx="5495">
                  <c:v>0.289950744</c:v>
                </c:pt>
                <c:pt idx="5496">
                  <c:v>0.289950744</c:v>
                </c:pt>
                <c:pt idx="5497">
                  <c:v>0.290052303</c:v>
                </c:pt>
                <c:pt idx="5498">
                  <c:v>0.290052303</c:v>
                </c:pt>
                <c:pt idx="5499">
                  <c:v>0.290153862</c:v>
                </c:pt>
                <c:pt idx="5500">
                  <c:v>0.290255421</c:v>
                </c:pt>
                <c:pt idx="5501">
                  <c:v>0.290255421</c:v>
                </c:pt>
                <c:pt idx="5502">
                  <c:v>0.290255421</c:v>
                </c:pt>
                <c:pt idx="5503">
                  <c:v>0.290255421</c:v>
                </c:pt>
                <c:pt idx="5504">
                  <c:v>0.290458539</c:v>
                </c:pt>
                <c:pt idx="5505">
                  <c:v>0.290458539</c:v>
                </c:pt>
                <c:pt idx="5506">
                  <c:v>0.290661656</c:v>
                </c:pt>
                <c:pt idx="5507">
                  <c:v>0.290661656</c:v>
                </c:pt>
                <c:pt idx="5508">
                  <c:v>0.290915554</c:v>
                </c:pt>
                <c:pt idx="5509">
                  <c:v>0.290915554</c:v>
                </c:pt>
                <c:pt idx="5510">
                  <c:v>0.291017113</c:v>
                </c:pt>
                <c:pt idx="5511">
                  <c:v>0.291017113</c:v>
                </c:pt>
                <c:pt idx="5512">
                  <c:v>0.291372569</c:v>
                </c:pt>
                <c:pt idx="5513">
                  <c:v>0.291372569</c:v>
                </c:pt>
                <c:pt idx="5514">
                  <c:v>0.291372569</c:v>
                </c:pt>
                <c:pt idx="5515">
                  <c:v>0.291474128</c:v>
                </c:pt>
                <c:pt idx="5516">
                  <c:v>0.291677246</c:v>
                </c:pt>
                <c:pt idx="5517">
                  <c:v>0.291677246</c:v>
                </c:pt>
                <c:pt idx="5518">
                  <c:v>0.291728025</c:v>
                </c:pt>
                <c:pt idx="5519">
                  <c:v>0.291728025</c:v>
                </c:pt>
                <c:pt idx="5520">
                  <c:v>0.291829584</c:v>
                </c:pt>
                <c:pt idx="5521">
                  <c:v>0.291880364</c:v>
                </c:pt>
                <c:pt idx="5522">
                  <c:v>0.291981923</c:v>
                </c:pt>
                <c:pt idx="5523">
                  <c:v>0.29218504</c:v>
                </c:pt>
                <c:pt idx="5524">
                  <c:v>0.29218504</c:v>
                </c:pt>
                <c:pt idx="5525">
                  <c:v>0.29223582</c:v>
                </c:pt>
                <c:pt idx="5526">
                  <c:v>0.29223582</c:v>
                </c:pt>
                <c:pt idx="5527">
                  <c:v>0.292388158</c:v>
                </c:pt>
                <c:pt idx="5528">
                  <c:v>0.292438938</c:v>
                </c:pt>
                <c:pt idx="5529">
                  <c:v>0.292540497</c:v>
                </c:pt>
                <c:pt idx="5530">
                  <c:v>0.292540497</c:v>
                </c:pt>
                <c:pt idx="5531">
                  <c:v>0.292591276</c:v>
                </c:pt>
                <c:pt idx="5532">
                  <c:v>0.292895953</c:v>
                </c:pt>
                <c:pt idx="5533">
                  <c:v>0.292946732</c:v>
                </c:pt>
                <c:pt idx="5534">
                  <c:v>0.292946732</c:v>
                </c:pt>
                <c:pt idx="5535">
                  <c:v>0.292997512</c:v>
                </c:pt>
                <c:pt idx="5536">
                  <c:v>0.292997512</c:v>
                </c:pt>
                <c:pt idx="5537">
                  <c:v>0.293099071</c:v>
                </c:pt>
                <c:pt idx="5538">
                  <c:v>0.293099071</c:v>
                </c:pt>
                <c:pt idx="5539">
                  <c:v>0.293099071</c:v>
                </c:pt>
                <c:pt idx="5540">
                  <c:v>0.293302189</c:v>
                </c:pt>
                <c:pt idx="5541">
                  <c:v>0.293302189</c:v>
                </c:pt>
                <c:pt idx="5542">
                  <c:v>0.293454527</c:v>
                </c:pt>
                <c:pt idx="5543">
                  <c:v>0.293454527</c:v>
                </c:pt>
                <c:pt idx="5544">
                  <c:v>0.293606865</c:v>
                </c:pt>
                <c:pt idx="5545">
                  <c:v>0.293606865</c:v>
                </c:pt>
                <c:pt idx="5546">
                  <c:v>0.293657645</c:v>
                </c:pt>
                <c:pt idx="5547">
                  <c:v>0.293657645</c:v>
                </c:pt>
                <c:pt idx="5548">
                  <c:v>0.293657645</c:v>
                </c:pt>
                <c:pt idx="5549">
                  <c:v>0.293708424</c:v>
                </c:pt>
                <c:pt idx="5550">
                  <c:v>0.293708424</c:v>
                </c:pt>
                <c:pt idx="5551">
                  <c:v>0.293962322</c:v>
                </c:pt>
                <c:pt idx="5552">
                  <c:v>0.293962322</c:v>
                </c:pt>
                <c:pt idx="5553">
                  <c:v>0.29411466</c:v>
                </c:pt>
                <c:pt idx="5554">
                  <c:v>0.294622455</c:v>
                </c:pt>
                <c:pt idx="5555">
                  <c:v>0.294622455</c:v>
                </c:pt>
                <c:pt idx="5556">
                  <c:v>0.294673234</c:v>
                </c:pt>
                <c:pt idx="5557">
                  <c:v>0.294673234</c:v>
                </c:pt>
                <c:pt idx="5558">
                  <c:v>0.294724014</c:v>
                </c:pt>
                <c:pt idx="5559">
                  <c:v>0.294724014</c:v>
                </c:pt>
                <c:pt idx="5560">
                  <c:v>0.294774793</c:v>
                </c:pt>
                <c:pt idx="5561">
                  <c:v>0.294774793</c:v>
                </c:pt>
                <c:pt idx="5562">
                  <c:v>0.294927131</c:v>
                </c:pt>
                <c:pt idx="5563">
                  <c:v>0.294927131</c:v>
                </c:pt>
                <c:pt idx="5564">
                  <c:v>0.29502869</c:v>
                </c:pt>
                <c:pt idx="5565">
                  <c:v>0.29502869</c:v>
                </c:pt>
                <c:pt idx="5566">
                  <c:v>0.295231808</c:v>
                </c:pt>
                <c:pt idx="5567">
                  <c:v>0.295231808</c:v>
                </c:pt>
                <c:pt idx="5568">
                  <c:v>0.295231808</c:v>
                </c:pt>
                <c:pt idx="5569">
                  <c:v>0.295384147</c:v>
                </c:pt>
                <c:pt idx="5570">
                  <c:v>0.295384147</c:v>
                </c:pt>
                <c:pt idx="5571">
                  <c:v>0.295536485</c:v>
                </c:pt>
                <c:pt idx="5572">
                  <c:v>0.295536485</c:v>
                </c:pt>
                <c:pt idx="5573">
                  <c:v>0.295688823</c:v>
                </c:pt>
                <c:pt idx="5574">
                  <c:v>0.295688823</c:v>
                </c:pt>
                <c:pt idx="5575">
                  <c:v>0.295739603</c:v>
                </c:pt>
                <c:pt idx="5576">
                  <c:v>0.295739603</c:v>
                </c:pt>
                <c:pt idx="5577">
                  <c:v>0.295739603</c:v>
                </c:pt>
                <c:pt idx="5578">
                  <c:v>0.295841162</c:v>
                </c:pt>
                <c:pt idx="5579">
                  <c:v>0.295841162</c:v>
                </c:pt>
                <c:pt idx="5580">
                  <c:v>0.295891941</c:v>
                </c:pt>
                <c:pt idx="5581">
                  <c:v>0.295891941</c:v>
                </c:pt>
                <c:pt idx="5582">
                  <c:v>0.2959935</c:v>
                </c:pt>
                <c:pt idx="5583">
                  <c:v>0.29604428</c:v>
                </c:pt>
                <c:pt idx="5584">
                  <c:v>0.29604428</c:v>
                </c:pt>
                <c:pt idx="5585">
                  <c:v>0.296145839</c:v>
                </c:pt>
                <c:pt idx="5586">
                  <c:v>0.296145839</c:v>
                </c:pt>
                <c:pt idx="5587">
                  <c:v>0.296298177</c:v>
                </c:pt>
                <c:pt idx="5588">
                  <c:v>0.296298177</c:v>
                </c:pt>
                <c:pt idx="5589">
                  <c:v>0.296348956</c:v>
                </c:pt>
                <c:pt idx="5590">
                  <c:v>0.296348956</c:v>
                </c:pt>
                <c:pt idx="5591">
                  <c:v>0.296450515</c:v>
                </c:pt>
                <c:pt idx="5592">
                  <c:v>0.296450515</c:v>
                </c:pt>
                <c:pt idx="5593">
                  <c:v>0.296501295</c:v>
                </c:pt>
                <c:pt idx="5594">
                  <c:v>0.296704413</c:v>
                </c:pt>
                <c:pt idx="5595">
                  <c:v>0.296755192</c:v>
                </c:pt>
                <c:pt idx="5596">
                  <c:v>0.296755192</c:v>
                </c:pt>
                <c:pt idx="5597">
                  <c:v>0.296856751</c:v>
                </c:pt>
                <c:pt idx="5598">
                  <c:v>0.29695831</c:v>
                </c:pt>
                <c:pt idx="5599">
                  <c:v>0.29695831</c:v>
                </c:pt>
                <c:pt idx="5600">
                  <c:v>0.29700909</c:v>
                </c:pt>
                <c:pt idx="5601">
                  <c:v>0.29700909</c:v>
                </c:pt>
                <c:pt idx="5602">
                  <c:v>0.29700909</c:v>
                </c:pt>
                <c:pt idx="5603">
                  <c:v>0.297059869</c:v>
                </c:pt>
                <c:pt idx="5604">
                  <c:v>0.297059869</c:v>
                </c:pt>
                <c:pt idx="5605">
                  <c:v>0.297110648</c:v>
                </c:pt>
                <c:pt idx="5606">
                  <c:v>0.297110648</c:v>
                </c:pt>
                <c:pt idx="5607">
                  <c:v>0.297212207</c:v>
                </c:pt>
                <c:pt idx="5608">
                  <c:v>0.297364546</c:v>
                </c:pt>
                <c:pt idx="5609">
                  <c:v>0.297466105</c:v>
                </c:pt>
                <c:pt idx="5610">
                  <c:v>0.297466105</c:v>
                </c:pt>
                <c:pt idx="5611">
                  <c:v>0.297516884</c:v>
                </c:pt>
                <c:pt idx="5612">
                  <c:v>0.297516884</c:v>
                </c:pt>
                <c:pt idx="5613">
                  <c:v>0.297567664</c:v>
                </c:pt>
                <c:pt idx="5614">
                  <c:v>0.297669223</c:v>
                </c:pt>
                <c:pt idx="5615">
                  <c:v>0.297821561</c:v>
                </c:pt>
                <c:pt idx="5616">
                  <c:v>0.298075458</c:v>
                </c:pt>
                <c:pt idx="5617">
                  <c:v>0.298126238</c:v>
                </c:pt>
                <c:pt idx="5618">
                  <c:v>0.298126238</c:v>
                </c:pt>
                <c:pt idx="5619">
                  <c:v>0.298278576</c:v>
                </c:pt>
                <c:pt idx="5620">
                  <c:v>0.298278576</c:v>
                </c:pt>
                <c:pt idx="5621">
                  <c:v>0.298329356</c:v>
                </c:pt>
                <c:pt idx="5622">
                  <c:v>0.298481694</c:v>
                </c:pt>
                <c:pt idx="5623">
                  <c:v>0.298481694</c:v>
                </c:pt>
                <c:pt idx="5624">
                  <c:v>0.298532473</c:v>
                </c:pt>
                <c:pt idx="5625">
                  <c:v>0.298532473</c:v>
                </c:pt>
                <c:pt idx="5626">
                  <c:v>0.298786371</c:v>
                </c:pt>
                <c:pt idx="5627">
                  <c:v>0.298786371</c:v>
                </c:pt>
                <c:pt idx="5628">
                  <c:v>0.298938709</c:v>
                </c:pt>
                <c:pt idx="5629">
                  <c:v>0.298989489</c:v>
                </c:pt>
                <c:pt idx="5630">
                  <c:v>0.299141827</c:v>
                </c:pt>
                <c:pt idx="5631">
                  <c:v>0.299141827</c:v>
                </c:pt>
                <c:pt idx="5632">
                  <c:v>0.299294165</c:v>
                </c:pt>
                <c:pt idx="5633">
                  <c:v>0.299294165</c:v>
                </c:pt>
                <c:pt idx="5634">
                  <c:v>0.299395724</c:v>
                </c:pt>
                <c:pt idx="5635">
                  <c:v>0.299446504</c:v>
                </c:pt>
                <c:pt idx="5636">
                  <c:v>0.299446504</c:v>
                </c:pt>
                <c:pt idx="5637">
                  <c:v>0.299548063</c:v>
                </c:pt>
                <c:pt idx="5638">
                  <c:v>0.299548063</c:v>
                </c:pt>
                <c:pt idx="5639">
                  <c:v>0.299548063</c:v>
                </c:pt>
                <c:pt idx="5640">
                  <c:v>0.299548063</c:v>
                </c:pt>
                <c:pt idx="5641">
                  <c:v>0.299751181</c:v>
                </c:pt>
                <c:pt idx="5642">
                  <c:v>0.299751181</c:v>
                </c:pt>
                <c:pt idx="5643">
                  <c:v>0.29985274</c:v>
                </c:pt>
                <c:pt idx="5644">
                  <c:v>0.299903519</c:v>
                </c:pt>
                <c:pt idx="5645">
                  <c:v>0.299903519</c:v>
                </c:pt>
                <c:pt idx="5646">
                  <c:v>0.300208196</c:v>
                </c:pt>
                <c:pt idx="5647">
                  <c:v>0.300208196</c:v>
                </c:pt>
                <c:pt idx="5648">
                  <c:v>0.300309755</c:v>
                </c:pt>
                <c:pt idx="5649">
                  <c:v>0.300309755</c:v>
                </c:pt>
                <c:pt idx="5650">
                  <c:v>0.300360534</c:v>
                </c:pt>
                <c:pt idx="5651">
                  <c:v>0.300462093</c:v>
                </c:pt>
                <c:pt idx="5652">
                  <c:v>0.300665211</c:v>
                </c:pt>
                <c:pt idx="5653">
                  <c:v>0.300665211</c:v>
                </c:pt>
                <c:pt idx="5654">
                  <c:v>0.30071599</c:v>
                </c:pt>
                <c:pt idx="5655">
                  <c:v>0.300817549</c:v>
                </c:pt>
                <c:pt idx="5656">
                  <c:v>0.300919108</c:v>
                </c:pt>
                <c:pt idx="5657">
                  <c:v>0.300919108</c:v>
                </c:pt>
                <c:pt idx="5658">
                  <c:v>0.301122226</c:v>
                </c:pt>
                <c:pt idx="5659">
                  <c:v>0.301325344</c:v>
                </c:pt>
                <c:pt idx="5660">
                  <c:v>0.301325344</c:v>
                </c:pt>
                <c:pt idx="5661">
                  <c:v>0.301426903</c:v>
                </c:pt>
                <c:pt idx="5662">
                  <c:v>0.301426903</c:v>
                </c:pt>
                <c:pt idx="5663">
                  <c:v>0.301426903</c:v>
                </c:pt>
                <c:pt idx="5664">
                  <c:v>0.301426903</c:v>
                </c:pt>
                <c:pt idx="5665">
                  <c:v>0.301579241</c:v>
                </c:pt>
                <c:pt idx="5666">
                  <c:v>0.301579241</c:v>
                </c:pt>
                <c:pt idx="5667">
                  <c:v>0.301630021</c:v>
                </c:pt>
                <c:pt idx="5668">
                  <c:v>0.301630021</c:v>
                </c:pt>
                <c:pt idx="5669">
                  <c:v>0.30173158</c:v>
                </c:pt>
                <c:pt idx="5670">
                  <c:v>0.30173158</c:v>
                </c:pt>
                <c:pt idx="5671">
                  <c:v>0.301782359</c:v>
                </c:pt>
                <c:pt idx="5672">
                  <c:v>0.301782359</c:v>
                </c:pt>
                <c:pt idx="5673">
                  <c:v>0.301883918</c:v>
                </c:pt>
                <c:pt idx="5674">
                  <c:v>0.301883918</c:v>
                </c:pt>
                <c:pt idx="5675">
                  <c:v>0.301934698</c:v>
                </c:pt>
                <c:pt idx="5676">
                  <c:v>0.301934698</c:v>
                </c:pt>
                <c:pt idx="5677">
                  <c:v>0.302036257</c:v>
                </c:pt>
                <c:pt idx="5678">
                  <c:v>0.302036257</c:v>
                </c:pt>
                <c:pt idx="5679">
                  <c:v>0.302087036</c:v>
                </c:pt>
                <c:pt idx="5680">
                  <c:v>0.302087036</c:v>
                </c:pt>
                <c:pt idx="5681">
                  <c:v>0.302188595</c:v>
                </c:pt>
                <c:pt idx="5682">
                  <c:v>0.302188595</c:v>
                </c:pt>
                <c:pt idx="5683">
                  <c:v>0.302188595</c:v>
                </c:pt>
                <c:pt idx="5684">
                  <c:v>0.302290154</c:v>
                </c:pt>
                <c:pt idx="5685">
                  <c:v>0.302290154</c:v>
                </c:pt>
                <c:pt idx="5686">
                  <c:v>0.302594831</c:v>
                </c:pt>
                <c:pt idx="5687">
                  <c:v>0.302594831</c:v>
                </c:pt>
                <c:pt idx="5688">
                  <c:v>0.30269639</c:v>
                </c:pt>
                <c:pt idx="5689">
                  <c:v>0.30269639</c:v>
                </c:pt>
                <c:pt idx="5690">
                  <c:v>0.302747169</c:v>
                </c:pt>
                <c:pt idx="5691">
                  <c:v>0.302747169</c:v>
                </c:pt>
                <c:pt idx="5692">
                  <c:v>0.302950287</c:v>
                </c:pt>
                <c:pt idx="5693">
                  <c:v>0.302950287</c:v>
                </c:pt>
                <c:pt idx="5694">
                  <c:v>0.303051846</c:v>
                </c:pt>
                <c:pt idx="5695">
                  <c:v>0.303051846</c:v>
                </c:pt>
                <c:pt idx="5696">
                  <c:v>0.303153405</c:v>
                </c:pt>
                <c:pt idx="5697">
                  <c:v>0.303204184</c:v>
                </c:pt>
                <c:pt idx="5698">
                  <c:v>0.303254964</c:v>
                </c:pt>
                <c:pt idx="5699">
                  <c:v>0.303305743</c:v>
                </c:pt>
                <c:pt idx="5700">
                  <c:v>0.303305743</c:v>
                </c:pt>
                <c:pt idx="5701">
                  <c:v>0.30355964</c:v>
                </c:pt>
                <c:pt idx="5702">
                  <c:v>0.30355964</c:v>
                </c:pt>
                <c:pt idx="5703">
                  <c:v>0.303813538</c:v>
                </c:pt>
                <c:pt idx="5704">
                  <c:v>0.303813538</c:v>
                </c:pt>
                <c:pt idx="5705">
                  <c:v>0.303864317</c:v>
                </c:pt>
                <c:pt idx="5706">
                  <c:v>0.303864317</c:v>
                </c:pt>
                <c:pt idx="5707">
                  <c:v>0.303965876</c:v>
                </c:pt>
                <c:pt idx="5708">
                  <c:v>0.303965876</c:v>
                </c:pt>
                <c:pt idx="5709">
                  <c:v>0.303965876</c:v>
                </c:pt>
                <c:pt idx="5710">
                  <c:v>0.304016656</c:v>
                </c:pt>
                <c:pt idx="5711">
                  <c:v>0.304168994</c:v>
                </c:pt>
                <c:pt idx="5712">
                  <c:v>0.304168994</c:v>
                </c:pt>
                <c:pt idx="5713">
                  <c:v>0.304219774</c:v>
                </c:pt>
                <c:pt idx="5714">
                  <c:v>0.304219774</c:v>
                </c:pt>
                <c:pt idx="5715">
                  <c:v>0.304270553</c:v>
                </c:pt>
                <c:pt idx="5716">
                  <c:v>0.304270553</c:v>
                </c:pt>
                <c:pt idx="5717">
                  <c:v>0.304422891</c:v>
                </c:pt>
                <c:pt idx="5718">
                  <c:v>0.304422891</c:v>
                </c:pt>
                <c:pt idx="5719">
                  <c:v>0.304626009</c:v>
                </c:pt>
                <c:pt idx="5720">
                  <c:v>0.304626009</c:v>
                </c:pt>
                <c:pt idx="5721">
                  <c:v>0.304778348</c:v>
                </c:pt>
                <c:pt idx="5722">
                  <c:v>0.304778348</c:v>
                </c:pt>
                <c:pt idx="5723">
                  <c:v>0.304879907</c:v>
                </c:pt>
                <c:pt idx="5724">
                  <c:v>0.305032245</c:v>
                </c:pt>
                <c:pt idx="5725">
                  <c:v>0.305032245</c:v>
                </c:pt>
                <c:pt idx="5726">
                  <c:v>0.305133804</c:v>
                </c:pt>
                <c:pt idx="5727">
                  <c:v>0.305133804</c:v>
                </c:pt>
                <c:pt idx="5728">
                  <c:v>0.305235363</c:v>
                </c:pt>
                <c:pt idx="5729">
                  <c:v>0.305235363</c:v>
                </c:pt>
                <c:pt idx="5730">
                  <c:v>0.305286142</c:v>
                </c:pt>
                <c:pt idx="5731">
                  <c:v>0.305286142</c:v>
                </c:pt>
                <c:pt idx="5732">
                  <c:v>0.305336922</c:v>
                </c:pt>
                <c:pt idx="5733">
                  <c:v>0.305336922</c:v>
                </c:pt>
                <c:pt idx="5734">
                  <c:v>0.305438481</c:v>
                </c:pt>
                <c:pt idx="5735">
                  <c:v>0.305438481</c:v>
                </c:pt>
                <c:pt idx="5736">
                  <c:v>0.305641599</c:v>
                </c:pt>
                <c:pt idx="5737">
                  <c:v>0.305641599</c:v>
                </c:pt>
                <c:pt idx="5738">
                  <c:v>0.305946275</c:v>
                </c:pt>
                <c:pt idx="5739">
                  <c:v>0.305946275</c:v>
                </c:pt>
                <c:pt idx="5740">
                  <c:v>0.305997055</c:v>
                </c:pt>
                <c:pt idx="5741">
                  <c:v>0.305997055</c:v>
                </c:pt>
                <c:pt idx="5742">
                  <c:v>0.306047834</c:v>
                </c:pt>
                <c:pt idx="5743">
                  <c:v>0.306047834</c:v>
                </c:pt>
                <c:pt idx="5744">
                  <c:v>0.306047834</c:v>
                </c:pt>
                <c:pt idx="5745">
                  <c:v>0.306149393</c:v>
                </c:pt>
                <c:pt idx="5746">
                  <c:v>0.306250952</c:v>
                </c:pt>
                <c:pt idx="5747">
                  <c:v>0.306250952</c:v>
                </c:pt>
                <c:pt idx="5748">
                  <c:v>0.306301732</c:v>
                </c:pt>
                <c:pt idx="5749">
                  <c:v>0.306301732</c:v>
                </c:pt>
                <c:pt idx="5750">
                  <c:v>0.306403291</c:v>
                </c:pt>
                <c:pt idx="5751">
                  <c:v>0.306403291</c:v>
                </c:pt>
                <c:pt idx="5752">
                  <c:v>0.306504849</c:v>
                </c:pt>
                <c:pt idx="5753">
                  <c:v>0.306504849</c:v>
                </c:pt>
                <c:pt idx="5754">
                  <c:v>0.306555629</c:v>
                </c:pt>
                <c:pt idx="5755">
                  <c:v>0.306758747</c:v>
                </c:pt>
                <c:pt idx="5756">
                  <c:v>0.306758747</c:v>
                </c:pt>
                <c:pt idx="5757">
                  <c:v>0.306758747</c:v>
                </c:pt>
                <c:pt idx="5758">
                  <c:v>0.306809526</c:v>
                </c:pt>
                <c:pt idx="5759">
                  <c:v>0.306809526</c:v>
                </c:pt>
                <c:pt idx="5760">
                  <c:v>0.307317321</c:v>
                </c:pt>
                <c:pt idx="5761">
                  <c:v>0.307317321</c:v>
                </c:pt>
                <c:pt idx="5762">
                  <c:v>0.3073681</c:v>
                </c:pt>
                <c:pt idx="5763">
                  <c:v>0.3073681</c:v>
                </c:pt>
                <c:pt idx="5764">
                  <c:v>0.30741888</c:v>
                </c:pt>
                <c:pt idx="5765">
                  <c:v>0.30741888</c:v>
                </c:pt>
                <c:pt idx="5766">
                  <c:v>0.307469659</c:v>
                </c:pt>
                <c:pt idx="5767">
                  <c:v>0.307571218</c:v>
                </c:pt>
                <c:pt idx="5768">
                  <c:v>0.307672777</c:v>
                </c:pt>
                <c:pt idx="5769">
                  <c:v>0.307825116</c:v>
                </c:pt>
                <c:pt idx="5770">
                  <c:v>0.308079013</c:v>
                </c:pt>
                <c:pt idx="5771">
                  <c:v>0.308180572</c:v>
                </c:pt>
                <c:pt idx="5772">
                  <c:v>0.308231351</c:v>
                </c:pt>
                <c:pt idx="5773">
                  <c:v>0.30838369</c:v>
                </c:pt>
                <c:pt idx="5774">
                  <c:v>0.308434469</c:v>
                </c:pt>
                <c:pt idx="5775">
                  <c:v>0.308434469</c:v>
                </c:pt>
                <c:pt idx="5776">
                  <c:v>0.308688366</c:v>
                </c:pt>
                <c:pt idx="5777">
                  <c:v>0.308739146</c:v>
                </c:pt>
                <c:pt idx="5778">
                  <c:v>0.308942264</c:v>
                </c:pt>
                <c:pt idx="5779">
                  <c:v>0.308942264</c:v>
                </c:pt>
                <c:pt idx="5780">
                  <c:v>0.308993043</c:v>
                </c:pt>
                <c:pt idx="5781">
                  <c:v>0.308993043</c:v>
                </c:pt>
                <c:pt idx="5782">
                  <c:v>0.309043823</c:v>
                </c:pt>
                <c:pt idx="5783">
                  <c:v>0.309145382</c:v>
                </c:pt>
                <c:pt idx="5784">
                  <c:v>0.309196161</c:v>
                </c:pt>
                <c:pt idx="5785">
                  <c:v>0.309196161</c:v>
                </c:pt>
                <c:pt idx="5786">
                  <c:v>0.30929772</c:v>
                </c:pt>
                <c:pt idx="5787">
                  <c:v>0.309348499</c:v>
                </c:pt>
                <c:pt idx="5788">
                  <c:v>0.309348499</c:v>
                </c:pt>
                <c:pt idx="5789">
                  <c:v>0.309399279</c:v>
                </c:pt>
                <c:pt idx="5790">
                  <c:v>0.309399279</c:v>
                </c:pt>
                <c:pt idx="5791">
                  <c:v>0.309500838</c:v>
                </c:pt>
                <c:pt idx="5792">
                  <c:v>0.309500838</c:v>
                </c:pt>
                <c:pt idx="5793">
                  <c:v>0.309551617</c:v>
                </c:pt>
                <c:pt idx="5794">
                  <c:v>0.309653176</c:v>
                </c:pt>
                <c:pt idx="5795">
                  <c:v>0.309754735</c:v>
                </c:pt>
                <c:pt idx="5796">
                  <c:v>0.309754735</c:v>
                </c:pt>
                <c:pt idx="5797">
                  <c:v>0.309805515</c:v>
                </c:pt>
                <c:pt idx="5798">
                  <c:v>0.309805515</c:v>
                </c:pt>
                <c:pt idx="5799">
                  <c:v>0.309907074</c:v>
                </c:pt>
                <c:pt idx="5800">
                  <c:v>0.309907074</c:v>
                </c:pt>
                <c:pt idx="5801">
                  <c:v>0.309957853</c:v>
                </c:pt>
                <c:pt idx="5802">
                  <c:v>0.309957853</c:v>
                </c:pt>
                <c:pt idx="5803">
                  <c:v>0.310160971</c:v>
                </c:pt>
                <c:pt idx="5804">
                  <c:v>0.310160971</c:v>
                </c:pt>
                <c:pt idx="5805">
                  <c:v>0.31021175</c:v>
                </c:pt>
                <c:pt idx="5806">
                  <c:v>0.310313309</c:v>
                </c:pt>
                <c:pt idx="5807">
                  <c:v>0.310465648</c:v>
                </c:pt>
                <c:pt idx="5808">
                  <c:v>0.310617986</c:v>
                </c:pt>
                <c:pt idx="5809">
                  <c:v>0.310617986</c:v>
                </c:pt>
                <c:pt idx="5810">
                  <c:v>0.310821104</c:v>
                </c:pt>
                <c:pt idx="5811">
                  <c:v>0.310922663</c:v>
                </c:pt>
                <c:pt idx="5812">
                  <c:v>0.310922663</c:v>
                </c:pt>
                <c:pt idx="5813">
                  <c:v>0.310973442</c:v>
                </c:pt>
                <c:pt idx="5814">
                  <c:v>0.310973442</c:v>
                </c:pt>
                <c:pt idx="5815">
                  <c:v>0.311024222</c:v>
                </c:pt>
                <c:pt idx="5816">
                  <c:v>0.311024222</c:v>
                </c:pt>
                <c:pt idx="5817">
                  <c:v>0.311075001</c:v>
                </c:pt>
                <c:pt idx="5818">
                  <c:v>0.311075001</c:v>
                </c:pt>
                <c:pt idx="5819">
                  <c:v>0.31117656</c:v>
                </c:pt>
                <c:pt idx="5820">
                  <c:v>0.31117656</c:v>
                </c:pt>
                <c:pt idx="5821">
                  <c:v>0.31117656</c:v>
                </c:pt>
                <c:pt idx="5822">
                  <c:v>0.31122734</c:v>
                </c:pt>
                <c:pt idx="5823">
                  <c:v>0.311328899</c:v>
                </c:pt>
                <c:pt idx="5824">
                  <c:v>0.311481237</c:v>
                </c:pt>
                <c:pt idx="5825">
                  <c:v>0.311481237</c:v>
                </c:pt>
                <c:pt idx="5826">
                  <c:v>0.311532016</c:v>
                </c:pt>
                <c:pt idx="5827">
                  <c:v>0.311532016</c:v>
                </c:pt>
                <c:pt idx="5828">
                  <c:v>0.311684355</c:v>
                </c:pt>
                <c:pt idx="5829">
                  <c:v>0.311785914</c:v>
                </c:pt>
                <c:pt idx="5830">
                  <c:v>0.311785914</c:v>
                </c:pt>
                <c:pt idx="5831">
                  <c:v>0.311785914</c:v>
                </c:pt>
                <c:pt idx="5832">
                  <c:v>0.311785914</c:v>
                </c:pt>
                <c:pt idx="5833">
                  <c:v>0.311785914</c:v>
                </c:pt>
                <c:pt idx="5834">
                  <c:v>0.311785914</c:v>
                </c:pt>
                <c:pt idx="5835">
                  <c:v>0.311836693</c:v>
                </c:pt>
                <c:pt idx="5836">
                  <c:v>0.311836693</c:v>
                </c:pt>
                <c:pt idx="5837">
                  <c:v>0.311989032</c:v>
                </c:pt>
                <c:pt idx="5838">
                  <c:v>0.312090591</c:v>
                </c:pt>
                <c:pt idx="5839">
                  <c:v>0.312293708</c:v>
                </c:pt>
                <c:pt idx="5840">
                  <c:v>0.312293708</c:v>
                </c:pt>
                <c:pt idx="5841">
                  <c:v>0.312344488</c:v>
                </c:pt>
                <c:pt idx="5842">
                  <c:v>0.312344488</c:v>
                </c:pt>
                <c:pt idx="5843">
                  <c:v>0.312446047</c:v>
                </c:pt>
                <c:pt idx="5844">
                  <c:v>0.312446047</c:v>
                </c:pt>
                <c:pt idx="5845">
                  <c:v>0.312598385</c:v>
                </c:pt>
                <c:pt idx="5846">
                  <c:v>0.312699944</c:v>
                </c:pt>
                <c:pt idx="5847">
                  <c:v>0.312852283</c:v>
                </c:pt>
                <c:pt idx="5848">
                  <c:v>0.312903062</c:v>
                </c:pt>
                <c:pt idx="5849">
                  <c:v>0.312903062</c:v>
                </c:pt>
                <c:pt idx="5850">
                  <c:v>0.312903062</c:v>
                </c:pt>
                <c:pt idx="5851">
                  <c:v>0.313004621</c:v>
                </c:pt>
                <c:pt idx="5852">
                  <c:v>0.313004621</c:v>
                </c:pt>
                <c:pt idx="5853">
                  <c:v>0.31310618</c:v>
                </c:pt>
                <c:pt idx="5854">
                  <c:v>0.31310618</c:v>
                </c:pt>
                <c:pt idx="5855">
                  <c:v>0.313207739</c:v>
                </c:pt>
                <c:pt idx="5856">
                  <c:v>0.313207739</c:v>
                </c:pt>
                <c:pt idx="5857">
                  <c:v>0.313258518</c:v>
                </c:pt>
                <c:pt idx="5858">
                  <c:v>0.313360077</c:v>
                </c:pt>
                <c:pt idx="5859">
                  <c:v>0.313360077</c:v>
                </c:pt>
                <c:pt idx="5860">
                  <c:v>0.313410857</c:v>
                </c:pt>
                <c:pt idx="5861">
                  <c:v>0.313410857</c:v>
                </c:pt>
                <c:pt idx="5862">
                  <c:v>0.313613975</c:v>
                </c:pt>
                <c:pt idx="5863">
                  <c:v>0.313817092</c:v>
                </c:pt>
                <c:pt idx="5864">
                  <c:v>0.313817092</c:v>
                </c:pt>
                <c:pt idx="5865">
                  <c:v>0.313867872</c:v>
                </c:pt>
                <c:pt idx="5866">
                  <c:v>0.313867872</c:v>
                </c:pt>
                <c:pt idx="5867">
                  <c:v>0.313918651</c:v>
                </c:pt>
                <c:pt idx="5868">
                  <c:v>0.31402021</c:v>
                </c:pt>
                <c:pt idx="5869">
                  <c:v>0.31407099</c:v>
                </c:pt>
                <c:pt idx="5870">
                  <c:v>0.314172549</c:v>
                </c:pt>
                <c:pt idx="5871">
                  <c:v>0.314223328</c:v>
                </c:pt>
                <c:pt idx="5872">
                  <c:v>0.314223328</c:v>
                </c:pt>
                <c:pt idx="5873">
                  <c:v>0.314324887</c:v>
                </c:pt>
                <c:pt idx="5874">
                  <c:v>0.314324887</c:v>
                </c:pt>
                <c:pt idx="5875">
                  <c:v>0.314375666</c:v>
                </c:pt>
                <c:pt idx="5876">
                  <c:v>0.314375666</c:v>
                </c:pt>
                <c:pt idx="5877">
                  <c:v>0.314426446</c:v>
                </c:pt>
                <c:pt idx="5878">
                  <c:v>0.314426446</c:v>
                </c:pt>
                <c:pt idx="5879">
                  <c:v>0.314528005</c:v>
                </c:pt>
                <c:pt idx="5880">
                  <c:v>0.314629564</c:v>
                </c:pt>
                <c:pt idx="5881">
                  <c:v>0.314680343</c:v>
                </c:pt>
                <c:pt idx="5882">
                  <c:v>0.314832682</c:v>
                </c:pt>
                <c:pt idx="5883">
                  <c:v>0.31498502</c:v>
                </c:pt>
                <c:pt idx="5884">
                  <c:v>0.3150358</c:v>
                </c:pt>
                <c:pt idx="5885">
                  <c:v>0.3150358</c:v>
                </c:pt>
                <c:pt idx="5886">
                  <c:v>0.315391256</c:v>
                </c:pt>
                <c:pt idx="5887">
                  <c:v>0.315391256</c:v>
                </c:pt>
                <c:pt idx="5888">
                  <c:v>0.315492815</c:v>
                </c:pt>
                <c:pt idx="5889">
                  <c:v>0.315492815</c:v>
                </c:pt>
                <c:pt idx="5890">
                  <c:v>0.315594374</c:v>
                </c:pt>
                <c:pt idx="5891">
                  <c:v>0.315594374</c:v>
                </c:pt>
                <c:pt idx="5892">
                  <c:v>0.315695933</c:v>
                </c:pt>
                <c:pt idx="5893">
                  <c:v>0.315695933</c:v>
                </c:pt>
                <c:pt idx="5894">
                  <c:v>0.315746712</c:v>
                </c:pt>
                <c:pt idx="5895">
                  <c:v>0.315746712</c:v>
                </c:pt>
                <c:pt idx="5896">
                  <c:v>0.31589905</c:v>
                </c:pt>
                <c:pt idx="5897">
                  <c:v>0.316102168</c:v>
                </c:pt>
                <c:pt idx="5898">
                  <c:v>0.316254507</c:v>
                </c:pt>
                <c:pt idx="5899">
                  <c:v>0.316356066</c:v>
                </c:pt>
                <c:pt idx="5900">
                  <c:v>0.316356066</c:v>
                </c:pt>
                <c:pt idx="5901">
                  <c:v>0.316559183</c:v>
                </c:pt>
                <c:pt idx="5902">
                  <c:v>0.316559183</c:v>
                </c:pt>
                <c:pt idx="5903">
                  <c:v>0.316609963</c:v>
                </c:pt>
                <c:pt idx="5904">
                  <c:v>0.316609963</c:v>
                </c:pt>
                <c:pt idx="5905">
                  <c:v>0.316660742</c:v>
                </c:pt>
                <c:pt idx="5906">
                  <c:v>0.317066978</c:v>
                </c:pt>
                <c:pt idx="5907">
                  <c:v>0.317270096</c:v>
                </c:pt>
                <c:pt idx="5908">
                  <c:v>0.317371655</c:v>
                </c:pt>
                <c:pt idx="5909">
                  <c:v>0.317422434</c:v>
                </c:pt>
                <c:pt idx="5910">
                  <c:v>0.317422434</c:v>
                </c:pt>
                <c:pt idx="5911">
                  <c:v>0.317523993</c:v>
                </c:pt>
                <c:pt idx="5912">
                  <c:v>0.317523993</c:v>
                </c:pt>
                <c:pt idx="5913">
                  <c:v>0.317727111</c:v>
                </c:pt>
                <c:pt idx="5914">
                  <c:v>0.317777891</c:v>
                </c:pt>
                <c:pt idx="5915">
                  <c:v>0.317981008</c:v>
                </c:pt>
                <c:pt idx="5916">
                  <c:v>0.318082567</c:v>
                </c:pt>
                <c:pt idx="5917">
                  <c:v>0.318082567</c:v>
                </c:pt>
                <c:pt idx="5918">
                  <c:v>0.318336465</c:v>
                </c:pt>
                <c:pt idx="5919">
                  <c:v>0.318336465</c:v>
                </c:pt>
                <c:pt idx="5920">
                  <c:v>0.318539583</c:v>
                </c:pt>
                <c:pt idx="5921">
                  <c:v>0.318539583</c:v>
                </c:pt>
                <c:pt idx="5922">
                  <c:v>0.3187427</c:v>
                </c:pt>
                <c:pt idx="5923">
                  <c:v>0.3187427</c:v>
                </c:pt>
                <c:pt idx="5924">
                  <c:v>0.31879348</c:v>
                </c:pt>
                <c:pt idx="5925">
                  <c:v>0.31879348</c:v>
                </c:pt>
                <c:pt idx="5926">
                  <c:v>0.318895039</c:v>
                </c:pt>
                <c:pt idx="5927">
                  <c:v>0.319047377</c:v>
                </c:pt>
                <c:pt idx="5928">
                  <c:v>0.319098157</c:v>
                </c:pt>
                <c:pt idx="5929">
                  <c:v>0.319098157</c:v>
                </c:pt>
                <c:pt idx="5930">
                  <c:v>0.319199716</c:v>
                </c:pt>
                <c:pt idx="5931">
                  <c:v>0.319199716</c:v>
                </c:pt>
                <c:pt idx="5932">
                  <c:v>0.319250495</c:v>
                </c:pt>
                <c:pt idx="5933">
                  <c:v>0.319250495</c:v>
                </c:pt>
                <c:pt idx="5934">
                  <c:v>0.319250495</c:v>
                </c:pt>
                <c:pt idx="5935">
                  <c:v>0.319402833</c:v>
                </c:pt>
                <c:pt idx="5936">
                  <c:v>0.319402833</c:v>
                </c:pt>
                <c:pt idx="5937">
                  <c:v>0.319656731</c:v>
                </c:pt>
                <c:pt idx="5938">
                  <c:v>0.319656731</c:v>
                </c:pt>
                <c:pt idx="5939">
                  <c:v>0.31970751</c:v>
                </c:pt>
                <c:pt idx="5940">
                  <c:v>0.31970751</c:v>
                </c:pt>
                <c:pt idx="5941">
                  <c:v>0.319859849</c:v>
                </c:pt>
                <c:pt idx="5942">
                  <c:v>0.319859849</c:v>
                </c:pt>
                <c:pt idx="5943">
                  <c:v>0.319961408</c:v>
                </c:pt>
                <c:pt idx="5944">
                  <c:v>0.319961408</c:v>
                </c:pt>
                <c:pt idx="5945">
                  <c:v>0.320012187</c:v>
                </c:pt>
                <c:pt idx="5946">
                  <c:v>0.320012187</c:v>
                </c:pt>
                <c:pt idx="5947">
                  <c:v>0.320113746</c:v>
                </c:pt>
                <c:pt idx="5948">
                  <c:v>0.320113746</c:v>
                </c:pt>
                <c:pt idx="5949">
                  <c:v>0.320215305</c:v>
                </c:pt>
                <c:pt idx="5950">
                  <c:v>0.320215305</c:v>
                </c:pt>
                <c:pt idx="5951">
                  <c:v>0.320266084</c:v>
                </c:pt>
                <c:pt idx="5952">
                  <c:v>0.320266084</c:v>
                </c:pt>
                <c:pt idx="5953">
                  <c:v>0.320266084</c:v>
                </c:pt>
                <c:pt idx="5954">
                  <c:v>0.320418423</c:v>
                </c:pt>
                <c:pt idx="5955">
                  <c:v>0.320519982</c:v>
                </c:pt>
                <c:pt idx="5956">
                  <c:v>0.320621541</c:v>
                </c:pt>
                <c:pt idx="5957">
                  <c:v>0.320621541</c:v>
                </c:pt>
                <c:pt idx="5958">
                  <c:v>0.3207231</c:v>
                </c:pt>
                <c:pt idx="5959">
                  <c:v>0.3207231</c:v>
                </c:pt>
                <c:pt idx="5960">
                  <c:v>0.320824659</c:v>
                </c:pt>
                <c:pt idx="5961">
                  <c:v>0.320926217</c:v>
                </c:pt>
                <c:pt idx="5962">
                  <c:v>0.321180115</c:v>
                </c:pt>
                <c:pt idx="5963">
                  <c:v>0.321180115</c:v>
                </c:pt>
                <c:pt idx="5964">
                  <c:v>0.321281674</c:v>
                </c:pt>
                <c:pt idx="5965">
                  <c:v>0.321281674</c:v>
                </c:pt>
                <c:pt idx="5966">
                  <c:v>0.321383233</c:v>
                </c:pt>
                <c:pt idx="5967">
                  <c:v>0.321383233</c:v>
                </c:pt>
                <c:pt idx="5968">
                  <c:v>0.321434012</c:v>
                </c:pt>
                <c:pt idx="5969">
                  <c:v>0.321434012</c:v>
                </c:pt>
                <c:pt idx="5970">
                  <c:v>0.321992586</c:v>
                </c:pt>
                <c:pt idx="5971">
                  <c:v>0.321992586</c:v>
                </c:pt>
                <c:pt idx="5972">
                  <c:v>0.322144925</c:v>
                </c:pt>
                <c:pt idx="5973">
                  <c:v>0.322144925</c:v>
                </c:pt>
                <c:pt idx="5974">
                  <c:v>0.322246484</c:v>
                </c:pt>
                <c:pt idx="5975">
                  <c:v>0.322246484</c:v>
                </c:pt>
                <c:pt idx="5976">
                  <c:v>0.322398822</c:v>
                </c:pt>
                <c:pt idx="5977">
                  <c:v>0.322398822</c:v>
                </c:pt>
                <c:pt idx="5978">
                  <c:v>0.32260194</c:v>
                </c:pt>
                <c:pt idx="5979">
                  <c:v>0.322703499</c:v>
                </c:pt>
                <c:pt idx="5980">
                  <c:v>0.322703499</c:v>
                </c:pt>
                <c:pt idx="5981">
                  <c:v>0.323008175</c:v>
                </c:pt>
                <c:pt idx="5982">
                  <c:v>0.323008175</c:v>
                </c:pt>
                <c:pt idx="5983">
                  <c:v>0.323160514</c:v>
                </c:pt>
                <c:pt idx="5984">
                  <c:v>0.323160514</c:v>
                </c:pt>
                <c:pt idx="5985">
                  <c:v>0.323211293</c:v>
                </c:pt>
                <c:pt idx="5986">
                  <c:v>0.323211293</c:v>
                </c:pt>
                <c:pt idx="5987">
                  <c:v>0.323312852</c:v>
                </c:pt>
                <c:pt idx="5988">
                  <c:v>0.323312852</c:v>
                </c:pt>
                <c:pt idx="5989">
                  <c:v>0.323465191</c:v>
                </c:pt>
                <c:pt idx="5990">
                  <c:v>0.32351597</c:v>
                </c:pt>
                <c:pt idx="5991">
                  <c:v>0.32351597</c:v>
                </c:pt>
                <c:pt idx="5992">
                  <c:v>0.323668309</c:v>
                </c:pt>
                <c:pt idx="5993">
                  <c:v>0.323668309</c:v>
                </c:pt>
                <c:pt idx="5994">
                  <c:v>0.323769867</c:v>
                </c:pt>
                <c:pt idx="5995">
                  <c:v>0.323769867</c:v>
                </c:pt>
                <c:pt idx="5996">
                  <c:v>0.323871426</c:v>
                </c:pt>
                <c:pt idx="5997">
                  <c:v>0.323972985</c:v>
                </c:pt>
                <c:pt idx="5998">
                  <c:v>0.323972985</c:v>
                </c:pt>
                <c:pt idx="5999">
                  <c:v>0.324023765</c:v>
                </c:pt>
                <c:pt idx="6000">
                  <c:v>0.324023765</c:v>
                </c:pt>
                <c:pt idx="6001">
                  <c:v>0.324176103</c:v>
                </c:pt>
                <c:pt idx="6002">
                  <c:v>0.324176103</c:v>
                </c:pt>
                <c:pt idx="6003">
                  <c:v>0.324379221</c:v>
                </c:pt>
                <c:pt idx="6004">
                  <c:v>0.324379221</c:v>
                </c:pt>
                <c:pt idx="6005">
                  <c:v>0.324430001</c:v>
                </c:pt>
                <c:pt idx="6006">
                  <c:v>0.324430001</c:v>
                </c:pt>
                <c:pt idx="6007">
                  <c:v>0.324430001</c:v>
                </c:pt>
                <c:pt idx="6008">
                  <c:v>0.324531559</c:v>
                </c:pt>
                <c:pt idx="6009">
                  <c:v>0.324531559</c:v>
                </c:pt>
                <c:pt idx="6010">
                  <c:v>0.324633118</c:v>
                </c:pt>
                <c:pt idx="6011">
                  <c:v>0.324683898</c:v>
                </c:pt>
                <c:pt idx="6012">
                  <c:v>0.324683898</c:v>
                </c:pt>
                <c:pt idx="6013">
                  <c:v>0.324836236</c:v>
                </c:pt>
                <c:pt idx="6014">
                  <c:v>0.325039354</c:v>
                </c:pt>
                <c:pt idx="6015">
                  <c:v>0.325191692</c:v>
                </c:pt>
                <c:pt idx="6016">
                  <c:v>0.325293251</c:v>
                </c:pt>
                <c:pt idx="6017">
                  <c:v>0.325344031</c:v>
                </c:pt>
                <c:pt idx="6018">
                  <c:v>0.325344031</c:v>
                </c:pt>
                <c:pt idx="6019">
                  <c:v>0.32544559</c:v>
                </c:pt>
                <c:pt idx="6020">
                  <c:v>0.325547149</c:v>
                </c:pt>
                <c:pt idx="6021">
                  <c:v>0.325597928</c:v>
                </c:pt>
                <c:pt idx="6022">
                  <c:v>0.325597928</c:v>
                </c:pt>
                <c:pt idx="6023">
                  <c:v>0.325648708</c:v>
                </c:pt>
                <c:pt idx="6024">
                  <c:v>0.325750267</c:v>
                </c:pt>
                <c:pt idx="6025">
                  <c:v>0.326105723</c:v>
                </c:pt>
                <c:pt idx="6026">
                  <c:v>0.326105723</c:v>
                </c:pt>
                <c:pt idx="6027">
                  <c:v>0.326258061</c:v>
                </c:pt>
                <c:pt idx="6028">
                  <c:v>0.326258061</c:v>
                </c:pt>
                <c:pt idx="6029">
                  <c:v>0.326308841</c:v>
                </c:pt>
                <c:pt idx="6030">
                  <c:v>0.3264104</c:v>
                </c:pt>
                <c:pt idx="6031">
                  <c:v>0.326461179</c:v>
                </c:pt>
                <c:pt idx="6032">
                  <c:v>0.326461179</c:v>
                </c:pt>
                <c:pt idx="6033">
                  <c:v>0.326511959</c:v>
                </c:pt>
                <c:pt idx="6034">
                  <c:v>0.326511959</c:v>
                </c:pt>
                <c:pt idx="6035">
                  <c:v>0.326562738</c:v>
                </c:pt>
                <c:pt idx="6036">
                  <c:v>0.326562738</c:v>
                </c:pt>
                <c:pt idx="6037">
                  <c:v>0.326664297</c:v>
                </c:pt>
                <c:pt idx="6038">
                  <c:v>0.326664297</c:v>
                </c:pt>
                <c:pt idx="6039">
                  <c:v>0.326765856</c:v>
                </c:pt>
                <c:pt idx="6040">
                  <c:v>0.326765856</c:v>
                </c:pt>
                <c:pt idx="6041">
                  <c:v>0.326918194</c:v>
                </c:pt>
                <c:pt idx="6042">
                  <c:v>0.326918194</c:v>
                </c:pt>
                <c:pt idx="6043">
                  <c:v>0.327019753</c:v>
                </c:pt>
                <c:pt idx="6044">
                  <c:v>0.327019753</c:v>
                </c:pt>
                <c:pt idx="6045">
                  <c:v>0.327070533</c:v>
                </c:pt>
                <c:pt idx="6046">
                  <c:v>0.327070533</c:v>
                </c:pt>
                <c:pt idx="6047">
                  <c:v>0.327172092</c:v>
                </c:pt>
                <c:pt idx="6048">
                  <c:v>0.327172092</c:v>
                </c:pt>
                <c:pt idx="6049">
                  <c:v>0.327273651</c:v>
                </c:pt>
                <c:pt idx="6050">
                  <c:v>0.327425989</c:v>
                </c:pt>
                <c:pt idx="6051">
                  <c:v>0.327425989</c:v>
                </c:pt>
                <c:pt idx="6052">
                  <c:v>0.327527548</c:v>
                </c:pt>
                <c:pt idx="6053">
                  <c:v>0.327527548</c:v>
                </c:pt>
                <c:pt idx="6054">
                  <c:v>0.327527548</c:v>
                </c:pt>
                <c:pt idx="6055">
                  <c:v>0.327730666</c:v>
                </c:pt>
                <c:pt idx="6056">
                  <c:v>0.327730666</c:v>
                </c:pt>
                <c:pt idx="6057">
                  <c:v>0.327933784</c:v>
                </c:pt>
                <c:pt idx="6058">
                  <c:v>0.327933784</c:v>
                </c:pt>
                <c:pt idx="6059">
                  <c:v>0.327984563</c:v>
                </c:pt>
                <c:pt idx="6060">
                  <c:v>0.32823846</c:v>
                </c:pt>
                <c:pt idx="6061">
                  <c:v>0.32823846</c:v>
                </c:pt>
                <c:pt idx="6062">
                  <c:v>0.32828924</c:v>
                </c:pt>
                <c:pt idx="6063">
                  <c:v>0.328390799</c:v>
                </c:pt>
                <c:pt idx="6064">
                  <c:v>0.328492358</c:v>
                </c:pt>
                <c:pt idx="6065">
                  <c:v>0.328593917</c:v>
                </c:pt>
                <c:pt idx="6066">
                  <c:v>0.328695476</c:v>
                </c:pt>
                <c:pt idx="6067">
                  <c:v>0.329000152</c:v>
                </c:pt>
                <c:pt idx="6068">
                  <c:v>0.329000152</c:v>
                </c:pt>
                <c:pt idx="6069">
                  <c:v>0.329050932</c:v>
                </c:pt>
                <c:pt idx="6070">
                  <c:v>0.329050932</c:v>
                </c:pt>
                <c:pt idx="6071">
                  <c:v>0.329152491</c:v>
                </c:pt>
                <c:pt idx="6072">
                  <c:v>0.329152491</c:v>
                </c:pt>
                <c:pt idx="6073">
                  <c:v>0.329355609</c:v>
                </c:pt>
                <c:pt idx="6074">
                  <c:v>0.329457168</c:v>
                </c:pt>
                <c:pt idx="6075">
                  <c:v>0.329507947</c:v>
                </c:pt>
                <c:pt idx="6076">
                  <c:v>0.329609506</c:v>
                </c:pt>
                <c:pt idx="6077">
                  <c:v>0.329609506</c:v>
                </c:pt>
                <c:pt idx="6078">
                  <c:v>0.330117301</c:v>
                </c:pt>
                <c:pt idx="6079">
                  <c:v>0.330117301</c:v>
                </c:pt>
                <c:pt idx="6080">
                  <c:v>0.33016808</c:v>
                </c:pt>
                <c:pt idx="6081">
                  <c:v>0.33016808</c:v>
                </c:pt>
                <c:pt idx="6082">
                  <c:v>0.330320418</c:v>
                </c:pt>
                <c:pt idx="6083">
                  <c:v>0.330320418</c:v>
                </c:pt>
                <c:pt idx="6084">
                  <c:v>0.330371198</c:v>
                </c:pt>
                <c:pt idx="6085">
                  <c:v>0.330371198</c:v>
                </c:pt>
                <c:pt idx="6086">
                  <c:v>0.330472757</c:v>
                </c:pt>
                <c:pt idx="6087">
                  <c:v>0.330472757</c:v>
                </c:pt>
                <c:pt idx="6088">
                  <c:v>0.330523536</c:v>
                </c:pt>
                <c:pt idx="6089">
                  <c:v>0.330523536</c:v>
                </c:pt>
                <c:pt idx="6090">
                  <c:v>0.330777434</c:v>
                </c:pt>
                <c:pt idx="6091">
                  <c:v>0.330777434</c:v>
                </c:pt>
                <c:pt idx="6092">
                  <c:v>0.330878993</c:v>
                </c:pt>
                <c:pt idx="6093">
                  <c:v>0.330878993</c:v>
                </c:pt>
                <c:pt idx="6094">
                  <c:v>0.330929772</c:v>
                </c:pt>
                <c:pt idx="6095">
                  <c:v>0.330929772</c:v>
                </c:pt>
                <c:pt idx="6096">
                  <c:v>0.331031331</c:v>
                </c:pt>
                <c:pt idx="6097">
                  <c:v>0.331031331</c:v>
                </c:pt>
                <c:pt idx="6098">
                  <c:v>0.331234449</c:v>
                </c:pt>
                <c:pt idx="6099">
                  <c:v>0.331336008</c:v>
                </c:pt>
                <c:pt idx="6100">
                  <c:v>0.331336008</c:v>
                </c:pt>
                <c:pt idx="6101">
                  <c:v>0.331386787</c:v>
                </c:pt>
                <c:pt idx="6102">
                  <c:v>0.331488346</c:v>
                </c:pt>
                <c:pt idx="6103">
                  <c:v>0.331640685</c:v>
                </c:pt>
                <c:pt idx="6104">
                  <c:v>0.331996141</c:v>
                </c:pt>
                <c:pt idx="6105">
                  <c:v>0.331996141</c:v>
                </c:pt>
                <c:pt idx="6106">
                  <c:v>0.3320977</c:v>
                </c:pt>
                <c:pt idx="6107">
                  <c:v>0.3320977</c:v>
                </c:pt>
                <c:pt idx="6108">
                  <c:v>0.332199259</c:v>
                </c:pt>
                <c:pt idx="6109">
                  <c:v>0.332199259</c:v>
                </c:pt>
                <c:pt idx="6110">
                  <c:v>0.332250038</c:v>
                </c:pt>
                <c:pt idx="6111">
                  <c:v>0.332250038</c:v>
                </c:pt>
                <c:pt idx="6112">
                  <c:v>0.332300818</c:v>
                </c:pt>
                <c:pt idx="6113">
                  <c:v>0.332300818</c:v>
                </c:pt>
                <c:pt idx="6114">
                  <c:v>0.332351597</c:v>
                </c:pt>
                <c:pt idx="6115">
                  <c:v>0.332453156</c:v>
                </c:pt>
                <c:pt idx="6116">
                  <c:v>0.332453156</c:v>
                </c:pt>
                <c:pt idx="6117">
                  <c:v>0.332503935</c:v>
                </c:pt>
                <c:pt idx="6118">
                  <c:v>0.332503935</c:v>
                </c:pt>
                <c:pt idx="6119">
                  <c:v>0.333113289</c:v>
                </c:pt>
                <c:pt idx="6120">
                  <c:v>0.333164068</c:v>
                </c:pt>
                <c:pt idx="6121">
                  <c:v>0.333164068</c:v>
                </c:pt>
                <c:pt idx="6122">
                  <c:v>0.333316407</c:v>
                </c:pt>
                <c:pt idx="6123">
                  <c:v>0.333417966</c:v>
                </c:pt>
                <c:pt idx="6124">
                  <c:v>0.333468745</c:v>
                </c:pt>
                <c:pt idx="6125">
                  <c:v>0.333468745</c:v>
                </c:pt>
                <c:pt idx="6126">
                  <c:v>0.333519525</c:v>
                </c:pt>
                <c:pt idx="6127">
                  <c:v>0.333519525</c:v>
                </c:pt>
                <c:pt idx="6128">
                  <c:v>0.333621084</c:v>
                </c:pt>
                <c:pt idx="6129">
                  <c:v>0.333621084</c:v>
                </c:pt>
                <c:pt idx="6130">
                  <c:v>0.333773422</c:v>
                </c:pt>
                <c:pt idx="6131">
                  <c:v>0.333773422</c:v>
                </c:pt>
                <c:pt idx="6132">
                  <c:v>0.333824201</c:v>
                </c:pt>
                <c:pt idx="6133">
                  <c:v>0.33397654</c:v>
                </c:pt>
                <c:pt idx="6134">
                  <c:v>0.334078099</c:v>
                </c:pt>
                <c:pt idx="6135">
                  <c:v>0.334078099</c:v>
                </c:pt>
                <c:pt idx="6136">
                  <c:v>0.334179658</c:v>
                </c:pt>
                <c:pt idx="6137">
                  <c:v>0.334179658</c:v>
                </c:pt>
                <c:pt idx="6138">
                  <c:v>0.334281217</c:v>
                </c:pt>
                <c:pt idx="6139">
                  <c:v>0.334281217</c:v>
                </c:pt>
                <c:pt idx="6140">
                  <c:v>0.334331996</c:v>
                </c:pt>
                <c:pt idx="6141">
                  <c:v>0.334433555</c:v>
                </c:pt>
                <c:pt idx="6142">
                  <c:v>0.334433555</c:v>
                </c:pt>
                <c:pt idx="6143">
                  <c:v>0.334484335</c:v>
                </c:pt>
                <c:pt idx="6144">
                  <c:v>0.334687452</c:v>
                </c:pt>
                <c:pt idx="6145">
                  <c:v>0.334738232</c:v>
                </c:pt>
                <c:pt idx="6146">
                  <c:v>0.334738232</c:v>
                </c:pt>
                <c:pt idx="6147">
                  <c:v>0.334839791</c:v>
                </c:pt>
                <c:pt idx="6148">
                  <c:v>0.334839791</c:v>
                </c:pt>
                <c:pt idx="6149">
                  <c:v>0.33489057</c:v>
                </c:pt>
                <c:pt idx="6150">
                  <c:v>0.33489057</c:v>
                </c:pt>
                <c:pt idx="6151">
                  <c:v>0.33494135</c:v>
                </c:pt>
                <c:pt idx="6152">
                  <c:v>0.33494135</c:v>
                </c:pt>
                <c:pt idx="6153">
                  <c:v>0.335347585</c:v>
                </c:pt>
                <c:pt idx="6154">
                  <c:v>0.335347585</c:v>
                </c:pt>
                <c:pt idx="6155">
                  <c:v>0.335398365</c:v>
                </c:pt>
                <c:pt idx="6156">
                  <c:v>0.335398365</c:v>
                </c:pt>
                <c:pt idx="6157">
                  <c:v>0.335499924</c:v>
                </c:pt>
                <c:pt idx="6158">
                  <c:v>0.335499924</c:v>
                </c:pt>
                <c:pt idx="6159">
                  <c:v>0.335601483</c:v>
                </c:pt>
                <c:pt idx="6160">
                  <c:v>0.335601483</c:v>
                </c:pt>
                <c:pt idx="6161">
                  <c:v>0.335652262</c:v>
                </c:pt>
                <c:pt idx="6162">
                  <c:v>0.335652262</c:v>
                </c:pt>
                <c:pt idx="6163">
                  <c:v>0.335703042</c:v>
                </c:pt>
                <c:pt idx="6164">
                  <c:v>0.335703042</c:v>
                </c:pt>
                <c:pt idx="6165">
                  <c:v>0.335703042</c:v>
                </c:pt>
                <c:pt idx="6166">
                  <c:v>0.335703042</c:v>
                </c:pt>
                <c:pt idx="6167">
                  <c:v>0.335753821</c:v>
                </c:pt>
                <c:pt idx="6168">
                  <c:v>0.335753821</c:v>
                </c:pt>
                <c:pt idx="6169">
                  <c:v>0.33585538</c:v>
                </c:pt>
                <c:pt idx="6170">
                  <c:v>0.335956939</c:v>
                </c:pt>
                <c:pt idx="6171">
                  <c:v>0.335956939</c:v>
                </c:pt>
                <c:pt idx="6172">
                  <c:v>0.336109277</c:v>
                </c:pt>
                <c:pt idx="6173">
                  <c:v>0.336109277</c:v>
                </c:pt>
                <c:pt idx="6174">
                  <c:v>0.336210836</c:v>
                </c:pt>
                <c:pt idx="6175">
                  <c:v>0.336210836</c:v>
                </c:pt>
                <c:pt idx="6176">
                  <c:v>0.336312395</c:v>
                </c:pt>
                <c:pt idx="6177">
                  <c:v>0.336312395</c:v>
                </c:pt>
                <c:pt idx="6178">
                  <c:v>0.336363175</c:v>
                </c:pt>
                <c:pt idx="6179">
                  <c:v>0.336363175</c:v>
                </c:pt>
                <c:pt idx="6180">
                  <c:v>0.336464734</c:v>
                </c:pt>
                <c:pt idx="6181">
                  <c:v>0.336464734</c:v>
                </c:pt>
                <c:pt idx="6182">
                  <c:v>0.336464734</c:v>
                </c:pt>
                <c:pt idx="6183">
                  <c:v>0.336566293</c:v>
                </c:pt>
                <c:pt idx="6184">
                  <c:v>0.336667852</c:v>
                </c:pt>
                <c:pt idx="6185">
                  <c:v>0.336718631</c:v>
                </c:pt>
                <c:pt idx="6186">
                  <c:v>0.336718631</c:v>
                </c:pt>
                <c:pt idx="6187">
                  <c:v>0.33676941</c:v>
                </c:pt>
                <c:pt idx="6188">
                  <c:v>0.33676941</c:v>
                </c:pt>
                <c:pt idx="6189">
                  <c:v>0.33682019</c:v>
                </c:pt>
                <c:pt idx="6190">
                  <c:v>0.336921749</c:v>
                </c:pt>
                <c:pt idx="6191">
                  <c:v>0.336921749</c:v>
                </c:pt>
                <c:pt idx="6192">
                  <c:v>0.337023308</c:v>
                </c:pt>
                <c:pt idx="6193">
                  <c:v>0.337023308</c:v>
                </c:pt>
                <c:pt idx="6194">
                  <c:v>0.337074087</c:v>
                </c:pt>
                <c:pt idx="6195">
                  <c:v>0.337074087</c:v>
                </c:pt>
                <c:pt idx="6196">
                  <c:v>0.337124867</c:v>
                </c:pt>
                <c:pt idx="6197">
                  <c:v>0.337277205</c:v>
                </c:pt>
                <c:pt idx="6198">
                  <c:v>0.337378764</c:v>
                </c:pt>
                <c:pt idx="6199">
                  <c:v>0.337378764</c:v>
                </c:pt>
                <c:pt idx="6200">
                  <c:v>0.337480323</c:v>
                </c:pt>
                <c:pt idx="6201">
                  <c:v>0.337480323</c:v>
                </c:pt>
                <c:pt idx="6202">
                  <c:v>0.337785</c:v>
                </c:pt>
                <c:pt idx="6203">
                  <c:v>0.337886559</c:v>
                </c:pt>
                <c:pt idx="6204">
                  <c:v>0.337937338</c:v>
                </c:pt>
                <c:pt idx="6205">
                  <c:v>0.337937338</c:v>
                </c:pt>
                <c:pt idx="6206">
                  <c:v>0.338038897</c:v>
                </c:pt>
                <c:pt idx="6207">
                  <c:v>0.338038897</c:v>
                </c:pt>
                <c:pt idx="6208">
                  <c:v>0.338292794</c:v>
                </c:pt>
                <c:pt idx="6209">
                  <c:v>0.338292794</c:v>
                </c:pt>
                <c:pt idx="6210">
                  <c:v>0.338343574</c:v>
                </c:pt>
                <c:pt idx="6211">
                  <c:v>0.338343574</c:v>
                </c:pt>
                <c:pt idx="6212">
                  <c:v>0.338394353</c:v>
                </c:pt>
                <c:pt idx="6213">
                  <c:v>0.338394353</c:v>
                </c:pt>
                <c:pt idx="6214">
                  <c:v>0.338445133</c:v>
                </c:pt>
                <c:pt idx="6215">
                  <c:v>0.338445133</c:v>
                </c:pt>
                <c:pt idx="6216">
                  <c:v>0.338648251</c:v>
                </c:pt>
                <c:pt idx="6217">
                  <c:v>0.338648251</c:v>
                </c:pt>
                <c:pt idx="6218">
                  <c:v>0.338902148</c:v>
                </c:pt>
                <c:pt idx="6219">
                  <c:v>0.339003707</c:v>
                </c:pt>
                <c:pt idx="6220">
                  <c:v>0.339003707</c:v>
                </c:pt>
                <c:pt idx="6221">
                  <c:v>0.339054486</c:v>
                </c:pt>
                <c:pt idx="6222">
                  <c:v>0.339054486</c:v>
                </c:pt>
                <c:pt idx="6223">
                  <c:v>0.339156045</c:v>
                </c:pt>
                <c:pt idx="6224">
                  <c:v>0.339156045</c:v>
                </c:pt>
                <c:pt idx="6225">
                  <c:v>0.339206825</c:v>
                </c:pt>
                <c:pt idx="6226">
                  <c:v>0.339206825</c:v>
                </c:pt>
                <c:pt idx="6227">
                  <c:v>0.339257604</c:v>
                </c:pt>
                <c:pt idx="6228">
                  <c:v>0.339308384</c:v>
                </c:pt>
                <c:pt idx="6229">
                  <c:v>0.339308384</c:v>
                </c:pt>
                <c:pt idx="6230">
                  <c:v>0.339511502</c:v>
                </c:pt>
                <c:pt idx="6231">
                  <c:v>0.339511502</c:v>
                </c:pt>
                <c:pt idx="6232">
                  <c:v>0.339562281</c:v>
                </c:pt>
                <c:pt idx="6233">
                  <c:v>0.339562281</c:v>
                </c:pt>
                <c:pt idx="6234">
                  <c:v>0.339714619</c:v>
                </c:pt>
                <c:pt idx="6235">
                  <c:v>0.339816178</c:v>
                </c:pt>
                <c:pt idx="6236">
                  <c:v>0.339816178</c:v>
                </c:pt>
                <c:pt idx="6237">
                  <c:v>0.339917737</c:v>
                </c:pt>
                <c:pt idx="6238">
                  <c:v>0.339968517</c:v>
                </c:pt>
                <c:pt idx="6239">
                  <c:v>0.339968517</c:v>
                </c:pt>
                <c:pt idx="6240">
                  <c:v>0.340070076</c:v>
                </c:pt>
                <c:pt idx="6241">
                  <c:v>0.340070076</c:v>
                </c:pt>
                <c:pt idx="6242">
                  <c:v>0.340222414</c:v>
                </c:pt>
                <c:pt idx="6243">
                  <c:v>0.340323973</c:v>
                </c:pt>
                <c:pt idx="6244">
                  <c:v>0.340374752</c:v>
                </c:pt>
                <c:pt idx="6245">
                  <c:v>0.340374752</c:v>
                </c:pt>
                <c:pt idx="6246">
                  <c:v>0.34057787</c:v>
                </c:pt>
                <c:pt idx="6247">
                  <c:v>0.340679429</c:v>
                </c:pt>
                <c:pt idx="6248">
                  <c:v>0.340933327</c:v>
                </c:pt>
                <c:pt idx="6249">
                  <c:v>0.340933327</c:v>
                </c:pt>
                <c:pt idx="6250">
                  <c:v>0.340984106</c:v>
                </c:pt>
                <c:pt idx="6251">
                  <c:v>0.340984106</c:v>
                </c:pt>
                <c:pt idx="6252">
                  <c:v>0.341187224</c:v>
                </c:pt>
                <c:pt idx="6253">
                  <c:v>0.341187224</c:v>
                </c:pt>
                <c:pt idx="6254">
                  <c:v>0.341339562</c:v>
                </c:pt>
                <c:pt idx="6255">
                  <c:v>0.341339562</c:v>
                </c:pt>
                <c:pt idx="6256">
                  <c:v>0.341441121</c:v>
                </c:pt>
                <c:pt idx="6257">
                  <c:v>0.341441121</c:v>
                </c:pt>
                <c:pt idx="6258">
                  <c:v>0.341695019</c:v>
                </c:pt>
                <c:pt idx="6259">
                  <c:v>0.341695019</c:v>
                </c:pt>
                <c:pt idx="6260">
                  <c:v>0.341745798</c:v>
                </c:pt>
                <c:pt idx="6261">
                  <c:v>0.341745798</c:v>
                </c:pt>
                <c:pt idx="6262">
                  <c:v>0.341796577</c:v>
                </c:pt>
                <c:pt idx="6263">
                  <c:v>0.341948916</c:v>
                </c:pt>
                <c:pt idx="6264">
                  <c:v>0.341999695</c:v>
                </c:pt>
                <c:pt idx="6265">
                  <c:v>0.341999695</c:v>
                </c:pt>
                <c:pt idx="6266">
                  <c:v>0.342304372</c:v>
                </c:pt>
                <c:pt idx="6267">
                  <c:v>0.342355152</c:v>
                </c:pt>
                <c:pt idx="6268">
                  <c:v>0.342558269</c:v>
                </c:pt>
                <c:pt idx="6269">
                  <c:v>0.342609049</c:v>
                </c:pt>
                <c:pt idx="6270">
                  <c:v>0.342710608</c:v>
                </c:pt>
                <c:pt idx="6271">
                  <c:v>0.342710608</c:v>
                </c:pt>
                <c:pt idx="6272">
                  <c:v>0.342761387</c:v>
                </c:pt>
                <c:pt idx="6273">
                  <c:v>0.342761387</c:v>
                </c:pt>
                <c:pt idx="6274">
                  <c:v>0.342761387</c:v>
                </c:pt>
                <c:pt idx="6275">
                  <c:v>0.342761387</c:v>
                </c:pt>
                <c:pt idx="6276">
                  <c:v>0.342761387</c:v>
                </c:pt>
                <c:pt idx="6277">
                  <c:v>0.342862946</c:v>
                </c:pt>
                <c:pt idx="6278">
                  <c:v>0.343066064</c:v>
                </c:pt>
                <c:pt idx="6279">
                  <c:v>0.343167623</c:v>
                </c:pt>
                <c:pt idx="6280">
                  <c:v>0.343167623</c:v>
                </c:pt>
                <c:pt idx="6281">
                  <c:v>0.34438633</c:v>
                </c:pt>
                <c:pt idx="6282">
                  <c:v>0.344487889</c:v>
                </c:pt>
                <c:pt idx="6283">
                  <c:v>0.344487889</c:v>
                </c:pt>
                <c:pt idx="6284">
                  <c:v>0.344589448</c:v>
                </c:pt>
                <c:pt idx="6285">
                  <c:v>0.344589448</c:v>
                </c:pt>
                <c:pt idx="6286">
                  <c:v>0.344589448</c:v>
                </c:pt>
                <c:pt idx="6287">
                  <c:v>0.344589448</c:v>
                </c:pt>
                <c:pt idx="6288">
                  <c:v>0.344691007</c:v>
                </c:pt>
                <c:pt idx="6289">
                  <c:v>0.344741786</c:v>
                </c:pt>
                <c:pt idx="6290">
                  <c:v>0.344741786</c:v>
                </c:pt>
                <c:pt idx="6291">
                  <c:v>0.344792566</c:v>
                </c:pt>
                <c:pt idx="6292">
                  <c:v>0.344792566</c:v>
                </c:pt>
                <c:pt idx="6293">
                  <c:v>0.344894125</c:v>
                </c:pt>
                <c:pt idx="6294">
                  <c:v>0.344894125</c:v>
                </c:pt>
                <c:pt idx="6295">
                  <c:v>0.344995684</c:v>
                </c:pt>
                <c:pt idx="6296">
                  <c:v>0.344995684</c:v>
                </c:pt>
                <c:pt idx="6297">
                  <c:v>0.345046463</c:v>
                </c:pt>
                <c:pt idx="6298">
                  <c:v>0.345148022</c:v>
                </c:pt>
                <c:pt idx="6299">
                  <c:v>0.345198802</c:v>
                </c:pt>
                <c:pt idx="6300">
                  <c:v>0.345198802</c:v>
                </c:pt>
                <c:pt idx="6301">
                  <c:v>0.345452699</c:v>
                </c:pt>
                <c:pt idx="6302">
                  <c:v>0.345452699</c:v>
                </c:pt>
                <c:pt idx="6303">
                  <c:v>0.345554258</c:v>
                </c:pt>
                <c:pt idx="6304">
                  <c:v>0.345554258</c:v>
                </c:pt>
                <c:pt idx="6305">
                  <c:v>0.345655817</c:v>
                </c:pt>
                <c:pt idx="6306">
                  <c:v>0.346062053</c:v>
                </c:pt>
                <c:pt idx="6307">
                  <c:v>0.346062053</c:v>
                </c:pt>
                <c:pt idx="6308">
                  <c:v>0.346214391</c:v>
                </c:pt>
                <c:pt idx="6309">
                  <c:v>0.346214391</c:v>
                </c:pt>
                <c:pt idx="6310">
                  <c:v>0.34626517</c:v>
                </c:pt>
                <c:pt idx="6311">
                  <c:v>0.34626517</c:v>
                </c:pt>
                <c:pt idx="6312">
                  <c:v>0.34631595</c:v>
                </c:pt>
                <c:pt idx="6313">
                  <c:v>0.34631595</c:v>
                </c:pt>
                <c:pt idx="6314">
                  <c:v>0.346417509</c:v>
                </c:pt>
                <c:pt idx="6315">
                  <c:v>0.346417509</c:v>
                </c:pt>
                <c:pt idx="6316">
                  <c:v>0.346519068</c:v>
                </c:pt>
                <c:pt idx="6317">
                  <c:v>0.346519068</c:v>
                </c:pt>
                <c:pt idx="6318">
                  <c:v>0.346569847</c:v>
                </c:pt>
                <c:pt idx="6319">
                  <c:v>0.346823744</c:v>
                </c:pt>
                <c:pt idx="6320">
                  <c:v>0.346874524</c:v>
                </c:pt>
                <c:pt idx="6321">
                  <c:v>0.346874524</c:v>
                </c:pt>
                <c:pt idx="6322">
                  <c:v>0.346976083</c:v>
                </c:pt>
                <c:pt idx="6323">
                  <c:v>0.346976083</c:v>
                </c:pt>
                <c:pt idx="6324">
                  <c:v>0.34728076</c:v>
                </c:pt>
                <c:pt idx="6325">
                  <c:v>0.34728076</c:v>
                </c:pt>
                <c:pt idx="6326">
                  <c:v>0.347331539</c:v>
                </c:pt>
                <c:pt idx="6327">
                  <c:v>0.347331539</c:v>
                </c:pt>
                <c:pt idx="6328">
                  <c:v>0.347382319</c:v>
                </c:pt>
                <c:pt idx="6329">
                  <c:v>0.347483878</c:v>
                </c:pt>
                <c:pt idx="6330">
                  <c:v>0.347534657</c:v>
                </c:pt>
                <c:pt idx="6331">
                  <c:v>0.347534657</c:v>
                </c:pt>
                <c:pt idx="6332">
                  <c:v>0.347636216</c:v>
                </c:pt>
                <c:pt idx="6333">
                  <c:v>0.347686995</c:v>
                </c:pt>
                <c:pt idx="6334">
                  <c:v>0.347686995</c:v>
                </c:pt>
                <c:pt idx="6335">
                  <c:v>0.347788554</c:v>
                </c:pt>
                <c:pt idx="6336">
                  <c:v>0.347788554</c:v>
                </c:pt>
                <c:pt idx="6337">
                  <c:v>0.347890113</c:v>
                </c:pt>
                <c:pt idx="6338">
                  <c:v>0.347991672</c:v>
                </c:pt>
                <c:pt idx="6339">
                  <c:v>0.347991672</c:v>
                </c:pt>
                <c:pt idx="6340">
                  <c:v>0.348093231</c:v>
                </c:pt>
                <c:pt idx="6341">
                  <c:v>0.348093231</c:v>
                </c:pt>
                <c:pt idx="6342">
                  <c:v>0.348144011</c:v>
                </c:pt>
                <c:pt idx="6343">
                  <c:v>0.348245569</c:v>
                </c:pt>
                <c:pt idx="6344">
                  <c:v>0.348245569</c:v>
                </c:pt>
                <c:pt idx="6345">
                  <c:v>0.348296349</c:v>
                </c:pt>
                <c:pt idx="6346">
                  <c:v>0.348296349</c:v>
                </c:pt>
                <c:pt idx="6347">
                  <c:v>0.348448687</c:v>
                </c:pt>
                <c:pt idx="6348">
                  <c:v>0.348448687</c:v>
                </c:pt>
                <c:pt idx="6349">
                  <c:v>0.348550246</c:v>
                </c:pt>
                <c:pt idx="6350">
                  <c:v>0.348550246</c:v>
                </c:pt>
                <c:pt idx="6351">
                  <c:v>0.348651805</c:v>
                </c:pt>
                <c:pt idx="6352">
                  <c:v>0.348651805</c:v>
                </c:pt>
                <c:pt idx="6353">
                  <c:v>0.348753364</c:v>
                </c:pt>
                <c:pt idx="6354">
                  <c:v>0.348753364</c:v>
                </c:pt>
                <c:pt idx="6355">
                  <c:v>0.348956482</c:v>
                </c:pt>
                <c:pt idx="6356">
                  <c:v>0.349058041</c:v>
                </c:pt>
                <c:pt idx="6357">
                  <c:v>0.3491596</c:v>
                </c:pt>
                <c:pt idx="6358">
                  <c:v>0.3491596</c:v>
                </c:pt>
                <c:pt idx="6359">
                  <c:v>0.349210379</c:v>
                </c:pt>
                <c:pt idx="6360">
                  <c:v>0.349565836</c:v>
                </c:pt>
                <c:pt idx="6361">
                  <c:v>0.349667395</c:v>
                </c:pt>
                <c:pt idx="6362">
                  <c:v>0.349667395</c:v>
                </c:pt>
                <c:pt idx="6363">
                  <c:v>0.349718174</c:v>
                </c:pt>
                <c:pt idx="6364">
                  <c:v>0.349718174</c:v>
                </c:pt>
                <c:pt idx="6365">
                  <c:v>0.349718174</c:v>
                </c:pt>
                <c:pt idx="6366">
                  <c:v>0.349921292</c:v>
                </c:pt>
                <c:pt idx="6367">
                  <c:v>0.349921292</c:v>
                </c:pt>
                <c:pt idx="6368">
                  <c:v>0.350022851</c:v>
                </c:pt>
                <c:pt idx="6369">
                  <c:v>0.350022851</c:v>
                </c:pt>
                <c:pt idx="6370">
                  <c:v>0.35012441</c:v>
                </c:pt>
                <c:pt idx="6371">
                  <c:v>0.35012441</c:v>
                </c:pt>
                <c:pt idx="6372">
                  <c:v>0.350276748</c:v>
                </c:pt>
                <c:pt idx="6373">
                  <c:v>0.350276748</c:v>
                </c:pt>
                <c:pt idx="6374">
                  <c:v>0.350327528</c:v>
                </c:pt>
                <c:pt idx="6375">
                  <c:v>0.350327528</c:v>
                </c:pt>
                <c:pt idx="6376">
                  <c:v>0.350530645</c:v>
                </c:pt>
                <c:pt idx="6377">
                  <c:v>0.350530645</c:v>
                </c:pt>
                <c:pt idx="6378">
                  <c:v>0.350530645</c:v>
                </c:pt>
                <c:pt idx="6379">
                  <c:v>0.350530645</c:v>
                </c:pt>
                <c:pt idx="6380">
                  <c:v>0.350682984</c:v>
                </c:pt>
                <c:pt idx="6381">
                  <c:v>0.350682984</c:v>
                </c:pt>
                <c:pt idx="6382">
                  <c:v>0.350733763</c:v>
                </c:pt>
                <c:pt idx="6383">
                  <c:v>0.350733763</c:v>
                </c:pt>
                <c:pt idx="6384">
                  <c:v>0.350733763</c:v>
                </c:pt>
                <c:pt idx="6385">
                  <c:v>0.350784543</c:v>
                </c:pt>
                <c:pt idx="6386">
                  <c:v>0.350784543</c:v>
                </c:pt>
                <c:pt idx="6387">
                  <c:v>0.350835322</c:v>
                </c:pt>
                <c:pt idx="6388">
                  <c:v>0.350936881</c:v>
                </c:pt>
                <c:pt idx="6389">
                  <c:v>0.350936881</c:v>
                </c:pt>
                <c:pt idx="6390">
                  <c:v>0.35103844</c:v>
                </c:pt>
                <c:pt idx="6391">
                  <c:v>0.35103844</c:v>
                </c:pt>
                <c:pt idx="6392">
                  <c:v>0.35108922</c:v>
                </c:pt>
                <c:pt idx="6393">
                  <c:v>0.351190778</c:v>
                </c:pt>
                <c:pt idx="6394">
                  <c:v>0.351241558</c:v>
                </c:pt>
                <c:pt idx="6395">
                  <c:v>0.351241558</c:v>
                </c:pt>
                <c:pt idx="6396">
                  <c:v>0.351393896</c:v>
                </c:pt>
                <c:pt idx="6397">
                  <c:v>0.351393896</c:v>
                </c:pt>
                <c:pt idx="6398">
                  <c:v>0.351647794</c:v>
                </c:pt>
                <c:pt idx="6399">
                  <c:v>0.351647794</c:v>
                </c:pt>
                <c:pt idx="6400">
                  <c:v>0.351698573</c:v>
                </c:pt>
                <c:pt idx="6401">
                  <c:v>0.351698573</c:v>
                </c:pt>
                <c:pt idx="6402">
                  <c:v>0.351901691</c:v>
                </c:pt>
                <c:pt idx="6403">
                  <c:v>0.351901691</c:v>
                </c:pt>
                <c:pt idx="6404">
                  <c:v>0.35195247</c:v>
                </c:pt>
                <c:pt idx="6405">
                  <c:v>0.35200325</c:v>
                </c:pt>
                <c:pt idx="6406">
                  <c:v>0.352206368</c:v>
                </c:pt>
                <c:pt idx="6407">
                  <c:v>0.352307927</c:v>
                </c:pt>
                <c:pt idx="6408">
                  <c:v>0.352511045</c:v>
                </c:pt>
                <c:pt idx="6409">
                  <c:v>0.352714162</c:v>
                </c:pt>
                <c:pt idx="6410">
                  <c:v>0.35296806</c:v>
                </c:pt>
                <c:pt idx="6411">
                  <c:v>0.35296806</c:v>
                </c:pt>
                <c:pt idx="6412">
                  <c:v>0.353171178</c:v>
                </c:pt>
                <c:pt idx="6413">
                  <c:v>0.353272737</c:v>
                </c:pt>
                <c:pt idx="6414">
                  <c:v>0.353323516</c:v>
                </c:pt>
                <c:pt idx="6415">
                  <c:v>0.353374295</c:v>
                </c:pt>
                <c:pt idx="6416">
                  <c:v>0.353425075</c:v>
                </c:pt>
                <c:pt idx="6417">
                  <c:v>0.353577413</c:v>
                </c:pt>
                <c:pt idx="6418">
                  <c:v>0.353577413</c:v>
                </c:pt>
                <c:pt idx="6419">
                  <c:v>0.353628193</c:v>
                </c:pt>
                <c:pt idx="6420">
                  <c:v>0.353628193</c:v>
                </c:pt>
                <c:pt idx="6421">
                  <c:v>0.35388209</c:v>
                </c:pt>
                <c:pt idx="6422">
                  <c:v>0.35388209</c:v>
                </c:pt>
                <c:pt idx="6423">
                  <c:v>0.354034428</c:v>
                </c:pt>
                <c:pt idx="6424">
                  <c:v>0.354034428</c:v>
                </c:pt>
                <c:pt idx="6425">
                  <c:v>0.354186767</c:v>
                </c:pt>
                <c:pt idx="6426">
                  <c:v>0.354186767</c:v>
                </c:pt>
                <c:pt idx="6427">
                  <c:v>0.354339105</c:v>
                </c:pt>
                <c:pt idx="6428">
                  <c:v>0.354440664</c:v>
                </c:pt>
                <c:pt idx="6429">
                  <c:v>0.354440664</c:v>
                </c:pt>
                <c:pt idx="6430">
                  <c:v>0.354491444</c:v>
                </c:pt>
                <c:pt idx="6431">
                  <c:v>0.354491444</c:v>
                </c:pt>
                <c:pt idx="6432">
                  <c:v>0.354593003</c:v>
                </c:pt>
                <c:pt idx="6433">
                  <c:v>0.354593003</c:v>
                </c:pt>
                <c:pt idx="6434">
                  <c:v>0.354643782</c:v>
                </c:pt>
                <c:pt idx="6435">
                  <c:v>0.354643782</c:v>
                </c:pt>
                <c:pt idx="6436">
                  <c:v>0.354694562</c:v>
                </c:pt>
                <c:pt idx="6437">
                  <c:v>0.35479612</c:v>
                </c:pt>
                <c:pt idx="6438">
                  <c:v>0.35479612</c:v>
                </c:pt>
                <c:pt idx="6439">
                  <c:v>0.354897679</c:v>
                </c:pt>
                <c:pt idx="6440">
                  <c:v>0.354897679</c:v>
                </c:pt>
                <c:pt idx="6441">
                  <c:v>0.354948459</c:v>
                </c:pt>
                <c:pt idx="6442">
                  <c:v>0.354948459</c:v>
                </c:pt>
                <c:pt idx="6443">
                  <c:v>0.355100797</c:v>
                </c:pt>
                <c:pt idx="6444">
                  <c:v>0.355100797</c:v>
                </c:pt>
                <c:pt idx="6445">
                  <c:v>0.355303915</c:v>
                </c:pt>
                <c:pt idx="6446">
                  <c:v>0.355303915</c:v>
                </c:pt>
                <c:pt idx="6447">
                  <c:v>0.355354695</c:v>
                </c:pt>
                <c:pt idx="6448">
                  <c:v>0.355354695</c:v>
                </c:pt>
                <c:pt idx="6449">
                  <c:v>0.355456253</c:v>
                </c:pt>
                <c:pt idx="6450">
                  <c:v>0.355507033</c:v>
                </c:pt>
                <c:pt idx="6451">
                  <c:v>0.355608592</c:v>
                </c:pt>
                <c:pt idx="6452">
                  <c:v>0.355710151</c:v>
                </c:pt>
                <c:pt idx="6453">
                  <c:v>0.355710151</c:v>
                </c:pt>
                <c:pt idx="6454">
                  <c:v>0.35581171</c:v>
                </c:pt>
                <c:pt idx="6455">
                  <c:v>0.35581171</c:v>
                </c:pt>
                <c:pt idx="6456">
                  <c:v>0.355862489</c:v>
                </c:pt>
                <c:pt idx="6457">
                  <c:v>0.355862489</c:v>
                </c:pt>
                <c:pt idx="6458">
                  <c:v>0.355964048</c:v>
                </c:pt>
                <c:pt idx="6459">
                  <c:v>0.355964048</c:v>
                </c:pt>
                <c:pt idx="6460">
                  <c:v>0.356014828</c:v>
                </c:pt>
                <c:pt idx="6461">
                  <c:v>0.356014828</c:v>
                </c:pt>
                <c:pt idx="6462">
                  <c:v>0.356065607</c:v>
                </c:pt>
                <c:pt idx="6463">
                  <c:v>0.356065607</c:v>
                </c:pt>
                <c:pt idx="6464">
                  <c:v>0.356116387</c:v>
                </c:pt>
                <c:pt idx="6465">
                  <c:v>0.356116387</c:v>
                </c:pt>
                <c:pt idx="6466">
                  <c:v>0.356268725</c:v>
                </c:pt>
                <c:pt idx="6467">
                  <c:v>0.356268725</c:v>
                </c:pt>
                <c:pt idx="6468">
                  <c:v>0.356471843</c:v>
                </c:pt>
                <c:pt idx="6469">
                  <c:v>0.356674961</c:v>
                </c:pt>
                <c:pt idx="6470">
                  <c:v>0.35672574</c:v>
                </c:pt>
                <c:pt idx="6471">
                  <c:v>0.35672574</c:v>
                </c:pt>
                <c:pt idx="6472">
                  <c:v>0.35677652</c:v>
                </c:pt>
                <c:pt idx="6473">
                  <c:v>0.356878079</c:v>
                </c:pt>
                <c:pt idx="6474">
                  <c:v>0.357030417</c:v>
                </c:pt>
                <c:pt idx="6475">
                  <c:v>0.357030417</c:v>
                </c:pt>
                <c:pt idx="6476">
                  <c:v>0.357081196</c:v>
                </c:pt>
                <c:pt idx="6477">
                  <c:v>0.357081196</c:v>
                </c:pt>
                <c:pt idx="6478">
                  <c:v>0.357182755</c:v>
                </c:pt>
                <c:pt idx="6479">
                  <c:v>0.357182755</c:v>
                </c:pt>
                <c:pt idx="6480">
                  <c:v>0.357233535</c:v>
                </c:pt>
                <c:pt idx="6481">
                  <c:v>0.357233535</c:v>
                </c:pt>
                <c:pt idx="6482">
                  <c:v>0.357436653</c:v>
                </c:pt>
                <c:pt idx="6483">
                  <c:v>0.357436653</c:v>
                </c:pt>
                <c:pt idx="6484">
                  <c:v>0.357436653</c:v>
                </c:pt>
                <c:pt idx="6485">
                  <c:v>0.357588991</c:v>
                </c:pt>
                <c:pt idx="6486">
                  <c:v>0.357588991</c:v>
                </c:pt>
                <c:pt idx="6487">
                  <c:v>0.35769055</c:v>
                </c:pt>
                <c:pt idx="6488">
                  <c:v>0.357792109</c:v>
                </c:pt>
                <c:pt idx="6489">
                  <c:v>0.357792109</c:v>
                </c:pt>
                <c:pt idx="6490">
                  <c:v>0.357893668</c:v>
                </c:pt>
                <c:pt idx="6491">
                  <c:v>0.358046006</c:v>
                </c:pt>
                <c:pt idx="6492">
                  <c:v>0.358096786</c:v>
                </c:pt>
                <c:pt idx="6493">
                  <c:v>0.358096786</c:v>
                </c:pt>
                <c:pt idx="6494">
                  <c:v>0.358249124</c:v>
                </c:pt>
                <c:pt idx="6495">
                  <c:v>0.358350683</c:v>
                </c:pt>
                <c:pt idx="6496">
                  <c:v>0.358401462</c:v>
                </c:pt>
                <c:pt idx="6497">
                  <c:v>0.358401462</c:v>
                </c:pt>
                <c:pt idx="6498">
                  <c:v>0.358553801</c:v>
                </c:pt>
                <c:pt idx="6499">
                  <c:v>0.358553801</c:v>
                </c:pt>
                <c:pt idx="6500">
                  <c:v>0.35865536</c:v>
                </c:pt>
                <c:pt idx="6501">
                  <c:v>0.35865536</c:v>
                </c:pt>
                <c:pt idx="6502">
                  <c:v>0.358706139</c:v>
                </c:pt>
                <c:pt idx="6503">
                  <c:v>0.358706139</c:v>
                </c:pt>
                <c:pt idx="6504">
                  <c:v>0.358756919</c:v>
                </c:pt>
                <c:pt idx="6505">
                  <c:v>0.358756919</c:v>
                </c:pt>
                <c:pt idx="6506">
                  <c:v>0.358807698</c:v>
                </c:pt>
                <c:pt idx="6507">
                  <c:v>0.358807698</c:v>
                </c:pt>
                <c:pt idx="6508">
                  <c:v>0.359010816</c:v>
                </c:pt>
                <c:pt idx="6509">
                  <c:v>0.359010816</c:v>
                </c:pt>
                <c:pt idx="6510">
                  <c:v>0.359061595</c:v>
                </c:pt>
                <c:pt idx="6511">
                  <c:v>0.359061595</c:v>
                </c:pt>
                <c:pt idx="6512">
                  <c:v>0.359213934</c:v>
                </c:pt>
                <c:pt idx="6513">
                  <c:v>0.359213934</c:v>
                </c:pt>
                <c:pt idx="6514">
                  <c:v>0.359264713</c:v>
                </c:pt>
                <c:pt idx="6515">
                  <c:v>0.359264713</c:v>
                </c:pt>
                <c:pt idx="6516">
                  <c:v>0.359315493</c:v>
                </c:pt>
                <c:pt idx="6517">
                  <c:v>0.359315493</c:v>
                </c:pt>
                <c:pt idx="6518">
                  <c:v>0.359467831</c:v>
                </c:pt>
                <c:pt idx="6519">
                  <c:v>0.359467831</c:v>
                </c:pt>
                <c:pt idx="6520">
                  <c:v>0.35962017</c:v>
                </c:pt>
                <c:pt idx="6521">
                  <c:v>0.359721729</c:v>
                </c:pt>
                <c:pt idx="6522">
                  <c:v>0.359721729</c:v>
                </c:pt>
                <c:pt idx="6523">
                  <c:v>0.359721729</c:v>
                </c:pt>
                <c:pt idx="6524">
                  <c:v>0.359721729</c:v>
                </c:pt>
                <c:pt idx="6525">
                  <c:v>0.359823287</c:v>
                </c:pt>
                <c:pt idx="6526">
                  <c:v>0.359823287</c:v>
                </c:pt>
                <c:pt idx="6527">
                  <c:v>0.360026405</c:v>
                </c:pt>
                <c:pt idx="6528">
                  <c:v>0.360026405</c:v>
                </c:pt>
                <c:pt idx="6529">
                  <c:v>0.360077185</c:v>
                </c:pt>
                <c:pt idx="6530">
                  <c:v>0.360077185</c:v>
                </c:pt>
                <c:pt idx="6531">
                  <c:v>0.360127964</c:v>
                </c:pt>
                <c:pt idx="6532">
                  <c:v>0.360127964</c:v>
                </c:pt>
                <c:pt idx="6533">
                  <c:v>0.360178744</c:v>
                </c:pt>
                <c:pt idx="6534">
                  <c:v>0.360178744</c:v>
                </c:pt>
                <c:pt idx="6535">
                  <c:v>0.360381862</c:v>
                </c:pt>
                <c:pt idx="6536">
                  <c:v>0.360381862</c:v>
                </c:pt>
                <c:pt idx="6537">
                  <c:v>0.360483421</c:v>
                </c:pt>
                <c:pt idx="6538">
                  <c:v>0.360483421</c:v>
                </c:pt>
                <c:pt idx="6539">
                  <c:v>0.3605342</c:v>
                </c:pt>
                <c:pt idx="6540">
                  <c:v>0.3605342</c:v>
                </c:pt>
                <c:pt idx="6541">
                  <c:v>0.360635759</c:v>
                </c:pt>
                <c:pt idx="6542">
                  <c:v>0.360686538</c:v>
                </c:pt>
                <c:pt idx="6543">
                  <c:v>0.360686538</c:v>
                </c:pt>
                <c:pt idx="6544">
                  <c:v>0.360737318</c:v>
                </c:pt>
                <c:pt idx="6545">
                  <c:v>0.360737318</c:v>
                </c:pt>
                <c:pt idx="6546">
                  <c:v>0.360788097</c:v>
                </c:pt>
                <c:pt idx="6547">
                  <c:v>0.360788097</c:v>
                </c:pt>
                <c:pt idx="6548">
                  <c:v>0.360940436</c:v>
                </c:pt>
                <c:pt idx="6549">
                  <c:v>0.360940436</c:v>
                </c:pt>
                <c:pt idx="6550">
                  <c:v>0.361092774</c:v>
                </c:pt>
                <c:pt idx="6551">
                  <c:v>0.361092774</c:v>
                </c:pt>
                <c:pt idx="6552">
                  <c:v>0.361143554</c:v>
                </c:pt>
                <c:pt idx="6553">
                  <c:v>0.361143554</c:v>
                </c:pt>
                <c:pt idx="6554">
                  <c:v>0.361245112</c:v>
                </c:pt>
                <c:pt idx="6555">
                  <c:v>0.361245112</c:v>
                </c:pt>
                <c:pt idx="6556">
                  <c:v>0.361295892</c:v>
                </c:pt>
                <c:pt idx="6557">
                  <c:v>0.361295892</c:v>
                </c:pt>
                <c:pt idx="6558">
                  <c:v>0.361397451</c:v>
                </c:pt>
                <c:pt idx="6559">
                  <c:v>0.36149901</c:v>
                </c:pt>
                <c:pt idx="6560">
                  <c:v>0.361600569</c:v>
                </c:pt>
                <c:pt idx="6561">
                  <c:v>0.361600569</c:v>
                </c:pt>
                <c:pt idx="6562">
                  <c:v>0.361600569</c:v>
                </c:pt>
                <c:pt idx="6563">
                  <c:v>0.361702128</c:v>
                </c:pt>
                <c:pt idx="6564">
                  <c:v>0.361702128</c:v>
                </c:pt>
                <c:pt idx="6565">
                  <c:v>0.361752907</c:v>
                </c:pt>
                <c:pt idx="6566">
                  <c:v>0.361803687</c:v>
                </c:pt>
                <c:pt idx="6567">
                  <c:v>0.361854466</c:v>
                </c:pt>
                <c:pt idx="6568">
                  <c:v>0.361854466</c:v>
                </c:pt>
                <c:pt idx="6569">
                  <c:v>0.362006804</c:v>
                </c:pt>
                <c:pt idx="6570">
                  <c:v>0.362006804</c:v>
                </c:pt>
                <c:pt idx="6571">
                  <c:v>0.362108363</c:v>
                </c:pt>
                <c:pt idx="6572">
                  <c:v>0.362108363</c:v>
                </c:pt>
                <c:pt idx="6573">
                  <c:v>0.362362261</c:v>
                </c:pt>
                <c:pt idx="6574">
                  <c:v>0.362362261</c:v>
                </c:pt>
                <c:pt idx="6575">
                  <c:v>0.36241304</c:v>
                </c:pt>
                <c:pt idx="6576">
                  <c:v>0.36246382</c:v>
                </c:pt>
                <c:pt idx="6577">
                  <c:v>0.36246382</c:v>
                </c:pt>
                <c:pt idx="6578">
                  <c:v>0.362514599</c:v>
                </c:pt>
                <c:pt idx="6579">
                  <c:v>0.362514599</c:v>
                </c:pt>
                <c:pt idx="6580">
                  <c:v>0.362666937</c:v>
                </c:pt>
                <c:pt idx="6581">
                  <c:v>0.362666937</c:v>
                </c:pt>
                <c:pt idx="6582">
                  <c:v>0.362666937</c:v>
                </c:pt>
                <c:pt idx="6583">
                  <c:v>0.362666937</c:v>
                </c:pt>
                <c:pt idx="6584">
                  <c:v>0.362768496</c:v>
                </c:pt>
                <c:pt idx="6585">
                  <c:v>0.362768496</c:v>
                </c:pt>
                <c:pt idx="6586">
                  <c:v>0.362819276</c:v>
                </c:pt>
                <c:pt idx="6587">
                  <c:v>0.362819276</c:v>
                </c:pt>
                <c:pt idx="6588">
                  <c:v>0.362971614</c:v>
                </c:pt>
                <c:pt idx="6589">
                  <c:v>0.363073173</c:v>
                </c:pt>
                <c:pt idx="6590">
                  <c:v>0.363073173</c:v>
                </c:pt>
                <c:pt idx="6591">
                  <c:v>0.363073173</c:v>
                </c:pt>
                <c:pt idx="6592">
                  <c:v>0.363174732</c:v>
                </c:pt>
                <c:pt idx="6593">
                  <c:v>0.363174732</c:v>
                </c:pt>
                <c:pt idx="6594">
                  <c:v>0.363174732</c:v>
                </c:pt>
                <c:pt idx="6595">
                  <c:v>0.363225512</c:v>
                </c:pt>
                <c:pt idx="6596">
                  <c:v>0.363225512</c:v>
                </c:pt>
                <c:pt idx="6597">
                  <c:v>0.363327071</c:v>
                </c:pt>
                <c:pt idx="6598">
                  <c:v>0.363327071</c:v>
                </c:pt>
                <c:pt idx="6599">
                  <c:v>0.36337785</c:v>
                </c:pt>
                <c:pt idx="6600">
                  <c:v>0.36337785</c:v>
                </c:pt>
                <c:pt idx="6601">
                  <c:v>0.363428629</c:v>
                </c:pt>
                <c:pt idx="6602">
                  <c:v>0.363428629</c:v>
                </c:pt>
                <c:pt idx="6603">
                  <c:v>0.363428629</c:v>
                </c:pt>
                <c:pt idx="6604">
                  <c:v>0.363580968</c:v>
                </c:pt>
                <c:pt idx="6605">
                  <c:v>0.363580968</c:v>
                </c:pt>
                <c:pt idx="6606">
                  <c:v>0.363631747</c:v>
                </c:pt>
                <c:pt idx="6607">
                  <c:v>0.363631747</c:v>
                </c:pt>
                <c:pt idx="6608">
                  <c:v>0.363784086</c:v>
                </c:pt>
                <c:pt idx="6609">
                  <c:v>0.363784086</c:v>
                </c:pt>
                <c:pt idx="6610">
                  <c:v>0.363834865</c:v>
                </c:pt>
                <c:pt idx="6611">
                  <c:v>0.363987204</c:v>
                </c:pt>
                <c:pt idx="6612">
                  <c:v>0.364088763</c:v>
                </c:pt>
                <c:pt idx="6613">
                  <c:v>0.364088763</c:v>
                </c:pt>
                <c:pt idx="6614">
                  <c:v>0.364139542</c:v>
                </c:pt>
                <c:pt idx="6615">
                  <c:v>0.364139542</c:v>
                </c:pt>
                <c:pt idx="6616">
                  <c:v>0.36429188</c:v>
                </c:pt>
                <c:pt idx="6617">
                  <c:v>0.36429188</c:v>
                </c:pt>
                <c:pt idx="6618">
                  <c:v>0.364393439</c:v>
                </c:pt>
                <c:pt idx="6619">
                  <c:v>0.364494998</c:v>
                </c:pt>
                <c:pt idx="6620">
                  <c:v>0.364494998</c:v>
                </c:pt>
                <c:pt idx="6621">
                  <c:v>0.364545778</c:v>
                </c:pt>
                <c:pt idx="6622">
                  <c:v>0.364647337</c:v>
                </c:pt>
                <c:pt idx="6623">
                  <c:v>0.364647337</c:v>
                </c:pt>
                <c:pt idx="6624">
                  <c:v>0.364748896</c:v>
                </c:pt>
                <c:pt idx="6625">
                  <c:v>0.364748896</c:v>
                </c:pt>
                <c:pt idx="6626">
                  <c:v>0.364748896</c:v>
                </c:pt>
                <c:pt idx="6627">
                  <c:v>0.364799675</c:v>
                </c:pt>
                <c:pt idx="6628">
                  <c:v>0.365104352</c:v>
                </c:pt>
                <c:pt idx="6629">
                  <c:v>0.36525669</c:v>
                </c:pt>
                <c:pt idx="6630">
                  <c:v>0.36525669</c:v>
                </c:pt>
                <c:pt idx="6631">
                  <c:v>0.36530747</c:v>
                </c:pt>
                <c:pt idx="6632">
                  <c:v>0.365409029</c:v>
                </c:pt>
                <c:pt idx="6633">
                  <c:v>0.365510588</c:v>
                </c:pt>
                <c:pt idx="6634">
                  <c:v>0.365510588</c:v>
                </c:pt>
                <c:pt idx="6635">
                  <c:v>0.365561367</c:v>
                </c:pt>
                <c:pt idx="6636">
                  <c:v>0.365561367</c:v>
                </c:pt>
                <c:pt idx="6637">
                  <c:v>0.365612146</c:v>
                </c:pt>
                <c:pt idx="6638">
                  <c:v>0.365612146</c:v>
                </c:pt>
                <c:pt idx="6639">
                  <c:v>0.365662926</c:v>
                </c:pt>
                <c:pt idx="6640">
                  <c:v>0.365662926</c:v>
                </c:pt>
                <c:pt idx="6641">
                  <c:v>0.365764485</c:v>
                </c:pt>
                <c:pt idx="6642">
                  <c:v>0.365764485</c:v>
                </c:pt>
                <c:pt idx="6643">
                  <c:v>0.365815264</c:v>
                </c:pt>
                <c:pt idx="6644">
                  <c:v>0.365815264</c:v>
                </c:pt>
                <c:pt idx="6645">
                  <c:v>0.366018382</c:v>
                </c:pt>
                <c:pt idx="6646">
                  <c:v>0.366069162</c:v>
                </c:pt>
                <c:pt idx="6647">
                  <c:v>0.366069162</c:v>
                </c:pt>
                <c:pt idx="6648">
                  <c:v>0.366170721</c:v>
                </c:pt>
                <c:pt idx="6649">
                  <c:v>0.366170721</c:v>
                </c:pt>
                <c:pt idx="6650">
                  <c:v>0.366323059</c:v>
                </c:pt>
                <c:pt idx="6651">
                  <c:v>0.366323059</c:v>
                </c:pt>
                <c:pt idx="6652">
                  <c:v>0.366424618</c:v>
                </c:pt>
                <c:pt idx="6653">
                  <c:v>0.366576956</c:v>
                </c:pt>
                <c:pt idx="6654">
                  <c:v>0.366576956</c:v>
                </c:pt>
                <c:pt idx="6655">
                  <c:v>0.366627736</c:v>
                </c:pt>
                <c:pt idx="6656">
                  <c:v>0.366627736</c:v>
                </c:pt>
                <c:pt idx="6657">
                  <c:v>0.366678515</c:v>
                </c:pt>
                <c:pt idx="6658">
                  <c:v>0.366780074</c:v>
                </c:pt>
                <c:pt idx="6659">
                  <c:v>0.366932413</c:v>
                </c:pt>
                <c:pt idx="6660">
                  <c:v>0.366932413</c:v>
                </c:pt>
                <c:pt idx="6661">
                  <c:v>0.367033971</c:v>
                </c:pt>
                <c:pt idx="6662">
                  <c:v>0.367033971</c:v>
                </c:pt>
                <c:pt idx="6663">
                  <c:v>0.367084751</c:v>
                </c:pt>
                <c:pt idx="6664">
                  <c:v>0.367084751</c:v>
                </c:pt>
                <c:pt idx="6665">
                  <c:v>0.367084751</c:v>
                </c:pt>
                <c:pt idx="6666">
                  <c:v>0.367237089</c:v>
                </c:pt>
                <c:pt idx="6667">
                  <c:v>0.367237089</c:v>
                </c:pt>
                <c:pt idx="6668">
                  <c:v>0.367389428</c:v>
                </c:pt>
                <c:pt idx="6669">
                  <c:v>0.367389428</c:v>
                </c:pt>
                <c:pt idx="6670">
                  <c:v>0.367440207</c:v>
                </c:pt>
                <c:pt idx="6671">
                  <c:v>0.367440207</c:v>
                </c:pt>
                <c:pt idx="6672">
                  <c:v>0.367744884</c:v>
                </c:pt>
                <c:pt idx="6673">
                  <c:v>0.367744884</c:v>
                </c:pt>
                <c:pt idx="6674">
                  <c:v>0.367846443</c:v>
                </c:pt>
                <c:pt idx="6675">
                  <c:v>0.367846443</c:v>
                </c:pt>
                <c:pt idx="6676">
                  <c:v>0.367897222</c:v>
                </c:pt>
                <c:pt idx="6677">
                  <c:v>0.367897222</c:v>
                </c:pt>
                <c:pt idx="6678">
                  <c:v>0.367948002</c:v>
                </c:pt>
                <c:pt idx="6679">
                  <c:v>0.367948002</c:v>
                </c:pt>
                <c:pt idx="6680">
                  <c:v>0.368049561</c:v>
                </c:pt>
                <c:pt idx="6681">
                  <c:v>0.368049561</c:v>
                </c:pt>
                <c:pt idx="6682">
                  <c:v>0.36810034</c:v>
                </c:pt>
                <c:pt idx="6683">
                  <c:v>0.368303458</c:v>
                </c:pt>
                <c:pt idx="6684">
                  <c:v>0.368303458</c:v>
                </c:pt>
                <c:pt idx="6685">
                  <c:v>0.368354238</c:v>
                </c:pt>
                <c:pt idx="6686">
                  <c:v>0.368354238</c:v>
                </c:pt>
                <c:pt idx="6687">
                  <c:v>0.368455796</c:v>
                </c:pt>
                <c:pt idx="6688">
                  <c:v>0.368455796</c:v>
                </c:pt>
                <c:pt idx="6689">
                  <c:v>0.368506576</c:v>
                </c:pt>
                <c:pt idx="6690">
                  <c:v>0.368506576</c:v>
                </c:pt>
                <c:pt idx="6691">
                  <c:v>0.368608135</c:v>
                </c:pt>
                <c:pt idx="6692">
                  <c:v>0.368709694</c:v>
                </c:pt>
                <c:pt idx="6693">
                  <c:v>0.368709694</c:v>
                </c:pt>
                <c:pt idx="6694">
                  <c:v>0.368963591</c:v>
                </c:pt>
                <c:pt idx="6695">
                  <c:v>0.36906515</c:v>
                </c:pt>
                <c:pt idx="6696">
                  <c:v>0.36906515</c:v>
                </c:pt>
                <c:pt idx="6697">
                  <c:v>0.369217488</c:v>
                </c:pt>
                <c:pt idx="6698">
                  <c:v>0.369217488</c:v>
                </c:pt>
                <c:pt idx="6699">
                  <c:v>0.369217488</c:v>
                </c:pt>
                <c:pt idx="6700">
                  <c:v>0.369319047</c:v>
                </c:pt>
                <c:pt idx="6701">
                  <c:v>0.369319047</c:v>
                </c:pt>
                <c:pt idx="6702">
                  <c:v>0.369369827</c:v>
                </c:pt>
                <c:pt idx="6703">
                  <c:v>0.369369827</c:v>
                </c:pt>
                <c:pt idx="6704">
                  <c:v>0.369420606</c:v>
                </c:pt>
                <c:pt idx="6705">
                  <c:v>0.369522165</c:v>
                </c:pt>
                <c:pt idx="6706">
                  <c:v>0.369623724</c:v>
                </c:pt>
                <c:pt idx="6707">
                  <c:v>0.369623724</c:v>
                </c:pt>
                <c:pt idx="6708">
                  <c:v>0.369725283</c:v>
                </c:pt>
                <c:pt idx="6709">
                  <c:v>0.369826842</c:v>
                </c:pt>
                <c:pt idx="6710">
                  <c:v>0.36997918</c:v>
                </c:pt>
                <c:pt idx="6711">
                  <c:v>0.36997918</c:v>
                </c:pt>
                <c:pt idx="6712">
                  <c:v>0.37002996</c:v>
                </c:pt>
                <c:pt idx="6713">
                  <c:v>0.370233078</c:v>
                </c:pt>
                <c:pt idx="6714">
                  <c:v>0.370233078</c:v>
                </c:pt>
                <c:pt idx="6715">
                  <c:v>0.370486975</c:v>
                </c:pt>
                <c:pt idx="6716">
                  <c:v>0.370486975</c:v>
                </c:pt>
                <c:pt idx="6717">
                  <c:v>0.370639313</c:v>
                </c:pt>
                <c:pt idx="6718">
                  <c:v>0.370639313</c:v>
                </c:pt>
                <c:pt idx="6719">
                  <c:v>0.370639313</c:v>
                </c:pt>
                <c:pt idx="6720">
                  <c:v>0.370690093</c:v>
                </c:pt>
                <c:pt idx="6721">
                  <c:v>0.370690093</c:v>
                </c:pt>
                <c:pt idx="6722">
                  <c:v>0.370740872</c:v>
                </c:pt>
                <c:pt idx="6723">
                  <c:v>0.370740872</c:v>
                </c:pt>
                <c:pt idx="6724">
                  <c:v>0.370740872</c:v>
                </c:pt>
                <c:pt idx="6725">
                  <c:v>0.370842431</c:v>
                </c:pt>
                <c:pt idx="6726">
                  <c:v>0.370842431</c:v>
                </c:pt>
                <c:pt idx="6727">
                  <c:v>0.371045549</c:v>
                </c:pt>
                <c:pt idx="6728">
                  <c:v>0.371248667</c:v>
                </c:pt>
                <c:pt idx="6729">
                  <c:v>0.371248667</c:v>
                </c:pt>
                <c:pt idx="6730">
                  <c:v>0.371350226</c:v>
                </c:pt>
                <c:pt idx="6731">
                  <c:v>0.371350226</c:v>
                </c:pt>
                <c:pt idx="6732">
                  <c:v>0.371401005</c:v>
                </c:pt>
                <c:pt idx="6733">
                  <c:v>0.371401005</c:v>
                </c:pt>
                <c:pt idx="6734">
                  <c:v>0.371451785</c:v>
                </c:pt>
                <c:pt idx="6735">
                  <c:v>0.371451785</c:v>
                </c:pt>
                <c:pt idx="6736">
                  <c:v>0.371553344</c:v>
                </c:pt>
                <c:pt idx="6737">
                  <c:v>0.371654903</c:v>
                </c:pt>
                <c:pt idx="6738">
                  <c:v>0.371654903</c:v>
                </c:pt>
                <c:pt idx="6739">
                  <c:v>0.371756462</c:v>
                </c:pt>
                <c:pt idx="6740">
                  <c:v>0.371858021</c:v>
                </c:pt>
                <c:pt idx="6741">
                  <c:v>0.372111918</c:v>
                </c:pt>
                <c:pt idx="6742">
                  <c:v>0.372111918</c:v>
                </c:pt>
                <c:pt idx="6743">
                  <c:v>0.372213477</c:v>
                </c:pt>
                <c:pt idx="6744">
                  <c:v>0.372264256</c:v>
                </c:pt>
                <c:pt idx="6745">
                  <c:v>0.372264256</c:v>
                </c:pt>
                <c:pt idx="6746">
                  <c:v>0.372365815</c:v>
                </c:pt>
                <c:pt idx="6747">
                  <c:v>0.37287361</c:v>
                </c:pt>
                <c:pt idx="6748">
                  <c:v>0.37287361</c:v>
                </c:pt>
                <c:pt idx="6749">
                  <c:v>0.372975169</c:v>
                </c:pt>
                <c:pt idx="6750">
                  <c:v>0.372975169</c:v>
                </c:pt>
                <c:pt idx="6751">
                  <c:v>0.373025948</c:v>
                </c:pt>
                <c:pt idx="6752">
                  <c:v>0.373025948</c:v>
                </c:pt>
                <c:pt idx="6753">
                  <c:v>0.373178287</c:v>
                </c:pt>
                <c:pt idx="6754">
                  <c:v>0.373178287</c:v>
                </c:pt>
                <c:pt idx="6755">
                  <c:v>0.373330625</c:v>
                </c:pt>
                <c:pt idx="6756">
                  <c:v>0.373432184</c:v>
                </c:pt>
                <c:pt idx="6757">
                  <c:v>0.373432184</c:v>
                </c:pt>
                <c:pt idx="6758">
                  <c:v>0.373482963</c:v>
                </c:pt>
                <c:pt idx="6759">
                  <c:v>0.373482963</c:v>
                </c:pt>
                <c:pt idx="6760">
                  <c:v>0.373736861</c:v>
                </c:pt>
                <c:pt idx="6761">
                  <c:v>0.373736861</c:v>
                </c:pt>
                <c:pt idx="6762">
                  <c:v>0.37378764</c:v>
                </c:pt>
                <c:pt idx="6763">
                  <c:v>0.373889199</c:v>
                </c:pt>
                <c:pt idx="6764">
                  <c:v>0.373939979</c:v>
                </c:pt>
                <c:pt idx="6765">
                  <c:v>0.374041538</c:v>
                </c:pt>
                <c:pt idx="6766">
                  <c:v>0.374447773</c:v>
                </c:pt>
                <c:pt idx="6767">
                  <c:v>0.374447773</c:v>
                </c:pt>
                <c:pt idx="6768">
                  <c:v>0.374498553</c:v>
                </c:pt>
                <c:pt idx="6769">
                  <c:v>0.374498553</c:v>
                </c:pt>
                <c:pt idx="6770">
                  <c:v>0.374549332</c:v>
                </c:pt>
                <c:pt idx="6771">
                  <c:v>0.374549332</c:v>
                </c:pt>
                <c:pt idx="6772">
                  <c:v>0.374650891</c:v>
                </c:pt>
                <c:pt idx="6773">
                  <c:v>0.37475245</c:v>
                </c:pt>
                <c:pt idx="6774">
                  <c:v>0.37475245</c:v>
                </c:pt>
                <c:pt idx="6775">
                  <c:v>0.37480323</c:v>
                </c:pt>
                <c:pt idx="6776">
                  <c:v>0.37480323</c:v>
                </c:pt>
                <c:pt idx="6777">
                  <c:v>0.374854009</c:v>
                </c:pt>
                <c:pt idx="6778">
                  <c:v>0.374955568</c:v>
                </c:pt>
                <c:pt idx="6779">
                  <c:v>0.375057127</c:v>
                </c:pt>
                <c:pt idx="6780">
                  <c:v>0.375057127</c:v>
                </c:pt>
                <c:pt idx="6781">
                  <c:v>0.375107906</c:v>
                </c:pt>
                <c:pt idx="6782">
                  <c:v>0.375107906</c:v>
                </c:pt>
                <c:pt idx="6783">
                  <c:v>0.375158686</c:v>
                </c:pt>
                <c:pt idx="6784">
                  <c:v>0.375158686</c:v>
                </c:pt>
                <c:pt idx="6785">
                  <c:v>0.375311024</c:v>
                </c:pt>
                <c:pt idx="6786">
                  <c:v>0.375311024</c:v>
                </c:pt>
                <c:pt idx="6787">
                  <c:v>0.375412583</c:v>
                </c:pt>
                <c:pt idx="6788">
                  <c:v>0.375412583</c:v>
                </c:pt>
                <c:pt idx="6789">
                  <c:v>0.375615701</c:v>
                </c:pt>
                <c:pt idx="6790">
                  <c:v>0.37571726</c:v>
                </c:pt>
                <c:pt idx="6791">
                  <c:v>0.375920378</c:v>
                </c:pt>
                <c:pt idx="6792">
                  <c:v>0.375920378</c:v>
                </c:pt>
                <c:pt idx="6793">
                  <c:v>0.376123496</c:v>
                </c:pt>
                <c:pt idx="6794">
                  <c:v>0.376123496</c:v>
                </c:pt>
                <c:pt idx="6795">
                  <c:v>0.376326614</c:v>
                </c:pt>
                <c:pt idx="6796">
                  <c:v>0.376428172</c:v>
                </c:pt>
                <c:pt idx="6797">
                  <c:v>0.376732849</c:v>
                </c:pt>
                <c:pt idx="6798">
                  <c:v>0.376732849</c:v>
                </c:pt>
                <c:pt idx="6799">
                  <c:v>0.376783629</c:v>
                </c:pt>
                <c:pt idx="6800">
                  <c:v>0.376885188</c:v>
                </c:pt>
                <c:pt idx="6801">
                  <c:v>0.377037526</c:v>
                </c:pt>
                <c:pt idx="6802">
                  <c:v>0.377037526</c:v>
                </c:pt>
                <c:pt idx="6803">
                  <c:v>0.377088305</c:v>
                </c:pt>
                <c:pt idx="6804">
                  <c:v>0.377088305</c:v>
                </c:pt>
                <c:pt idx="6805">
                  <c:v>0.377240644</c:v>
                </c:pt>
                <c:pt idx="6806">
                  <c:v>0.377342203</c:v>
                </c:pt>
                <c:pt idx="6807">
                  <c:v>0.377342203</c:v>
                </c:pt>
                <c:pt idx="6808">
                  <c:v>0.377392982</c:v>
                </c:pt>
                <c:pt idx="6809">
                  <c:v>0.377392982</c:v>
                </c:pt>
                <c:pt idx="6810">
                  <c:v>0.377443762</c:v>
                </c:pt>
                <c:pt idx="6811">
                  <c:v>0.377494541</c:v>
                </c:pt>
                <c:pt idx="6812">
                  <c:v>0.3775961</c:v>
                </c:pt>
                <c:pt idx="6813">
                  <c:v>0.37764688</c:v>
                </c:pt>
                <c:pt idx="6814">
                  <c:v>0.37764688</c:v>
                </c:pt>
                <c:pt idx="6815">
                  <c:v>0.377697659</c:v>
                </c:pt>
                <c:pt idx="6816">
                  <c:v>0.377697659</c:v>
                </c:pt>
                <c:pt idx="6817">
                  <c:v>0.377900777</c:v>
                </c:pt>
                <c:pt idx="6818">
                  <c:v>0.378002336</c:v>
                </c:pt>
                <c:pt idx="6819">
                  <c:v>0.378103895</c:v>
                </c:pt>
                <c:pt idx="6820">
                  <c:v>0.378154674</c:v>
                </c:pt>
                <c:pt idx="6821">
                  <c:v>0.378357792</c:v>
                </c:pt>
                <c:pt idx="6822">
                  <c:v>0.378357792</c:v>
                </c:pt>
                <c:pt idx="6823">
                  <c:v>0.379881176</c:v>
                </c:pt>
                <c:pt idx="6824">
                  <c:v>0.380033514</c:v>
                </c:pt>
                <c:pt idx="6825">
                  <c:v>0.380033514</c:v>
                </c:pt>
                <c:pt idx="6826">
                  <c:v>0.380185853</c:v>
                </c:pt>
                <c:pt idx="6827">
                  <c:v>0.380338191</c:v>
                </c:pt>
                <c:pt idx="6828">
                  <c:v>0.380338191</c:v>
                </c:pt>
                <c:pt idx="6829">
                  <c:v>0.38043975</c:v>
                </c:pt>
                <c:pt idx="6830">
                  <c:v>0.38043975</c:v>
                </c:pt>
                <c:pt idx="6831">
                  <c:v>0.38049053</c:v>
                </c:pt>
                <c:pt idx="6832">
                  <c:v>0.38049053</c:v>
                </c:pt>
                <c:pt idx="6833">
                  <c:v>0.380541309</c:v>
                </c:pt>
                <c:pt idx="6834">
                  <c:v>0.380541309</c:v>
                </c:pt>
                <c:pt idx="6835">
                  <c:v>0.380592089</c:v>
                </c:pt>
                <c:pt idx="6836">
                  <c:v>0.380592089</c:v>
                </c:pt>
                <c:pt idx="6837">
                  <c:v>0.380744427</c:v>
                </c:pt>
                <c:pt idx="6838">
                  <c:v>0.380795206</c:v>
                </c:pt>
                <c:pt idx="6839">
                  <c:v>0.380795206</c:v>
                </c:pt>
                <c:pt idx="6840">
                  <c:v>0.380896765</c:v>
                </c:pt>
                <c:pt idx="6841">
                  <c:v>0.380896765</c:v>
                </c:pt>
                <c:pt idx="6842">
                  <c:v>0.381049104</c:v>
                </c:pt>
                <c:pt idx="6843">
                  <c:v>0.381049104</c:v>
                </c:pt>
                <c:pt idx="6844">
                  <c:v>0.381099883</c:v>
                </c:pt>
                <c:pt idx="6845">
                  <c:v>0.381099883</c:v>
                </c:pt>
                <c:pt idx="6846">
                  <c:v>0.381150663</c:v>
                </c:pt>
                <c:pt idx="6847">
                  <c:v>0.381150663</c:v>
                </c:pt>
                <c:pt idx="6848">
                  <c:v>0.381201442</c:v>
                </c:pt>
                <c:pt idx="6849">
                  <c:v>0.381201442</c:v>
                </c:pt>
                <c:pt idx="6850">
                  <c:v>0.381252222</c:v>
                </c:pt>
                <c:pt idx="6851">
                  <c:v>0.381252222</c:v>
                </c:pt>
                <c:pt idx="6852">
                  <c:v>0.381303001</c:v>
                </c:pt>
                <c:pt idx="6853">
                  <c:v>0.381303001</c:v>
                </c:pt>
                <c:pt idx="6854">
                  <c:v>0.38140456</c:v>
                </c:pt>
                <c:pt idx="6855">
                  <c:v>0.38140456</c:v>
                </c:pt>
                <c:pt idx="6856">
                  <c:v>0.381506119</c:v>
                </c:pt>
                <c:pt idx="6857">
                  <c:v>0.381506119</c:v>
                </c:pt>
                <c:pt idx="6858">
                  <c:v>0.381760016</c:v>
                </c:pt>
                <c:pt idx="6859">
                  <c:v>0.381760016</c:v>
                </c:pt>
                <c:pt idx="6860">
                  <c:v>0.381760016</c:v>
                </c:pt>
                <c:pt idx="6861">
                  <c:v>0.381861575</c:v>
                </c:pt>
                <c:pt idx="6862">
                  <c:v>0.381861575</c:v>
                </c:pt>
                <c:pt idx="6863">
                  <c:v>0.381912355</c:v>
                </c:pt>
                <c:pt idx="6864">
                  <c:v>0.382013914</c:v>
                </c:pt>
                <c:pt idx="6865">
                  <c:v>0.382064693</c:v>
                </c:pt>
                <c:pt idx="6866">
                  <c:v>0.382064693</c:v>
                </c:pt>
                <c:pt idx="6867">
                  <c:v>0.382267811</c:v>
                </c:pt>
                <c:pt idx="6868">
                  <c:v>0.382267811</c:v>
                </c:pt>
                <c:pt idx="6869">
                  <c:v>0.38231859</c:v>
                </c:pt>
                <c:pt idx="6870">
                  <c:v>0.38231859</c:v>
                </c:pt>
                <c:pt idx="6871">
                  <c:v>0.38231859</c:v>
                </c:pt>
                <c:pt idx="6872">
                  <c:v>0.382470929</c:v>
                </c:pt>
                <c:pt idx="6873">
                  <c:v>0.382572488</c:v>
                </c:pt>
                <c:pt idx="6874">
                  <c:v>0.382674047</c:v>
                </c:pt>
                <c:pt idx="6875">
                  <c:v>0.382775606</c:v>
                </c:pt>
                <c:pt idx="6876">
                  <c:v>0.382775606</c:v>
                </c:pt>
                <c:pt idx="6877">
                  <c:v>0.382877164</c:v>
                </c:pt>
                <c:pt idx="6878">
                  <c:v>0.382978723</c:v>
                </c:pt>
                <c:pt idx="6879">
                  <c:v>0.382978723</c:v>
                </c:pt>
                <c:pt idx="6880">
                  <c:v>0.383029503</c:v>
                </c:pt>
                <c:pt idx="6881">
                  <c:v>0.383131062</c:v>
                </c:pt>
                <c:pt idx="6882">
                  <c:v>0.3832834</c:v>
                </c:pt>
                <c:pt idx="6883">
                  <c:v>0.3832834</c:v>
                </c:pt>
                <c:pt idx="6884">
                  <c:v>0.383486518</c:v>
                </c:pt>
                <c:pt idx="6885">
                  <c:v>0.383486518</c:v>
                </c:pt>
                <c:pt idx="6886">
                  <c:v>0.383588077</c:v>
                </c:pt>
                <c:pt idx="6887">
                  <c:v>0.383588077</c:v>
                </c:pt>
                <c:pt idx="6888">
                  <c:v>0.384045092</c:v>
                </c:pt>
                <c:pt idx="6889">
                  <c:v>0.384146651</c:v>
                </c:pt>
                <c:pt idx="6890">
                  <c:v>0.38424821</c:v>
                </c:pt>
                <c:pt idx="6891">
                  <c:v>0.38424821</c:v>
                </c:pt>
                <c:pt idx="6892">
                  <c:v>0.384400548</c:v>
                </c:pt>
                <c:pt idx="6893">
                  <c:v>0.384400548</c:v>
                </c:pt>
                <c:pt idx="6894">
                  <c:v>0.384502107</c:v>
                </c:pt>
                <c:pt idx="6895">
                  <c:v>0.384603666</c:v>
                </c:pt>
                <c:pt idx="6896">
                  <c:v>0.384857564</c:v>
                </c:pt>
                <c:pt idx="6897">
                  <c:v>0.384857564</c:v>
                </c:pt>
                <c:pt idx="6898">
                  <c:v>0.384959123</c:v>
                </c:pt>
                <c:pt idx="6899">
                  <c:v>0.384959123</c:v>
                </c:pt>
                <c:pt idx="6900">
                  <c:v>0.387396537</c:v>
                </c:pt>
                <c:pt idx="6901">
                  <c:v>0.387498096</c:v>
                </c:pt>
                <c:pt idx="6902">
                  <c:v>0.387802773</c:v>
                </c:pt>
                <c:pt idx="6903">
                  <c:v>0.388209008</c:v>
                </c:pt>
                <c:pt idx="6904">
                  <c:v>0.388310567</c:v>
                </c:pt>
                <c:pt idx="6905">
                  <c:v>0.388412126</c:v>
                </c:pt>
                <c:pt idx="6906">
                  <c:v>0.388412126</c:v>
                </c:pt>
                <c:pt idx="6907">
                  <c:v>0.388462906</c:v>
                </c:pt>
                <c:pt idx="6908">
                  <c:v>0.388462906</c:v>
                </c:pt>
                <c:pt idx="6909">
                  <c:v>0.388666023</c:v>
                </c:pt>
                <c:pt idx="6910">
                  <c:v>0.388666023</c:v>
                </c:pt>
                <c:pt idx="6911">
                  <c:v>0.388716803</c:v>
                </c:pt>
                <c:pt idx="6912">
                  <c:v>0.388716803</c:v>
                </c:pt>
                <c:pt idx="6913">
                  <c:v>0.388818362</c:v>
                </c:pt>
                <c:pt idx="6914">
                  <c:v>0.388919921</c:v>
                </c:pt>
                <c:pt idx="6915">
                  <c:v>0.38902148</c:v>
                </c:pt>
                <c:pt idx="6916">
                  <c:v>0.389123039</c:v>
                </c:pt>
                <c:pt idx="6917">
                  <c:v>0.389326157</c:v>
                </c:pt>
                <c:pt idx="6918">
                  <c:v>0.389326157</c:v>
                </c:pt>
                <c:pt idx="6919">
                  <c:v>0.389326157</c:v>
                </c:pt>
                <c:pt idx="6920">
                  <c:v>0.389427715</c:v>
                </c:pt>
                <c:pt idx="6921">
                  <c:v>0.389427715</c:v>
                </c:pt>
                <c:pt idx="6922">
                  <c:v>0.389580054</c:v>
                </c:pt>
                <c:pt idx="6923">
                  <c:v>0.389580054</c:v>
                </c:pt>
                <c:pt idx="6924">
                  <c:v>0.389681613</c:v>
                </c:pt>
                <c:pt idx="6925">
                  <c:v>0.389783172</c:v>
                </c:pt>
                <c:pt idx="6926">
                  <c:v>0.389833951</c:v>
                </c:pt>
                <c:pt idx="6927">
                  <c:v>0.389833951</c:v>
                </c:pt>
                <c:pt idx="6928">
                  <c:v>0.38993551</c:v>
                </c:pt>
                <c:pt idx="6929">
                  <c:v>0.38998629</c:v>
                </c:pt>
                <c:pt idx="6930">
                  <c:v>0.38998629</c:v>
                </c:pt>
                <c:pt idx="6931">
                  <c:v>0.390087848</c:v>
                </c:pt>
                <c:pt idx="6932">
                  <c:v>0.390087848</c:v>
                </c:pt>
                <c:pt idx="6933">
                  <c:v>0.390138628</c:v>
                </c:pt>
                <c:pt idx="6934">
                  <c:v>0.390240187</c:v>
                </c:pt>
                <c:pt idx="6935">
                  <c:v>0.390392525</c:v>
                </c:pt>
                <c:pt idx="6936">
                  <c:v>0.390392525</c:v>
                </c:pt>
                <c:pt idx="6937">
                  <c:v>0.390494084</c:v>
                </c:pt>
                <c:pt idx="6938">
                  <c:v>0.390595643</c:v>
                </c:pt>
                <c:pt idx="6939">
                  <c:v>0.390747982</c:v>
                </c:pt>
                <c:pt idx="6940">
                  <c:v>0.390798761</c:v>
                </c:pt>
                <c:pt idx="6941">
                  <c:v>0.391001879</c:v>
                </c:pt>
                <c:pt idx="6942">
                  <c:v>0.391001879</c:v>
                </c:pt>
                <c:pt idx="6943">
                  <c:v>0.391052658</c:v>
                </c:pt>
                <c:pt idx="6944">
                  <c:v>0.391052658</c:v>
                </c:pt>
                <c:pt idx="6945">
                  <c:v>0.391154217</c:v>
                </c:pt>
                <c:pt idx="6946">
                  <c:v>0.391154217</c:v>
                </c:pt>
                <c:pt idx="6947">
                  <c:v>0.391204997</c:v>
                </c:pt>
                <c:pt idx="6948">
                  <c:v>0.391204997</c:v>
                </c:pt>
                <c:pt idx="6949">
                  <c:v>0.391255776</c:v>
                </c:pt>
                <c:pt idx="6950">
                  <c:v>0.391255776</c:v>
                </c:pt>
                <c:pt idx="6951">
                  <c:v>0.391357335</c:v>
                </c:pt>
                <c:pt idx="6952">
                  <c:v>0.391458894</c:v>
                </c:pt>
                <c:pt idx="6953">
                  <c:v>0.391458894</c:v>
                </c:pt>
                <c:pt idx="6954">
                  <c:v>0.391560453</c:v>
                </c:pt>
                <c:pt idx="6955">
                  <c:v>0.391611232</c:v>
                </c:pt>
                <c:pt idx="6956">
                  <c:v>0.391611232</c:v>
                </c:pt>
                <c:pt idx="6957">
                  <c:v>0.391712791</c:v>
                </c:pt>
                <c:pt idx="6958">
                  <c:v>0.391712791</c:v>
                </c:pt>
                <c:pt idx="6959">
                  <c:v>0.391763571</c:v>
                </c:pt>
                <c:pt idx="6960">
                  <c:v>0.391763571</c:v>
                </c:pt>
                <c:pt idx="6961">
                  <c:v>0.39186513</c:v>
                </c:pt>
                <c:pt idx="6962">
                  <c:v>0.39186513</c:v>
                </c:pt>
                <c:pt idx="6963">
                  <c:v>0.391966689</c:v>
                </c:pt>
                <c:pt idx="6964">
                  <c:v>0.391966689</c:v>
                </c:pt>
                <c:pt idx="6965">
                  <c:v>0.392017468</c:v>
                </c:pt>
                <c:pt idx="6966">
                  <c:v>0.392017468</c:v>
                </c:pt>
                <c:pt idx="6967">
                  <c:v>0.392169807</c:v>
                </c:pt>
                <c:pt idx="6968">
                  <c:v>0.392169807</c:v>
                </c:pt>
                <c:pt idx="6969">
                  <c:v>0.392220586</c:v>
                </c:pt>
                <c:pt idx="6970">
                  <c:v>0.392220586</c:v>
                </c:pt>
                <c:pt idx="6971">
                  <c:v>0.392372924</c:v>
                </c:pt>
                <c:pt idx="6972">
                  <c:v>0.392372924</c:v>
                </c:pt>
                <c:pt idx="6973">
                  <c:v>0.392525263</c:v>
                </c:pt>
                <c:pt idx="6974">
                  <c:v>0.392525263</c:v>
                </c:pt>
                <c:pt idx="6975">
                  <c:v>0.392626822</c:v>
                </c:pt>
                <c:pt idx="6976">
                  <c:v>0.392626822</c:v>
                </c:pt>
                <c:pt idx="6977">
                  <c:v>0.392728381</c:v>
                </c:pt>
                <c:pt idx="6978">
                  <c:v>0.392728381</c:v>
                </c:pt>
                <c:pt idx="6979">
                  <c:v>0.39282994</c:v>
                </c:pt>
                <c:pt idx="6980">
                  <c:v>0.39282994</c:v>
                </c:pt>
                <c:pt idx="6981">
                  <c:v>0.392982278</c:v>
                </c:pt>
                <c:pt idx="6982">
                  <c:v>0.392982278</c:v>
                </c:pt>
                <c:pt idx="6983">
                  <c:v>0.393083837</c:v>
                </c:pt>
                <c:pt idx="6984">
                  <c:v>0.393083837</c:v>
                </c:pt>
                <c:pt idx="6985">
                  <c:v>0.393337734</c:v>
                </c:pt>
                <c:pt idx="6986">
                  <c:v>0.393439293</c:v>
                </c:pt>
                <c:pt idx="6987">
                  <c:v>0.393540852</c:v>
                </c:pt>
                <c:pt idx="6988">
                  <c:v>0.393540852</c:v>
                </c:pt>
                <c:pt idx="6989">
                  <c:v>0.393642411</c:v>
                </c:pt>
                <c:pt idx="6990">
                  <c:v>0.393642411</c:v>
                </c:pt>
                <c:pt idx="6991">
                  <c:v>0.39374397</c:v>
                </c:pt>
                <c:pt idx="6992">
                  <c:v>0.393794749</c:v>
                </c:pt>
                <c:pt idx="6993">
                  <c:v>0.393947088</c:v>
                </c:pt>
                <c:pt idx="6994">
                  <c:v>0.393947088</c:v>
                </c:pt>
                <c:pt idx="6995">
                  <c:v>0.394048647</c:v>
                </c:pt>
                <c:pt idx="6996">
                  <c:v>0.394048647</c:v>
                </c:pt>
                <c:pt idx="6997">
                  <c:v>0.394048647</c:v>
                </c:pt>
                <c:pt idx="6998">
                  <c:v>0.394048647</c:v>
                </c:pt>
                <c:pt idx="6999">
                  <c:v>0.394150206</c:v>
                </c:pt>
                <c:pt idx="7000">
                  <c:v>0.394200985</c:v>
                </c:pt>
                <c:pt idx="7001">
                  <c:v>0.394200985</c:v>
                </c:pt>
                <c:pt idx="7002">
                  <c:v>0.394200985</c:v>
                </c:pt>
                <c:pt idx="7003">
                  <c:v>0.394251765</c:v>
                </c:pt>
                <c:pt idx="7004">
                  <c:v>0.394251765</c:v>
                </c:pt>
                <c:pt idx="7005">
                  <c:v>0.394302544</c:v>
                </c:pt>
                <c:pt idx="7006">
                  <c:v>0.394302544</c:v>
                </c:pt>
                <c:pt idx="7007">
                  <c:v>0.394404103</c:v>
                </c:pt>
                <c:pt idx="7008">
                  <c:v>0.394404103</c:v>
                </c:pt>
                <c:pt idx="7009">
                  <c:v>0.394454882</c:v>
                </c:pt>
                <c:pt idx="7010">
                  <c:v>0.394454882</c:v>
                </c:pt>
                <c:pt idx="7011">
                  <c:v>0.394607221</c:v>
                </c:pt>
                <c:pt idx="7012">
                  <c:v>0.394607221</c:v>
                </c:pt>
                <c:pt idx="7013">
                  <c:v>0.39470878</c:v>
                </c:pt>
                <c:pt idx="7014">
                  <c:v>0.394861118</c:v>
                </c:pt>
                <c:pt idx="7015">
                  <c:v>0.395013457</c:v>
                </c:pt>
                <c:pt idx="7016">
                  <c:v>0.395115015</c:v>
                </c:pt>
                <c:pt idx="7017">
                  <c:v>0.395115015</c:v>
                </c:pt>
                <c:pt idx="7018">
                  <c:v>0.395165795</c:v>
                </c:pt>
                <c:pt idx="7019">
                  <c:v>0.395165795</c:v>
                </c:pt>
                <c:pt idx="7020">
                  <c:v>0.395318133</c:v>
                </c:pt>
                <c:pt idx="7021">
                  <c:v>0.395318133</c:v>
                </c:pt>
                <c:pt idx="7022">
                  <c:v>0.395368913</c:v>
                </c:pt>
                <c:pt idx="7023">
                  <c:v>0.395368913</c:v>
                </c:pt>
                <c:pt idx="7024">
                  <c:v>0.395419692</c:v>
                </c:pt>
                <c:pt idx="7025">
                  <c:v>0.395521251</c:v>
                </c:pt>
                <c:pt idx="7026">
                  <c:v>0.39562281</c:v>
                </c:pt>
                <c:pt idx="7027">
                  <c:v>0.395724369</c:v>
                </c:pt>
                <c:pt idx="7028">
                  <c:v>0.395775149</c:v>
                </c:pt>
                <c:pt idx="7029">
                  <c:v>0.395775149</c:v>
                </c:pt>
                <c:pt idx="7030">
                  <c:v>0.395775149</c:v>
                </c:pt>
                <c:pt idx="7031">
                  <c:v>0.395876707</c:v>
                </c:pt>
                <c:pt idx="7032">
                  <c:v>0.396029046</c:v>
                </c:pt>
                <c:pt idx="7033">
                  <c:v>0.396029046</c:v>
                </c:pt>
                <c:pt idx="7034">
                  <c:v>0.396079825</c:v>
                </c:pt>
                <c:pt idx="7035">
                  <c:v>0.396079825</c:v>
                </c:pt>
                <c:pt idx="7036">
                  <c:v>0.396130605</c:v>
                </c:pt>
                <c:pt idx="7037">
                  <c:v>0.396130605</c:v>
                </c:pt>
                <c:pt idx="7038">
                  <c:v>0.396232164</c:v>
                </c:pt>
                <c:pt idx="7039">
                  <c:v>0.396232164</c:v>
                </c:pt>
                <c:pt idx="7040">
                  <c:v>0.396232164</c:v>
                </c:pt>
                <c:pt idx="7041">
                  <c:v>0.396282943</c:v>
                </c:pt>
                <c:pt idx="7042">
                  <c:v>0.396282943</c:v>
                </c:pt>
                <c:pt idx="7043">
                  <c:v>0.396384502</c:v>
                </c:pt>
                <c:pt idx="7044">
                  <c:v>0.396384502</c:v>
                </c:pt>
                <c:pt idx="7045">
                  <c:v>0.396536841</c:v>
                </c:pt>
                <c:pt idx="7046">
                  <c:v>0.396638399</c:v>
                </c:pt>
                <c:pt idx="7047">
                  <c:v>0.396689179</c:v>
                </c:pt>
                <c:pt idx="7048">
                  <c:v>0.396689179</c:v>
                </c:pt>
                <c:pt idx="7049">
                  <c:v>0.396739958</c:v>
                </c:pt>
                <c:pt idx="7050">
                  <c:v>0.397044635</c:v>
                </c:pt>
                <c:pt idx="7051">
                  <c:v>0.397044635</c:v>
                </c:pt>
                <c:pt idx="7052">
                  <c:v>0.397653989</c:v>
                </c:pt>
                <c:pt idx="7053">
                  <c:v>0.397653989</c:v>
                </c:pt>
                <c:pt idx="7054">
                  <c:v>0.397704768</c:v>
                </c:pt>
                <c:pt idx="7055">
                  <c:v>0.397704768</c:v>
                </c:pt>
                <c:pt idx="7056">
                  <c:v>0.397806327</c:v>
                </c:pt>
                <c:pt idx="7057">
                  <c:v>0.397806327</c:v>
                </c:pt>
                <c:pt idx="7058">
                  <c:v>0.397907886</c:v>
                </c:pt>
                <c:pt idx="7059">
                  <c:v>0.397958666</c:v>
                </c:pt>
                <c:pt idx="7060">
                  <c:v>0.397958666</c:v>
                </c:pt>
                <c:pt idx="7061">
                  <c:v>0.398009445</c:v>
                </c:pt>
                <c:pt idx="7062">
                  <c:v>0.398009445</c:v>
                </c:pt>
                <c:pt idx="7063">
                  <c:v>0.398111004</c:v>
                </c:pt>
                <c:pt idx="7064">
                  <c:v>0.398568019</c:v>
                </c:pt>
                <c:pt idx="7065">
                  <c:v>0.398568019</c:v>
                </c:pt>
                <c:pt idx="7066">
                  <c:v>0.398618799</c:v>
                </c:pt>
                <c:pt idx="7067">
                  <c:v>0.398618799</c:v>
                </c:pt>
                <c:pt idx="7068">
                  <c:v>0.398669578</c:v>
                </c:pt>
                <c:pt idx="7069">
                  <c:v>0.398771137</c:v>
                </c:pt>
                <c:pt idx="7070">
                  <c:v>0.398821916</c:v>
                </c:pt>
                <c:pt idx="7071">
                  <c:v>0.398821916</c:v>
                </c:pt>
                <c:pt idx="7072">
                  <c:v>0.398923475</c:v>
                </c:pt>
                <c:pt idx="7073">
                  <c:v>0.398974255</c:v>
                </c:pt>
                <c:pt idx="7074">
                  <c:v>0.399025034</c:v>
                </c:pt>
                <c:pt idx="7075">
                  <c:v>0.399126593</c:v>
                </c:pt>
                <c:pt idx="7076">
                  <c:v>0.399228152</c:v>
                </c:pt>
                <c:pt idx="7077">
                  <c:v>0.399278932</c:v>
                </c:pt>
                <c:pt idx="7078">
                  <c:v>0.399278932</c:v>
                </c:pt>
                <c:pt idx="7079">
                  <c:v>0.399380491</c:v>
                </c:pt>
                <c:pt idx="7080">
                  <c:v>0.399380491</c:v>
                </c:pt>
                <c:pt idx="7081">
                  <c:v>0.39943127</c:v>
                </c:pt>
                <c:pt idx="7082">
                  <c:v>0.39943127</c:v>
                </c:pt>
                <c:pt idx="7083">
                  <c:v>0.399532829</c:v>
                </c:pt>
                <c:pt idx="7084">
                  <c:v>0.399532829</c:v>
                </c:pt>
                <c:pt idx="7085">
                  <c:v>0.400091403</c:v>
                </c:pt>
                <c:pt idx="7086">
                  <c:v>0.400091403</c:v>
                </c:pt>
                <c:pt idx="7087">
                  <c:v>0.400192962</c:v>
                </c:pt>
                <c:pt idx="7088">
                  <c:v>0.400294521</c:v>
                </c:pt>
                <c:pt idx="7089">
                  <c:v>0.400294521</c:v>
                </c:pt>
                <c:pt idx="7090">
                  <c:v>0.400599198</c:v>
                </c:pt>
                <c:pt idx="7091">
                  <c:v>0.400700757</c:v>
                </c:pt>
                <c:pt idx="7092">
                  <c:v>0.400853095</c:v>
                </c:pt>
                <c:pt idx="7093">
                  <c:v>0.400853095</c:v>
                </c:pt>
                <c:pt idx="7094">
                  <c:v>0.401005433</c:v>
                </c:pt>
                <c:pt idx="7095">
                  <c:v>0.401005433</c:v>
                </c:pt>
                <c:pt idx="7096">
                  <c:v>0.401005433</c:v>
                </c:pt>
                <c:pt idx="7097">
                  <c:v>0.401056213</c:v>
                </c:pt>
                <c:pt idx="7098">
                  <c:v>0.401056213</c:v>
                </c:pt>
                <c:pt idx="7099">
                  <c:v>0.401106992</c:v>
                </c:pt>
                <c:pt idx="7100">
                  <c:v>0.401106992</c:v>
                </c:pt>
                <c:pt idx="7101">
                  <c:v>0.401259331</c:v>
                </c:pt>
                <c:pt idx="7102">
                  <c:v>0.401259331</c:v>
                </c:pt>
                <c:pt idx="7103">
                  <c:v>0.40136089</c:v>
                </c:pt>
                <c:pt idx="7104">
                  <c:v>0.40136089</c:v>
                </c:pt>
                <c:pt idx="7105">
                  <c:v>0.401462449</c:v>
                </c:pt>
                <c:pt idx="7106">
                  <c:v>0.401665566</c:v>
                </c:pt>
                <c:pt idx="7107">
                  <c:v>0.401716346</c:v>
                </c:pt>
                <c:pt idx="7108">
                  <c:v>0.401716346</c:v>
                </c:pt>
                <c:pt idx="7109">
                  <c:v>0.401868684</c:v>
                </c:pt>
                <c:pt idx="7110">
                  <c:v>0.401868684</c:v>
                </c:pt>
                <c:pt idx="7111">
                  <c:v>0.401868684</c:v>
                </c:pt>
                <c:pt idx="7112">
                  <c:v>0.402071802</c:v>
                </c:pt>
                <c:pt idx="7113">
                  <c:v>0.402071802</c:v>
                </c:pt>
                <c:pt idx="7114">
                  <c:v>0.402224141</c:v>
                </c:pt>
                <c:pt idx="7115">
                  <c:v>0.402224141</c:v>
                </c:pt>
                <c:pt idx="7116">
                  <c:v>0.402325699</c:v>
                </c:pt>
                <c:pt idx="7117">
                  <c:v>0.402478038</c:v>
                </c:pt>
                <c:pt idx="7118">
                  <c:v>0.402478038</c:v>
                </c:pt>
                <c:pt idx="7119">
                  <c:v>0.402528817</c:v>
                </c:pt>
                <c:pt idx="7120">
                  <c:v>0.402630376</c:v>
                </c:pt>
                <c:pt idx="7121">
                  <c:v>0.402630376</c:v>
                </c:pt>
                <c:pt idx="7122">
                  <c:v>0.402782715</c:v>
                </c:pt>
                <c:pt idx="7123">
                  <c:v>0.402782715</c:v>
                </c:pt>
                <c:pt idx="7124">
                  <c:v>0.402833494</c:v>
                </c:pt>
                <c:pt idx="7125">
                  <c:v>0.402833494</c:v>
                </c:pt>
                <c:pt idx="7126">
                  <c:v>0.403036612</c:v>
                </c:pt>
                <c:pt idx="7127">
                  <c:v>0.403036612</c:v>
                </c:pt>
                <c:pt idx="7128">
                  <c:v>0.40318895</c:v>
                </c:pt>
                <c:pt idx="7129">
                  <c:v>0.40318895</c:v>
                </c:pt>
                <c:pt idx="7130">
                  <c:v>0.40323973</c:v>
                </c:pt>
                <c:pt idx="7131">
                  <c:v>0.40323973</c:v>
                </c:pt>
                <c:pt idx="7132">
                  <c:v>0.403290509</c:v>
                </c:pt>
                <c:pt idx="7133">
                  <c:v>0.403290509</c:v>
                </c:pt>
                <c:pt idx="7134">
                  <c:v>0.403493627</c:v>
                </c:pt>
                <c:pt idx="7135">
                  <c:v>0.403493627</c:v>
                </c:pt>
                <c:pt idx="7136">
                  <c:v>0.403544407</c:v>
                </c:pt>
                <c:pt idx="7137">
                  <c:v>0.403544407</c:v>
                </c:pt>
                <c:pt idx="7138">
                  <c:v>0.403899863</c:v>
                </c:pt>
                <c:pt idx="7139">
                  <c:v>0.403899863</c:v>
                </c:pt>
                <c:pt idx="7140">
                  <c:v>0.403899863</c:v>
                </c:pt>
                <c:pt idx="7141">
                  <c:v>0.404001422</c:v>
                </c:pt>
                <c:pt idx="7142">
                  <c:v>0.404001422</c:v>
                </c:pt>
                <c:pt idx="7143">
                  <c:v>0.404052201</c:v>
                </c:pt>
                <c:pt idx="7144">
                  <c:v>0.404052201</c:v>
                </c:pt>
                <c:pt idx="7145">
                  <c:v>0.404102981</c:v>
                </c:pt>
                <c:pt idx="7146">
                  <c:v>0.404102981</c:v>
                </c:pt>
                <c:pt idx="7147">
                  <c:v>0.40420454</c:v>
                </c:pt>
                <c:pt idx="7148">
                  <c:v>0.40420454</c:v>
                </c:pt>
                <c:pt idx="7149">
                  <c:v>0.404255319</c:v>
                </c:pt>
                <c:pt idx="7150">
                  <c:v>0.404255319</c:v>
                </c:pt>
                <c:pt idx="7151">
                  <c:v>0.404356878</c:v>
                </c:pt>
                <c:pt idx="7152">
                  <c:v>0.404509216</c:v>
                </c:pt>
                <c:pt idx="7153">
                  <c:v>0.404509216</c:v>
                </c:pt>
                <c:pt idx="7154">
                  <c:v>0.404661555</c:v>
                </c:pt>
                <c:pt idx="7155">
                  <c:v>0.404712334</c:v>
                </c:pt>
                <c:pt idx="7156">
                  <c:v>0.404712334</c:v>
                </c:pt>
                <c:pt idx="7157">
                  <c:v>0.404763114</c:v>
                </c:pt>
                <c:pt idx="7158">
                  <c:v>0.404763114</c:v>
                </c:pt>
                <c:pt idx="7159">
                  <c:v>0.404915452</c:v>
                </c:pt>
                <c:pt idx="7160">
                  <c:v>0.404915452</c:v>
                </c:pt>
                <c:pt idx="7161">
                  <c:v>0.405017011</c:v>
                </c:pt>
                <c:pt idx="7162">
                  <c:v>0.405017011</c:v>
                </c:pt>
                <c:pt idx="7163">
                  <c:v>0.40516935</c:v>
                </c:pt>
                <c:pt idx="7164">
                  <c:v>0.405372467</c:v>
                </c:pt>
                <c:pt idx="7165">
                  <c:v>0.405423247</c:v>
                </c:pt>
                <c:pt idx="7166">
                  <c:v>0.405423247</c:v>
                </c:pt>
                <c:pt idx="7167">
                  <c:v>0.405474026</c:v>
                </c:pt>
                <c:pt idx="7168">
                  <c:v>0.405575585</c:v>
                </c:pt>
                <c:pt idx="7169">
                  <c:v>0.405575585</c:v>
                </c:pt>
                <c:pt idx="7170">
                  <c:v>0.405626365</c:v>
                </c:pt>
                <c:pt idx="7171">
                  <c:v>0.405677144</c:v>
                </c:pt>
                <c:pt idx="7172">
                  <c:v>0.405727924</c:v>
                </c:pt>
                <c:pt idx="7173">
                  <c:v>0.405829483</c:v>
                </c:pt>
                <c:pt idx="7174">
                  <c:v>0.406134159</c:v>
                </c:pt>
                <c:pt idx="7175">
                  <c:v>0.406235718</c:v>
                </c:pt>
                <c:pt idx="7176">
                  <c:v>0.406235718</c:v>
                </c:pt>
                <c:pt idx="7177">
                  <c:v>0.406489616</c:v>
                </c:pt>
                <c:pt idx="7178">
                  <c:v>0.406591175</c:v>
                </c:pt>
                <c:pt idx="7179">
                  <c:v>0.406692733</c:v>
                </c:pt>
                <c:pt idx="7180">
                  <c:v>0.406794292</c:v>
                </c:pt>
                <c:pt idx="7181">
                  <c:v>0.406895851</c:v>
                </c:pt>
                <c:pt idx="7182">
                  <c:v>0.40704819</c:v>
                </c:pt>
                <c:pt idx="7183">
                  <c:v>0.40704819</c:v>
                </c:pt>
                <c:pt idx="7184">
                  <c:v>0.40704819</c:v>
                </c:pt>
                <c:pt idx="7185">
                  <c:v>0.407098969</c:v>
                </c:pt>
                <c:pt idx="7186">
                  <c:v>0.407098969</c:v>
                </c:pt>
                <c:pt idx="7187">
                  <c:v>0.407302087</c:v>
                </c:pt>
                <c:pt idx="7188">
                  <c:v>0.407302087</c:v>
                </c:pt>
                <c:pt idx="7189">
                  <c:v>0.407454425</c:v>
                </c:pt>
                <c:pt idx="7190">
                  <c:v>0.407454425</c:v>
                </c:pt>
                <c:pt idx="7191">
                  <c:v>0.407505205</c:v>
                </c:pt>
                <c:pt idx="7192">
                  <c:v>0.407505205</c:v>
                </c:pt>
                <c:pt idx="7193">
                  <c:v>0.407657543</c:v>
                </c:pt>
                <c:pt idx="7194">
                  <c:v>0.407657543</c:v>
                </c:pt>
                <c:pt idx="7195">
                  <c:v>0.40796222</c:v>
                </c:pt>
                <c:pt idx="7196">
                  <c:v>0.40796222</c:v>
                </c:pt>
                <c:pt idx="7197">
                  <c:v>0.408013</c:v>
                </c:pt>
                <c:pt idx="7198">
                  <c:v>0.408013</c:v>
                </c:pt>
                <c:pt idx="7199">
                  <c:v>0.408063779</c:v>
                </c:pt>
                <c:pt idx="7200">
                  <c:v>0.408063779</c:v>
                </c:pt>
                <c:pt idx="7201">
                  <c:v>0.408165338</c:v>
                </c:pt>
                <c:pt idx="7202">
                  <c:v>0.408165338</c:v>
                </c:pt>
                <c:pt idx="7203">
                  <c:v>0.408419235</c:v>
                </c:pt>
                <c:pt idx="7204">
                  <c:v>0.408419235</c:v>
                </c:pt>
                <c:pt idx="7205">
                  <c:v>0.408470015</c:v>
                </c:pt>
                <c:pt idx="7206">
                  <c:v>0.408470015</c:v>
                </c:pt>
                <c:pt idx="7207">
                  <c:v>0.408520794</c:v>
                </c:pt>
                <c:pt idx="7208">
                  <c:v>0.408520794</c:v>
                </c:pt>
                <c:pt idx="7209">
                  <c:v>0.408723912</c:v>
                </c:pt>
                <c:pt idx="7210">
                  <c:v>0.408723912</c:v>
                </c:pt>
                <c:pt idx="7211">
                  <c:v>0.40892703</c:v>
                </c:pt>
                <c:pt idx="7212">
                  <c:v>0.40892703</c:v>
                </c:pt>
                <c:pt idx="7213">
                  <c:v>0.408977809</c:v>
                </c:pt>
                <c:pt idx="7214">
                  <c:v>0.408977809</c:v>
                </c:pt>
                <c:pt idx="7215">
                  <c:v>0.409028589</c:v>
                </c:pt>
                <c:pt idx="7216">
                  <c:v>0.409231707</c:v>
                </c:pt>
                <c:pt idx="7217">
                  <c:v>0.409434825</c:v>
                </c:pt>
                <c:pt idx="7218">
                  <c:v>0.409434825</c:v>
                </c:pt>
                <c:pt idx="7219">
                  <c:v>0.409536383</c:v>
                </c:pt>
                <c:pt idx="7220">
                  <c:v>0.409536383</c:v>
                </c:pt>
                <c:pt idx="7221">
                  <c:v>0.409688722</c:v>
                </c:pt>
                <c:pt idx="7222">
                  <c:v>0.409688722</c:v>
                </c:pt>
                <c:pt idx="7223">
                  <c:v>0.409790281</c:v>
                </c:pt>
                <c:pt idx="7224">
                  <c:v>0.40984106</c:v>
                </c:pt>
                <c:pt idx="7225">
                  <c:v>0.40984106</c:v>
                </c:pt>
                <c:pt idx="7226">
                  <c:v>0.410044178</c:v>
                </c:pt>
                <c:pt idx="7227">
                  <c:v>0.410044178</c:v>
                </c:pt>
                <c:pt idx="7228">
                  <c:v>0.410094958</c:v>
                </c:pt>
                <c:pt idx="7229">
                  <c:v>0.410094958</c:v>
                </c:pt>
                <c:pt idx="7230">
                  <c:v>0.410247296</c:v>
                </c:pt>
                <c:pt idx="7231">
                  <c:v>0.410348855</c:v>
                </c:pt>
                <c:pt idx="7232">
                  <c:v>0.410450414</c:v>
                </c:pt>
                <c:pt idx="7233">
                  <c:v>0.410551973</c:v>
                </c:pt>
                <c:pt idx="7234">
                  <c:v>0.410602752</c:v>
                </c:pt>
                <c:pt idx="7235">
                  <c:v>0.410602752</c:v>
                </c:pt>
                <c:pt idx="7236">
                  <c:v>0.410704311</c:v>
                </c:pt>
                <c:pt idx="7237">
                  <c:v>0.41080587</c:v>
                </c:pt>
                <c:pt idx="7238">
                  <c:v>0.41080587</c:v>
                </c:pt>
                <c:pt idx="7239">
                  <c:v>0.411262885</c:v>
                </c:pt>
                <c:pt idx="7240">
                  <c:v>0.411262885</c:v>
                </c:pt>
                <c:pt idx="7241">
                  <c:v>0.411415224</c:v>
                </c:pt>
                <c:pt idx="7242">
                  <c:v>0.411415224</c:v>
                </c:pt>
                <c:pt idx="7243">
                  <c:v>0.411466003</c:v>
                </c:pt>
                <c:pt idx="7244">
                  <c:v>0.411567562</c:v>
                </c:pt>
                <c:pt idx="7245">
                  <c:v>0.411618342</c:v>
                </c:pt>
                <c:pt idx="7246">
                  <c:v>0.411872239</c:v>
                </c:pt>
                <c:pt idx="7247">
                  <c:v>0.411872239</c:v>
                </c:pt>
                <c:pt idx="7248">
                  <c:v>0.412227695</c:v>
                </c:pt>
                <c:pt idx="7249">
                  <c:v>0.412227695</c:v>
                </c:pt>
                <c:pt idx="7250">
                  <c:v>0.412583151</c:v>
                </c:pt>
                <c:pt idx="7251">
                  <c:v>0.413040167</c:v>
                </c:pt>
                <c:pt idx="7252">
                  <c:v>0.413040167</c:v>
                </c:pt>
                <c:pt idx="7253">
                  <c:v>0.413141725</c:v>
                </c:pt>
                <c:pt idx="7254">
                  <c:v>0.413141725</c:v>
                </c:pt>
                <c:pt idx="7255">
                  <c:v>0.413192505</c:v>
                </c:pt>
                <c:pt idx="7256">
                  <c:v>0.413192505</c:v>
                </c:pt>
                <c:pt idx="7257">
                  <c:v>0.413294064</c:v>
                </c:pt>
                <c:pt idx="7258">
                  <c:v>0.413294064</c:v>
                </c:pt>
                <c:pt idx="7259">
                  <c:v>0.413294064</c:v>
                </c:pt>
                <c:pt idx="7260">
                  <c:v>0.413395623</c:v>
                </c:pt>
                <c:pt idx="7261">
                  <c:v>0.413395623</c:v>
                </c:pt>
                <c:pt idx="7262">
                  <c:v>0.413395623</c:v>
                </c:pt>
                <c:pt idx="7263">
                  <c:v>0.413598741</c:v>
                </c:pt>
                <c:pt idx="7264">
                  <c:v>0.413598741</c:v>
                </c:pt>
                <c:pt idx="7265">
                  <c:v>0.41364952</c:v>
                </c:pt>
                <c:pt idx="7266">
                  <c:v>0.41364952</c:v>
                </c:pt>
                <c:pt idx="7267">
                  <c:v>0.413751079</c:v>
                </c:pt>
                <c:pt idx="7268">
                  <c:v>0.413852638</c:v>
                </c:pt>
                <c:pt idx="7269">
                  <c:v>0.413954197</c:v>
                </c:pt>
                <c:pt idx="7270">
                  <c:v>0.414055756</c:v>
                </c:pt>
                <c:pt idx="7271">
                  <c:v>0.414157315</c:v>
                </c:pt>
                <c:pt idx="7272">
                  <c:v>0.414309653</c:v>
                </c:pt>
                <c:pt idx="7273">
                  <c:v>0.414461992</c:v>
                </c:pt>
                <c:pt idx="7274">
                  <c:v>0.414461992</c:v>
                </c:pt>
                <c:pt idx="7275">
                  <c:v>0.414715889</c:v>
                </c:pt>
                <c:pt idx="7276">
                  <c:v>0.414715889</c:v>
                </c:pt>
                <c:pt idx="7277">
                  <c:v>0.414766668</c:v>
                </c:pt>
                <c:pt idx="7278">
                  <c:v>0.414766668</c:v>
                </c:pt>
                <c:pt idx="7279">
                  <c:v>0.414766668</c:v>
                </c:pt>
                <c:pt idx="7280">
                  <c:v>0.414919007</c:v>
                </c:pt>
                <c:pt idx="7281">
                  <c:v>0.414919007</c:v>
                </c:pt>
                <c:pt idx="7282">
                  <c:v>0.415223684</c:v>
                </c:pt>
                <c:pt idx="7283">
                  <c:v>0.415223684</c:v>
                </c:pt>
                <c:pt idx="7284">
                  <c:v>0.415325242</c:v>
                </c:pt>
                <c:pt idx="7285">
                  <c:v>0.415376022</c:v>
                </c:pt>
                <c:pt idx="7286">
                  <c:v>0.415477581</c:v>
                </c:pt>
                <c:pt idx="7287">
                  <c:v>0.41557914</c:v>
                </c:pt>
                <c:pt idx="7288">
                  <c:v>0.41557914</c:v>
                </c:pt>
                <c:pt idx="7289">
                  <c:v>0.41557914</c:v>
                </c:pt>
                <c:pt idx="7290">
                  <c:v>0.415680699</c:v>
                </c:pt>
                <c:pt idx="7291">
                  <c:v>0.415731478</c:v>
                </c:pt>
                <c:pt idx="7292">
                  <c:v>0.415731478</c:v>
                </c:pt>
                <c:pt idx="7293">
                  <c:v>0.415833037</c:v>
                </c:pt>
                <c:pt idx="7294">
                  <c:v>0.415833037</c:v>
                </c:pt>
                <c:pt idx="7295">
                  <c:v>0.415833037</c:v>
                </c:pt>
                <c:pt idx="7296">
                  <c:v>0.416290052</c:v>
                </c:pt>
                <c:pt idx="7297">
                  <c:v>0.416391611</c:v>
                </c:pt>
                <c:pt idx="7298">
                  <c:v>0.41649317</c:v>
                </c:pt>
                <c:pt idx="7299">
                  <c:v>0.41649317</c:v>
                </c:pt>
                <c:pt idx="7300">
                  <c:v>0.41654395</c:v>
                </c:pt>
                <c:pt idx="7301">
                  <c:v>0.41654395</c:v>
                </c:pt>
                <c:pt idx="7302">
                  <c:v>0.418168892</c:v>
                </c:pt>
                <c:pt idx="7303">
                  <c:v>0.418168892</c:v>
                </c:pt>
                <c:pt idx="7304">
                  <c:v>0.418219672</c:v>
                </c:pt>
                <c:pt idx="7305">
                  <c:v>0.418219672</c:v>
                </c:pt>
                <c:pt idx="7306">
                  <c:v>0.41837201</c:v>
                </c:pt>
                <c:pt idx="7307">
                  <c:v>0.41837201</c:v>
                </c:pt>
                <c:pt idx="7308">
                  <c:v>0.41837201</c:v>
                </c:pt>
                <c:pt idx="7309">
                  <c:v>0.418575128</c:v>
                </c:pt>
                <c:pt idx="7310">
                  <c:v>0.418575128</c:v>
                </c:pt>
                <c:pt idx="7311">
                  <c:v>0.418625908</c:v>
                </c:pt>
                <c:pt idx="7312">
                  <c:v>0.418625908</c:v>
                </c:pt>
                <c:pt idx="7313">
                  <c:v>0.418778246</c:v>
                </c:pt>
                <c:pt idx="7314">
                  <c:v>0.418981364</c:v>
                </c:pt>
                <c:pt idx="7315">
                  <c:v>0.418981364</c:v>
                </c:pt>
                <c:pt idx="7316">
                  <c:v>0.419184482</c:v>
                </c:pt>
                <c:pt idx="7317">
                  <c:v>0.419184482</c:v>
                </c:pt>
                <c:pt idx="7318">
                  <c:v>0.419489159</c:v>
                </c:pt>
                <c:pt idx="7319">
                  <c:v>0.419489159</c:v>
                </c:pt>
                <c:pt idx="7320">
                  <c:v>0.419641497</c:v>
                </c:pt>
                <c:pt idx="7321">
                  <c:v>0.419641497</c:v>
                </c:pt>
                <c:pt idx="7322">
                  <c:v>0.419895394</c:v>
                </c:pt>
                <c:pt idx="7323">
                  <c:v>0.419895394</c:v>
                </c:pt>
                <c:pt idx="7324">
                  <c:v>0.419946174</c:v>
                </c:pt>
                <c:pt idx="7325">
                  <c:v>0.419946174</c:v>
                </c:pt>
                <c:pt idx="7326">
                  <c:v>0.420047733</c:v>
                </c:pt>
                <c:pt idx="7327">
                  <c:v>0.420047733</c:v>
                </c:pt>
                <c:pt idx="7328">
                  <c:v>0.420098512</c:v>
                </c:pt>
                <c:pt idx="7329">
                  <c:v>0.420098512</c:v>
                </c:pt>
                <c:pt idx="7330">
                  <c:v>0.420149292</c:v>
                </c:pt>
                <c:pt idx="7331">
                  <c:v>0.420250851</c:v>
                </c:pt>
                <c:pt idx="7332">
                  <c:v>0.420250851</c:v>
                </c:pt>
                <c:pt idx="7333">
                  <c:v>0.420250851</c:v>
                </c:pt>
                <c:pt idx="7334">
                  <c:v>0.420250851</c:v>
                </c:pt>
                <c:pt idx="7335">
                  <c:v>0.42030163</c:v>
                </c:pt>
                <c:pt idx="7336">
                  <c:v>0.421317219</c:v>
                </c:pt>
                <c:pt idx="7337">
                  <c:v>0.421317219</c:v>
                </c:pt>
                <c:pt idx="7338">
                  <c:v>0.421418778</c:v>
                </c:pt>
                <c:pt idx="7339">
                  <c:v>0.421418778</c:v>
                </c:pt>
                <c:pt idx="7340">
                  <c:v>0.421672676</c:v>
                </c:pt>
                <c:pt idx="7341">
                  <c:v>0.421774234</c:v>
                </c:pt>
                <c:pt idx="7342">
                  <c:v>0.421825014</c:v>
                </c:pt>
                <c:pt idx="7343">
                  <c:v>0.421825014</c:v>
                </c:pt>
                <c:pt idx="7344">
                  <c:v>0.421926573</c:v>
                </c:pt>
                <c:pt idx="7345">
                  <c:v>0.422028132</c:v>
                </c:pt>
                <c:pt idx="7346">
                  <c:v>0.422028132</c:v>
                </c:pt>
                <c:pt idx="7347">
                  <c:v>0.422078911</c:v>
                </c:pt>
                <c:pt idx="7348">
                  <c:v>0.42218047</c:v>
                </c:pt>
                <c:pt idx="7349">
                  <c:v>0.422282029</c:v>
                </c:pt>
                <c:pt idx="7350">
                  <c:v>0.422282029</c:v>
                </c:pt>
                <c:pt idx="7351">
                  <c:v>0.422332809</c:v>
                </c:pt>
                <c:pt idx="7352">
                  <c:v>0.422332809</c:v>
                </c:pt>
                <c:pt idx="7353">
                  <c:v>0.422637485</c:v>
                </c:pt>
                <c:pt idx="7354">
                  <c:v>0.422637485</c:v>
                </c:pt>
                <c:pt idx="7355">
                  <c:v>0.422688265</c:v>
                </c:pt>
                <c:pt idx="7356">
                  <c:v>0.422688265</c:v>
                </c:pt>
                <c:pt idx="7357">
                  <c:v>0.422739044</c:v>
                </c:pt>
                <c:pt idx="7358">
                  <c:v>0.422840603</c:v>
                </c:pt>
                <c:pt idx="7359">
                  <c:v>0.422840603</c:v>
                </c:pt>
                <c:pt idx="7360">
                  <c:v>0.423094501</c:v>
                </c:pt>
                <c:pt idx="7361">
                  <c:v>0.42319606</c:v>
                </c:pt>
                <c:pt idx="7362">
                  <c:v>0.423500736</c:v>
                </c:pt>
                <c:pt idx="7363">
                  <c:v>0.423500736</c:v>
                </c:pt>
                <c:pt idx="7364">
                  <c:v>0.423602295</c:v>
                </c:pt>
                <c:pt idx="7365">
                  <c:v>0.423653075</c:v>
                </c:pt>
                <c:pt idx="7366">
                  <c:v>0.423653075</c:v>
                </c:pt>
                <c:pt idx="7367">
                  <c:v>0.423653075</c:v>
                </c:pt>
                <c:pt idx="7368">
                  <c:v>0.423653075</c:v>
                </c:pt>
                <c:pt idx="7369">
                  <c:v>0.423754634</c:v>
                </c:pt>
                <c:pt idx="7370">
                  <c:v>0.423754634</c:v>
                </c:pt>
                <c:pt idx="7371">
                  <c:v>0.423856193</c:v>
                </c:pt>
                <c:pt idx="7372">
                  <c:v>0.424008531</c:v>
                </c:pt>
                <c:pt idx="7373">
                  <c:v>0.42411009</c:v>
                </c:pt>
                <c:pt idx="7374">
                  <c:v>0.42411009</c:v>
                </c:pt>
                <c:pt idx="7375">
                  <c:v>0.424211649</c:v>
                </c:pt>
                <c:pt idx="7376">
                  <c:v>0.424211649</c:v>
                </c:pt>
                <c:pt idx="7377">
                  <c:v>0.424363987</c:v>
                </c:pt>
                <c:pt idx="7378">
                  <c:v>0.424363987</c:v>
                </c:pt>
                <c:pt idx="7379">
                  <c:v>0.424516326</c:v>
                </c:pt>
                <c:pt idx="7380">
                  <c:v>0.424617885</c:v>
                </c:pt>
                <c:pt idx="7381">
                  <c:v>0.424770223</c:v>
                </c:pt>
                <c:pt idx="7382">
                  <c:v>0.424770223</c:v>
                </c:pt>
                <c:pt idx="7383">
                  <c:v>0.425278018</c:v>
                </c:pt>
                <c:pt idx="7384">
                  <c:v>0.425278018</c:v>
                </c:pt>
                <c:pt idx="7385">
                  <c:v>0.425328797</c:v>
                </c:pt>
                <c:pt idx="7386">
                  <c:v>0.425328797</c:v>
                </c:pt>
                <c:pt idx="7387">
                  <c:v>0.425582694</c:v>
                </c:pt>
                <c:pt idx="7388">
                  <c:v>0.425582694</c:v>
                </c:pt>
                <c:pt idx="7389">
                  <c:v>0.425633474</c:v>
                </c:pt>
                <c:pt idx="7390">
                  <c:v>0.425633474</c:v>
                </c:pt>
                <c:pt idx="7391">
                  <c:v>0.425735033</c:v>
                </c:pt>
                <c:pt idx="7392">
                  <c:v>0.425785812</c:v>
                </c:pt>
                <c:pt idx="7393">
                  <c:v>0.425785812</c:v>
                </c:pt>
                <c:pt idx="7394">
                  <c:v>0.425785812</c:v>
                </c:pt>
                <c:pt idx="7395">
                  <c:v>0.426141268</c:v>
                </c:pt>
                <c:pt idx="7396">
                  <c:v>0.426141268</c:v>
                </c:pt>
                <c:pt idx="7397">
                  <c:v>0.426242827</c:v>
                </c:pt>
                <c:pt idx="7398">
                  <c:v>0.426242827</c:v>
                </c:pt>
                <c:pt idx="7399">
                  <c:v>0.426496725</c:v>
                </c:pt>
                <c:pt idx="7400">
                  <c:v>0.426496725</c:v>
                </c:pt>
                <c:pt idx="7401">
                  <c:v>0.426598284</c:v>
                </c:pt>
                <c:pt idx="7402">
                  <c:v>0.426598284</c:v>
                </c:pt>
                <c:pt idx="7403">
                  <c:v>0.42695374</c:v>
                </c:pt>
                <c:pt idx="7404">
                  <c:v>0.42695374</c:v>
                </c:pt>
                <c:pt idx="7405">
                  <c:v>0.427004519</c:v>
                </c:pt>
                <c:pt idx="7406">
                  <c:v>0.427004519</c:v>
                </c:pt>
                <c:pt idx="7407">
                  <c:v>0.427156858</c:v>
                </c:pt>
                <c:pt idx="7408">
                  <c:v>0.427156858</c:v>
                </c:pt>
                <c:pt idx="7409">
                  <c:v>0.427309196</c:v>
                </c:pt>
                <c:pt idx="7410">
                  <c:v>0.427309196</c:v>
                </c:pt>
                <c:pt idx="7411">
                  <c:v>0.427359976</c:v>
                </c:pt>
                <c:pt idx="7412">
                  <c:v>0.427461535</c:v>
                </c:pt>
                <c:pt idx="7413">
                  <c:v>0.427461535</c:v>
                </c:pt>
                <c:pt idx="7414">
                  <c:v>0.427563093</c:v>
                </c:pt>
                <c:pt idx="7415">
                  <c:v>0.427664652</c:v>
                </c:pt>
                <c:pt idx="7416">
                  <c:v>0.427664652</c:v>
                </c:pt>
                <c:pt idx="7417">
                  <c:v>0.427766211</c:v>
                </c:pt>
                <c:pt idx="7418">
                  <c:v>0.427766211</c:v>
                </c:pt>
                <c:pt idx="7419">
                  <c:v>0.427816991</c:v>
                </c:pt>
                <c:pt idx="7420">
                  <c:v>0.427816991</c:v>
                </c:pt>
                <c:pt idx="7421">
                  <c:v>0.42786777</c:v>
                </c:pt>
                <c:pt idx="7422">
                  <c:v>0.42786777</c:v>
                </c:pt>
                <c:pt idx="7423">
                  <c:v>0.42791855</c:v>
                </c:pt>
                <c:pt idx="7424">
                  <c:v>0.427969329</c:v>
                </c:pt>
                <c:pt idx="7425">
                  <c:v>0.427969329</c:v>
                </c:pt>
                <c:pt idx="7426">
                  <c:v>0.428070888</c:v>
                </c:pt>
                <c:pt idx="7427">
                  <c:v>0.428070888</c:v>
                </c:pt>
                <c:pt idx="7428">
                  <c:v>0.428121668</c:v>
                </c:pt>
                <c:pt idx="7429">
                  <c:v>0.428324785</c:v>
                </c:pt>
                <c:pt idx="7430">
                  <c:v>0.42883258</c:v>
                </c:pt>
                <c:pt idx="7431">
                  <c:v>0.42883258</c:v>
                </c:pt>
                <c:pt idx="7432">
                  <c:v>0.428984918</c:v>
                </c:pt>
                <c:pt idx="7433">
                  <c:v>0.428984918</c:v>
                </c:pt>
                <c:pt idx="7434">
                  <c:v>0.429035698</c:v>
                </c:pt>
                <c:pt idx="7435">
                  <c:v>0.429137257</c:v>
                </c:pt>
                <c:pt idx="7436">
                  <c:v>0.429238816</c:v>
                </c:pt>
                <c:pt idx="7437">
                  <c:v>0.429391154</c:v>
                </c:pt>
                <c:pt idx="7438">
                  <c:v>0.429391154</c:v>
                </c:pt>
                <c:pt idx="7439">
                  <c:v>0.429543493</c:v>
                </c:pt>
                <c:pt idx="7440">
                  <c:v>0.429543493</c:v>
                </c:pt>
                <c:pt idx="7441">
                  <c:v>0.430152846</c:v>
                </c:pt>
                <c:pt idx="7442">
                  <c:v>0.430305185</c:v>
                </c:pt>
                <c:pt idx="7443">
                  <c:v>0.430508302</c:v>
                </c:pt>
                <c:pt idx="7444">
                  <c:v>0.430508302</c:v>
                </c:pt>
                <c:pt idx="7445">
                  <c:v>0.43071142</c:v>
                </c:pt>
                <c:pt idx="7446">
                  <c:v>0.43071142</c:v>
                </c:pt>
                <c:pt idx="7447">
                  <c:v>0.430812979</c:v>
                </c:pt>
                <c:pt idx="7448">
                  <c:v>0.430812979</c:v>
                </c:pt>
                <c:pt idx="7449">
                  <c:v>0.430914538</c:v>
                </c:pt>
                <c:pt idx="7450">
                  <c:v>0.431016097</c:v>
                </c:pt>
                <c:pt idx="7451">
                  <c:v>0.431219215</c:v>
                </c:pt>
                <c:pt idx="7452">
                  <c:v>0.431269994</c:v>
                </c:pt>
                <c:pt idx="7453">
                  <c:v>0.431269994</c:v>
                </c:pt>
                <c:pt idx="7454">
                  <c:v>0.431422333</c:v>
                </c:pt>
                <c:pt idx="7455">
                  <c:v>0.431422333</c:v>
                </c:pt>
                <c:pt idx="7456">
                  <c:v>0.431473112</c:v>
                </c:pt>
                <c:pt idx="7457">
                  <c:v>0.431473112</c:v>
                </c:pt>
                <c:pt idx="7458">
                  <c:v>0.431523892</c:v>
                </c:pt>
                <c:pt idx="7459">
                  <c:v>0.431523892</c:v>
                </c:pt>
                <c:pt idx="7460">
                  <c:v>0.431574671</c:v>
                </c:pt>
                <c:pt idx="7461">
                  <c:v>0.431574671</c:v>
                </c:pt>
                <c:pt idx="7462">
                  <c:v>0.431625451</c:v>
                </c:pt>
                <c:pt idx="7463">
                  <c:v>0.431625451</c:v>
                </c:pt>
                <c:pt idx="7464">
                  <c:v>0.431930127</c:v>
                </c:pt>
                <c:pt idx="7465">
                  <c:v>0.431930127</c:v>
                </c:pt>
                <c:pt idx="7466">
                  <c:v>0.431980907</c:v>
                </c:pt>
                <c:pt idx="7467">
                  <c:v>0.431980907</c:v>
                </c:pt>
                <c:pt idx="7468">
                  <c:v>0.431980907</c:v>
                </c:pt>
                <c:pt idx="7469">
                  <c:v>0.432133245</c:v>
                </c:pt>
                <c:pt idx="7470">
                  <c:v>0.432336363</c:v>
                </c:pt>
                <c:pt idx="7471">
                  <c:v>0.432336363</c:v>
                </c:pt>
                <c:pt idx="7472">
                  <c:v>0.432387143</c:v>
                </c:pt>
                <c:pt idx="7473">
                  <c:v>0.432387143</c:v>
                </c:pt>
                <c:pt idx="7474">
                  <c:v>0.432488702</c:v>
                </c:pt>
                <c:pt idx="7475">
                  <c:v>0.432793378</c:v>
                </c:pt>
                <c:pt idx="7476">
                  <c:v>0.432793378</c:v>
                </c:pt>
                <c:pt idx="7477">
                  <c:v>0.432894937</c:v>
                </c:pt>
                <c:pt idx="7478">
                  <c:v>0.433098055</c:v>
                </c:pt>
                <c:pt idx="7479">
                  <c:v>0.433098055</c:v>
                </c:pt>
                <c:pt idx="7480">
                  <c:v>0.433301173</c:v>
                </c:pt>
                <c:pt idx="7481">
                  <c:v>0.433301173</c:v>
                </c:pt>
                <c:pt idx="7482">
                  <c:v>0.433351952</c:v>
                </c:pt>
                <c:pt idx="7483">
                  <c:v>0.433351952</c:v>
                </c:pt>
                <c:pt idx="7484">
                  <c:v>0.433504291</c:v>
                </c:pt>
                <c:pt idx="7485">
                  <c:v>0.433504291</c:v>
                </c:pt>
                <c:pt idx="7486">
                  <c:v>0.43360585</c:v>
                </c:pt>
                <c:pt idx="7487">
                  <c:v>0.433656629</c:v>
                </c:pt>
                <c:pt idx="7488">
                  <c:v>0.433656629</c:v>
                </c:pt>
                <c:pt idx="7489">
                  <c:v>0.433707409</c:v>
                </c:pt>
                <c:pt idx="7490">
                  <c:v>0.433707409</c:v>
                </c:pt>
                <c:pt idx="7491">
                  <c:v>0.433808968</c:v>
                </c:pt>
                <c:pt idx="7492">
                  <c:v>0.434012086</c:v>
                </c:pt>
                <c:pt idx="7493">
                  <c:v>0.434012086</c:v>
                </c:pt>
                <c:pt idx="7494">
                  <c:v>0.434062865</c:v>
                </c:pt>
                <c:pt idx="7495">
                  <c:v>0.434062865</c:v>
                </c:pt>
                <c:pt idx="7496">
                  <c:v>0.434164424</c:v>
                </c:pt>
                <c:pt idx="7497">
                  <c:v>0.434215203</c:v>
                </c:pt>
                <c:pt idx="7498">
                  <c:v>0.434469101</c:v>
                </c:pt>
                <c:pt idx="7499">
                  <c:v>0.43451988</c:v>
                </c:pt>
                <c:pt idx="7500">
                  <c:v>0.43451988</c:v>
                </c:pt>
                <c:pt idx="7501">
                  <c:v>0.434672219</c:v>
                </c:pt>
                <c:pt idx="7502">
                  <c:v>0.434875336</c:v>
                </c:pt>
                <c:pt idx="7503">
                  <c:v>0.434976895</c:v>
                </c:pt>
                <c:pt idx="7504">
                  <c:v>0.434976895</c:v>
                </c:pt>
                <c:pt idx="7505">
                  <c:v>0.434976895</c:v>
                </c:pt>
                <c:pt idx="7506">
                  <c:v>0.435332352</c:v>
                </c:pt>
                <c:pt idx="7507">
                  <c:v>0.435433911</c:v>
                </c:pt>
                <c:pt idx="7508">
                  <c:v>0.435433911</c:v>
                </c:pt>
                <c:pt idx="7509">
                  <c:v>0.43548469</c:v>
                </c:pt>
                <c:pt idx="7510">
                  <c:v>0.435687808</c:v>
                </c:pt>
                <c:pt idx="7511">
                  <c:v>0.435687808</c:v>
                </c:pt>
                <c:pt idx="7512">
                  <c:v>0.435789367</c:v>
                </c:pt>
                <c:pt idx="7513">
                  <c:v>0.435789367</c:v>
                </c:pt>
                <c:pt idx="7514">
                  <c:v>0.436094044</c:v>
                </c:pt>
                <c:pt idx="7515">
                  <c:v>0.436195602</c:v>
                </c:pt>
                <c:pt idx="7516">
                  <c:v>0.436246382</c:v>
                </c:pt>
                <c:pt idx="7517">
                  <c:v>0.436246382</c:v>
                </c:pt>
                <c:pt idx="7518">
                  <c:v>0.43639872</c:v>
                </c:pt>
                <c:pt idx="7519">
                  <c:v>0.43639872</c:v>
                </c:pt>
                <c:pt idx="7520">
                  <c:v>0.436551059</c:v>
                </c:pt>
                <c:pt idx="7521">
                  <c:v>0.436551059</c:v>
                </c:pt>
                <c:pt idx="7522">
                  <c:v>0.436601838</c:v>
                </c:pt>
                <c:pt idx="7523">
                  <c:v>0.436601838</c:v>
                </c:pt>
                <c:pt idx="7524">
                  <c:v>0.436703397</c:v>
                </c:pt>
                <c:pt idx="7525">
                  <c:v>0.436703397</c:v>
                </c:pt>
                <c:pt idx="7526">
                  <c:v>0.436703397</c:v>
                </c:pt>
                <c:pt idx="7527">
                  <c:v>0.436855736</c:v>
                </c:pt>
                <c:pt idx="7528">
                  <c:v>0.436855736</c:v>
                </c:pt>
                <c:pt idx="7529">
                  <c:v>0.436855736</c:v>
                </c:pt>
                <c:pt idx="7530">
                  <c:v>0.436855736</c:v>
                </c:pt>
                <c:pt idx="7531">
                  <c:v>0.436957294</c:v>
                </c:pt>
                <c:pt idx="7532">
                  <c:v>0.437312751</c:v>
                </c:pt>
                <c:pt idx="7533">
                  <c:v>0.43741431</c:v>
                </c:pt>
                <c:pt idx="7534">
                  <c:v>0.437566648</c:v>
                </c:pt>
                <c:pt idx="7535">
                  <c:v>0.437566648</c:v>
                </c:pt>
                <c:pt idx="7536">
                  <c:v>0.437617428</c:v>
                </c:pt>
                <c:pt idx="7537">
                  <c:v>0.437617428</c:v>
                </c:pt>
                <c:pt idx="7538">
                  <c:v>0.437668207</c:v>
                </c:pt>
                <c:pt idx="7539">
                  <c:v>0.437668207</c:v>
                </c:pt>
                <c:pt idx="7540">
                  <c:v>0.437718986</c:v>
                </c:pt>
                <c:pt idx="7541">
                  <c:v>0.438023663</c:v>
                </c:pt>
                <c:pt idx="7542">
                  <c:v>0.438176002</c:v>
                </c:pt>
                <c:pt idx="7543">
                  <c:v>0.438277561</c:v>
                </c:pt>
                <c:pt idx="7544">
                  <c:v>0.43832834</c:v>
                </c:pt>
                <c:pt idx="7545">
                  <c:v>0.43832834</c:v>
                </c:pt>
                <c:pt idx="7546">
                  <c:v>0.438379119</c:v>
                </c:pt>
                <c:pt idx="7547">
                  <c:v>0.438379119</c:v>
                </c:pt>
                <c:pt idx="7548">
                  <c:v>0.438480678</c:v>
                </c:pt>
                <c:pt idx="7549">
                  <c:v>0.438480678</c:v>
                </c:pt>
                <c:pt idx="7550">
                  <c:v>0.438531458</c:v>
                </c:pt>
                <c:pt idx="7551">
                  <c:v>0.438633017</c:v>
                </c:pt>
                <c:pt idx="7552">
                  <c:v>0.438785355</c:v>
                </c:pt>
                <c:pt idx="7553">
                  <c:v>0.438785355</c:v>
                </c:pt>
                <c:pt idx="7554">
                  <c:v>0.438836135</c:v>
                </c:pt>
                <c:pt idx="7555">
                  <c:v>0.438937694</c:v>
                </c:pt>
                <c:pt idx="7556">
                  <c:v>0.438937694</c:v>
                </c:pt>
                <c:pt idx="7557">
                  <c:v>0.439090032</c:v>
                </c:pt>
                <c:pt idx="7558">
                  <c:v>0.439090032</c:v>
                </c:pt>
                <c:pt idx="7559">
                  <c:v>0.439090032</c:v>
                </c:pt>
                <c:pt idx="7560">
                  <c:v>0.439191591</c:v>
                </c:pt>
                <c:pt idx="7561">
                  <c:v>0.439191591</c:v>
                </c:pt>
                <c:pt idx="7562">
                  <c:v>0.439191591</c:v>
                </c:pt>
                <c:pt idx="7563">
                  <c:v>0.43929315</c:v>
                </c:pt>
                <c:pt idx="7564">
                  <c:v>0.439343929</c:v>
                </c:pt>
                <c:pt idx="7565">
                  <c:v>0.439343929</c:v>
                </c:pt>
                <c:pt idx="7566">
                  <c:v>0.439496268</c:v>
                </c:pt>
                <c:pt idx="7567">
                  <c:v>0.439496268</c:v>
                </c:pt>
                <c:pt idx="7568">
                  <c:v>0.439597827</c:v>
                </c:pt>
                <c:pt idx="7569">
                  <c:v>0.439597827</c:v>
                </c:pt>
                <c:pt idx="7570">
                  <c:v>0.439750165</c:v>
                </c:pt>
                <c:pt idx="7571">
                  <c:v>0.439750165</c:v>
                </c:pt>
                <c:pt idx="7572">
                  <c:v>0.439953283</c:v>
                </c:pt>
                <c:pt idx="7573">
                  <c:v>0.439953283</c:v>
                </c:pt>
                <c:pt idx="7574">
                  <c:v>0.439953283</c:v>
                </c:pt>
                <c:pt idx="7575">
                  <c:v>0.440004062</c:v>
                </c:pt>
                <c:pt idx="7576">
                  <c:v>0.440004062</c:v>
                </c:pt>
                <c:pt idx="7577">
                  <c:v>0.440054842</c:v>
                </c:pt>
                <c:pt idx="7578">
                  <c:v>0.440054842</c:v>
                </c:pt>
                <c:pt idx="7579">
                  <c:v>0.44025796</c:v>
                </c:pt>
                <c:pt idx="7580">
                  <c:v>0.44025796</c:v>
                </c:pt>
                <c:pt idx="7581">
                  <c:v>0.440308739</c:v>
                </c:pt>
                <c:pt idx="7582">
                  <c:v>0.440308739</c:v>
                </c:pt>
                <c:pt idx="7583">
                  <c:v>0.440714975</c:v>
                </c:pt>
                <c:pt idx="7584">
                  <c:v>0.441882903</c:v>
                </c:pt>
                <c:pt idx="7585">
                  <c:v>0.442441477</c:v>
                </c:pt>
                <c:pt idx="7586">
                  <c:v>0.442492256</c:v>
                </c:pt>
                <c:pt idx="7587">
                  <c:v>0.442492256</c:v>
                </c:pt>
                <c:pt idx="7588">
                  <c:v>0.442543036</c:v>
                </c:pt>
                <c:pt idx="7589">
                  <c:v>0.442543036</c:v>
                </c:pt>
                <c:pt idx="7590">
                  <c:v>0.442746153</c:v>
                </c:pt>
                <c:pt idx="7591">
                  <c:v>0.442746153</c:v>
                </c:pt>
                <c:pt idx="7592">
                  <c:v>0.442746153</c:v>
                </c:pt>
                <c:pt idx="7593">
                  <c:v>0.442898492</c:v>
                </c:pt>
                <c:pt idx="7594">
                  <c:v>0.442898492</c:v>
                </c:pt>
                <c:pt idx="7595">
                  <c:v>0.443000051</c:v>
                </c:pt>
                <c:pt idx="7596">
                  <c:v>0.443000051</c:v>
                </c:pt>
                <c:pt idx="7597">
                  <c:v>0.443152389</c:v>
                </c:pt>
                <c:pt idx="7598">
                  <c:v>0.443152389</c:v>
                </c:pt>
                <c:pt idx="7599">
                  <c:v>0.443203169</c:v>
                </c:pt>
                <c:pt idx="7600">
                  <c:v>0.443304728</c:v>
                </c:pt>
                <c:pt idx="7601">
                  <c:v>0.443355507</c:v>
                </c:pt>
                <c:pt idx="7602">
                  <c:v>0.443355507</c:v>
                </c:pt>
                <c:pt idx="7603">
                  <c:v>0.443406286</c:v>
                </c:pt>
                <c:pt idx="7604">
                  <c:v>0.443406286</c:v>
                </c:pt>
                <c:pt idx="7605">
                  <c:v>0.443457066</c:v>
                </c:pt>
                <c:pt idx="7606">
                  <c:v>0.443457066</c:v>
                </c:pt>
                <c:pt idx="7607">
                  <c:v>0.443507845</c:v>
                </c:pt>
                <c:pt idx="7608">
                  <c:v>0.443507845</c:v>
                </c:pt>
                <c:pt idx="7609">
                  <c:v>0.444269537</c:v>
                </c:pt>
                <c:pt idx="7610">
                  <c:v>0.444269537</c:v>
                </c:pt>
                <c:pt idx="7611">
                  <c:v>0.444320317</c:v>
                </c:pt>
                <c:pt idx="7612">
                  <c:v>0.444320317</c:v>
                </c:pt>
                <c:pt idx="7613">
                  <c:v>0.444371096</c:v>
                </c:pt>
                <c:pt idx="7614">
                  <c:v>0.444371096</c:v>
                </c:pt>
                <c:pt idx="7615">
                  <c:v>0.444523435</c:v>
                </c:pt>
                <c:pt idx="7616">
                  <c:v>0.444523435</c:v>
                </c:pt>
                <c:pt idx="7617">
                  <c:v>0.444574214</c:v>
                </c:pt>
                <c:pt idx="7618">
                  <c:v>0.444574214</c:v>
                </c:pt>
                <c:pt idx="7619">
                  <c:v>0.445082009</c:v>
                </c:pt>
                <c:pt idx="7620">
                  <c:v>0.445082009</c:v>
                </c:pt>
                <c:pt idx="7621">
                  <c:v>0.445132788</c:v>
                </c:pt>
                <c:pt idx="7622">
                  <c:v>0.445132788</c:v>
                </c:pt>
                <c:pt idx="7623">
                  <c:v>0.445335906</c:v>
                </c:pt>
                <c:pt idx="7624">
                  <c:v>0.445335906</c:v>
                </c:pt>
                <c:pt idx="7625">
                  <c:v>0.445589803</c:v>
                </c:pt>
                <c:pt idx="7626">
                  <c:v>0.445589803</c:v>
                </c:pt>
                <c:pt idx="7627">
                  <c:v>0.445691362</c:v>
                </c:pt>
                <c:pt idx="7628">
                  <c:v>0.445792921</c:v>
                </c:pt>
                <c:pt idx="7629">
                  <c:v>0.445792921</c:v>
                </c:pt>
                <c:pt idx="7630">
                  <c:v>0.445843701</c:v>
                </c:pt>
                <c:pt idx="7631">
                  <c:v>0.445843701</c:v>
                </c:pt>
                <c:pt idx="7632">
                  <c:v>0.44589448</c:v>
                </c:pt>
                <c:pt idx="7633">
                  <c:v>0.44594526</c:v>
                </c:pt>
                <c:pt idx="7634">
                  <c:v>0.446148378</c:v>
                </c:pt>
                <c:pt idx="7635">
                  <c:v>0.446249937</c:v>
                </c:pt>
                <c:pt idx="7636">
                  <c:v>0.446656172</c:v>
                </c:pt>
                <c:pt idx="7637">
                  <c:v>0.446757731</c:v>
                </c:pt>
                <c:pt idx="7638">
                  <c:v>0.446757731</c:v>
                </c:pt>
                <c:pt idx="7639">
                  <c:v>0.447062408</c:v>
                </c:pt>
                <c:pt idx="7640">
                  <c:v>0.447062408</c:v>
                </c:pt>
                <c:pt idx="7641">
                  <c:v>0.44878891</c:v>
                </c:pt>
                <c:pt idx="7642">
                  <c:v>0.448890469</c:v>
                </c:pt>
                <c:pt idx="7643">
                  <c:v>0.448890469</c:v>
                </c:pt>
                <c:pt idx="7644">
                  <c:v>0.448941248</c:v>
                </c:pt>
                <c:pt idx="7645">
                  <c:v>0.448941248</c:v>
                </c:pt>
                <c:pt idx="7646">
                  <c:v>0.449042807</c:v>
                </c:pt>
                <c:pt idx="7647">
                  <c:v>0.449042807</c:v>
                </c:pt>
                <c:pt idx="7648">
                  <c:v>0.449398263</c:v>
                </c:pt>
                <c:pt idx="7649">
                  <c:v>0.449398263</c:v>
                </c:pt>
                <c:pt idx="7650">
                  <c:v>0.449601381</c:v>
                </c:pt>
                <c:pt idx="7651">
                  <c:v>0.449601381</c:v>
                </c:pt>
                <c:pt idx="7652">
                  <c:v>0.44970294</c:v>
                </c:pt>
                <c:pt idx="7653">
                  <c:v>0.44970294</c:v>
                </c:pt>
                <c:pt idx="7654">
                  <c:v>0.449906058</c:v>
                </c:pt>
                <c:pt idx="7655">
                  <c:v>0.450007617</c:v>
                </c:pt>
                <c:pt idx="7656">
                  <c:v>0.450058396</c:v>
                </c:pt>
                <c:pt idx="7657">
                  <c:v>0.450058396</c:v>
                </c:pt>
                <c:pt idx="7658">
                  <c:v>0.450210735</c:v>
                </c:pt>
                <c:pt idx="7659">
                  <c:v>0.450210735</c:v>
                </c:pt>
                <c:pt idx="7660">
                  <c:v>0.450363073</c:v>
                </c:pt>
                <c:pt idx="7661">
                  <c:v>0.450363073</c:v>
                </c:pt>
                <c:pt idx="7662">
                  <c:v>0.45061697</c:v>
                </c:pt>
                <c:pt idx="7663">
                  <c:v>0.45061697</c:v>
                </c:pt>
                <c:pt idx="7664">
                  <c:v>0.450769309</c:v>
                </c:pt>
                <c:pt idx="7665">
                  <c:v>0.450769309</c:v>
                </c:pt>
                <c:pt idx="7666">
                  <c:v>0.450820088</c:v>
                </c:pt>
                <c:pt idx="7667">
                  <c:v>0.450870868</c:v>
                </c:pt>
                <c:pt idx="7668">
                  <c:v>0.450921647</c:v>
                </c:pt>
                <c:pt idx="7669">
                  <c:v>0.450921647</c:v>
                </c:pt>
                <c:pt idx="7670">
                  <c:v>0.451277104</c:v>
                </c:pt>
                <c:pt idx="7671">
                  <c:v>0.451277104</c:v>
                </c:pt>
                <c:pt idx="7672">
                  <c:v>0.451378662</c:v>
                </c:pt>
                <c:pt idx="7673">
                  <c:v>0.451378662</c:v>
                </c:pt>
                <c:pt idx="7674">
                  <c:v>0.451480221</c:v>
                </c:pt>
                <c:pt idx="7675">
                  <c:v>0.451480221</c:v>
                </c:pt>
                <c:pt idx="7676">
                  <c:v>0.45158178</c:v>
                </c:pt>
                <c:pt idx="7677">
                  <c:v>0.45158178</c:v>
                </c:pt>
                <c:pt idx="7678">
                  <c:v>0.45163256</c:v>
                </c:pt>
                <c:pt idx="7679">
                  <c:v>0.45163256</c:v>
                </c:pt>
                <c:pt idx="7680">
                  <c:v>0.451683339</c:v>
                </c:pt>
                <c:pt idx="7681">
                  <c:v>0.451683339</c:v>
                </c:pt>
                <c:pt idx="7682">
                  <c:v>0.451886457</c:v>
                </c:pt>
                <c:pt idx="7683">
                  <c:v>0.451988016</c:v>
                </c:pt>
                <c:pt idx="7684">
                  <c:v>0.452038796</c:v>
                </c:pt>
                <c:pt idx="7685">
                  <c:v>0.452038796</c:v>
                </c:pt>
                <c:pt idx="7686">
                  <c:v>0.452140354</c:v>
                </c:pt>
                <c:pt idx="7687">
                  <c:v>0.452140354</c:v>
                </c:pt>
                <c:pt idx="7688">
                  <c:v>0.452241913</c:v>
                </c:pt>
                <c:pt idx="7689">
                  <c:v>0.452241913</c:v>
                </c:pt>
                <c:pt idx="7690">
                  <c:v>0.452292693</c:v>
                </c:pt>
                <c:pt idx="7691">
                  <c:v>0.452292693</c:v>
                </c:pt>
                <c:pt idx="7692">
                  <c:v>0.452495811</c:v>
                </c:pt>
                <c:pt idx="7693">
                  <c:v>0.452495811</c:v>
                </c:pt>
                <c:pt idx="7694">
                  <c:v>0.452495811</c:v>
                </c:pt>
                <c:pt idx="7695">
                  <c:v>0.45259737</c:v>
                </c:pt>
                <c:pt idx="7696">
                  <c:v>0.452648149</c:v>
                </c:pt>
                <c:pt idx="7697">
                  <c:v>0.452648149</c:v>
                </c:pt>
                <c:pt idx="7698">
                  <c:v>0.452749708</c:v>
                </c:pt>
                <c:pt idx="7699">
                  <c:v>0.452749708</c:v>
                </c:pt>
                <c:pt idx="7700">
                  <c:v>0.452902046</c:v>
                </c:pt>
                <c:pt idx="7701">
                  <c:v>0.453105164</c:v>
                </c:pt>
                <c:pt idx="7702">
                  <c:v>0.453105164</c:v>
                </c:pt>
                <c:pt idx="7703">
                  <c:v>0.453409841</c:v>
                </c:pt>
                <c:pt idx="7704">
                  <c:v>0.453409841</c:v>
                </c:pt>
                <c:pt idx="7705">
                  <c:v>0.4535114</c:v>
                </c:pt>
                <c:pt idx="7706">
                  <c:v>0.4535114</c:v>
                </c:pt>
                <c:pt idx="7707">
                  <c:v>0.453714518</c:v>
                </c:pt>
                <c:pt idx="7708">
                  <c:v>0.453714518</c:v>
                </c:pt>
                <c:pt idx="7709">
                  <c:v>0.453816077</c:v>
                </c:pt>
                <c:pt idx="7710">
                  <c:v>0.453968415</c:v>
                </c:pt>
                <c:pt idx="7711">
                  <c:v>0.453968415</c:v>
                </c:pt>
                <c:pt idx="7712">
                  <c:v>0.454069974</c:v>
                </c:pt>
                <c:pt idx="7713">
                  <c:v>0.454069974</c:v>
                </c:pt>
                <c:pt idx="7714">
                  <c:v>0.454171533</c:v>
                </c:pt>
                <c:pt idx="7715">
                  <c:v>0.454222312</c:v>
                </c:pt>
                <c:pt idx="7716">
                  <c:v>0.454374651</c:v>
                </c:pt>
                <c:pt idx="7717">
                  <c:v>0.45447621</c:v>
                </c:pt>
                <c:pt idx="7718">
                  <c:v>0.45447621</c:v>
                </c:pt>
                <c:pt idx="7719">
                  <c:v>0.454577769</c:v>
                </c:pt>
                <c:pt idx="7720">
                  <c:v>0.454679328</c:v>
                </c:pt>
                <c:pt idx="7721">
                  <c:v>0.454780887</c:v>
                </c:pt>
                <c:pt idx="7722">
                  <c:v>0.454780887</c:v>
                </c:pt>
                <c:pt idx="7723">
                  <c:v>0.454882446</c:v>
                </c:pt>
                <c:pt idx="7724">
                  <c:v>0.454984004</c:v>
                </c:pt>
                <c:pt idx="7725">
                  <c:v>0.455034784</c:v>
                </c:pt>
                <c:pt idx="7726">
                  <c:v>0.455034784</c:v>
                </c:pt>
                <c:pt idx="7727">
                  <c:v>0.455085563</c:v>
                </c:pt>
                <c:pt idx="7728">
                  <c:v>0.455187122</c:v>
                </c:pt>
                <c:pt idx="7729">
                  <c:v>0.455288681</c:v>
                </c:pt>
                <c:pt idx="7730">
                  <c:v>0.455288681</c:v>
                </c:pt>
                <c:pt idx="7731">
                  <c:v>0.455339461</c:v>
                </c:pt>
                <c:pt idx="7732">
                  <c:v>0.455339461</c:v>
                </c:pt>
                <c:pt idx="7733">
                  <c:v>0.455491799</c:v>
                </c:pt>
                <c:pt idx="7734">
                  <c:v>0.455593358</c:v>
                </c:pt>
                <c:pt idx="7735">
                  <c:v>0.455745696</c:v>
                </c:pt>
                <c:pt idx="7736">
                  <c:v>0.455745696</c:v>
                </c:pt>
                <c:pt idx="7737">
                  <c:v>0.455796476</c:v>
                </c:pt>
                <c:pt idx="7738">
                  <c:v>0.455898035</c:v>
                </c:pt>
                <c:pt idx="7739">
                  <c:v>0.455948814</c:v>
                </c:pt>
                <c:pt idx="7740">
                  <c:v>0.455948814</c:v>
                </c:pt>
                <c:pt idx="7741">
                  <c:v>0.456050373</c:v>
                </c:pt>
                <c:pt idx="7742">
                  <c:v>0.456050373</c:v>
                </c:pt>
                <c:pt idx="7743">
                  <c:v>0.456151932</c:v>
                </c:pt>
                <c:pt idx="7744">
                  <c:v>0.456151932</c:v>
                </c:pt>
                <c:pt idx="7745">
                  <c:v>0.456507388</c:v>
                </c:pt>
                <c:pt idx="7746">
                  <c:v>0.456507388</c:v>
                </c:pt>
                <c:pt idx="7747">
                  <c:v>0.456761286</c:v>
                </c:pt>
                <c:pt idx="7748">
                  <c:v>0.456761286</c:v>
                </c:pt>
                <c:pt idx="7749">
                  <c:v>0.456761286</c:v>
                </c:pt>
                <c:pt idx="7750">
                  <c:v>0.457015183</c:v>
                </c:pt>
                <c:pt idx="7751">
                  <c:v>0.457116742</c:v>
                </c:pt>
                <c:pt idx="7752">
                  <c:v>0.45731986</c:v>
                </c:pt>
                <c:pt idx="7753">
                  <c:v>0.45731986</c:v>
                </c:pt>
                <c:pt idx="7754">
                  <c:v>0.457421419</c:v>
                </c:pt>
                <c:pt idx="7755">
                  <c:v>0.457624537</c:v>
                </c:pt>
                <c:pt idx="7756">
                  <c:v>0.457827654</c:v>
                </c:pt>
                <c:pt idx="7757">
                  <c:v>0.458132331</c:v>
                </c:pt>
                <c:pt idx="7758">
                  <c:v>0.458132331</c:v>
                </c:pt>
                <c:pt idx="7759">
                  <c:v>0.458183111</c:v>
                </c:pt>
                <c:pt idx="7760">
                  <c:v>0.458183111</c:v>
                </c:pt>
                <c:pt idx="7761">
                  <c:v>0.458335449</c:v>
                </c:pt>
                <c:pt idx="7762">
                  <c:v>0.458335449</c:v>
                </c:pt>
                <c:pt idx="7763">
                  <c:v>0.458386229</c:v>
                </c:pt>
                <c:pt idx="7764">
                  <c:v>0.458386229</c:v>
                </c:pt>
                <c:pt idx="7765">
                  <c:v>0.458437008</c:v>
                </c:pt>
                <c:pt idx="7766">
                  <c:v>0.458589346</c:v>
                </c:pt>
                <c:pt idx="7767">
                  <c:v>0.458589346</c:v>
                </c:pt>
                <c:pt idx="7768">
                  <c:v>0.458792464</c:v>
                </c:pt>
                <c:pt idx="7769">
                  <c:v>0.459401818</c:v>
                </c:pt>
                <c:pt idx="7770">
                  <c:v>0.459401818</c:v>
                </c:pt>
                <c:pt idx="7771">
                  <c:v>0.459452597</c:v>
                </c:pt>
                <c:pt idx="7772">
                  <c:v>0.459452597</c:v>
                </c:pt>
                <c:pt idx="7773">
                  <c:v>0.459503377</c:v>
                </c:pt>
                <c:pt idx="7774">
                  <c:v>0.459503377</c:v>
                </c:pt>
                <c:pt idx="7775">
                  <c:v>0.459655715</c:v>
                </c:pt>
                <c:pt idx="7776">
                  <c:v>0.459655715</c:v>
                </c:pt>
                <c:pt idx="7777">
                  <c:v>0.459655715</c:v>
                </c:pt>
                <c:pt idx="7778">
                  <c:v>0.459757274</c:v>
                </c:pt>
                <c:pt idx="7779">
                  <c:v>0.459858833</c:v>
                </c:pt>
                <c:pt idx="7780">
                  <c:v>0.459858833</c:v>
                </c:pt>
                <c:pt idx="7781">
                  <c:v>0.459909613</c:v>
                </c:pt>
                <c:pt idx="7782">
                  <c:v>0.460315848</c:v>
                </c:pt>
                <c:pt idx="7783">
                  <c:v>0.460315848</c:v>
                </c:pt>
                <c:pt idx="7784">
                  <c:v>0.460671305</c:v>
                </c:pt>
                <c:pt idx="7785">
                  <c:v>0.460671305</c:v>
                </c:pt>
                <c:pt idx="7786">
                  <c:v>0.460772863</c:v>
                </c:pt>
                <c:pt idx="7787">
                  <c:v>0.460925202</c:v>
                </c:pt>
                <c:pt idx="7788">
                  <c:v>0.460975981</c:v>
                </c:pt>
                <c:pt idx="7789">
                  <c:v>0.460975981</c:v>
                </c:pt>
                <c:pt idx="7790">
                  <c:v>0.460975981</c:v>
                </c:pt>
                <c:pt idx="7791">
                  <c:v>0.46107754</c:v>
                </c:pt>
                <c:pt idx="7792">
                  <c:v>0.461179099</c:v>
                </c:pt>
                <c:pt idx="7793">
                  <c:v>0.461179099</c:v>
                </c:pt>
                <c:pt idx="7794">
                  <c:v>0.461382217</c:v>
                </c:pt>
                <c:pt idx="7795">
                  <c:v>0.461483776</c:v>
                </c:pt>
                <c:pt idx="7796">
                  <c:v>0.461585335</c:v>
                </c:pt>
                <c:pt idx="7797">
                  <c:v>0.461585335</c:v>
                </c:pt>
                <c:pt idx="7798">
                  <c:v>0.461737673</c:v>
                </c:pt>
                <c:pt idx="7799">
                  <c:v>0.461890012</c:v>
                </c:pt>
                <c:pt idx="7800">
                  <c:v>0.461940791</c:v>
                </c:pt>
                <c:pt idx="7801">
                  <c:v>0.461991571</c:v>
                </c:pt>
                <c:pt idx="7802">
                  <c:v>0.46209313</c:v>
                </c:pt>
                <c:pt idx="7803">
                  <c:v>0.46209313</c:v>
                </c:pt>
                <c:pt idx="7804">
                  <c:v>0.462245468</c:v>
                </c:pt>
                <c:pt idx="7805">
                  <c:v>0.462245468</c:v>
                </c:pt>
                <c:pt idx="7806">
                  <c:v>0.462550145</c:v>
                </c:pt>
                <c:pt idx="7807">
                  <c:v>0.462550145</c:v>
                </c:pt>
                <c:pt idx="7808">
                  <c:v>0.462600924</c:v>
                </c:pt>
                <c:pt idx="7809">
                  <c:v>0.462600924</c:v>
                </c:pt>
                <c:pt idx="7810">
                  <c:v>0.462702483</c:v>
                </c:pt>
                <c:pt idx="7811">
                  <c:v>0.462753263</c:v>
                </c:pt>
                <c:pt idx="7812">
                  <c:v>0.462753263</c:v>
                </c:pt>
                <c:pt idx="7813">
                  <c:v>0.462753263</c:v>
                </c:pt>
                <c:pt idx="7814">
                  <c:v>0.462753263</c:v>
                </c:pt>
                <c:pt idx="7815">
                  <c:v>0.462854822</c:v>
                </c:pt>
                <c:pt idx="7816">
                  <c:v>0.462854822</c:v>
                </c:pt>
                <c:pt idx="7817">
                  <c:v>0.462905601</c:v>
                </c:pt>
                <c:pt idx="7818">
                  <c:v>0.462905601</c:v>
                </c:pt>
                <c:pt idx="7819">
                  <c:v>0.46295638</c:v>
                </c:pt>
                <c:pt idx="7820">
                  <c:v>0.46295638</c:v>
                </c:pt>
                <c:pt idx="7821">
                  <c:v>0.463057939</c:v>
                </c:pt>
                <c:pt idx="7822">
                  <c:v>0.463057939</c:v>
                </c:pt>
                <c:pt idx="7823">
                  <c:v>0.463210278</c:v>
                </c:pt>
                <c:pt idx="7824">
                  <c:v>0.463210278</c:v>
                </c:pt>
                <c:pt idx="7825">
                  <c:v>0.463261057</c:v>
                </c:pt>
                <c:pt idx="7826">
                  <c:v>0.463261057</c:v>
                </c:pt>
                <c:pt idx="7827">
                  <c:v>0.463311837</c:v>
                </c:pt>
                <c:pt idx="7828">
                  <c:v>0.463311837</c:v>
                </c:pt>
                <c:pt idx="7829">
                  <c:v>0.463362616</c:v>
                </c:pt>
                <c:pt idx="7830">
                  <c:v>0.463362616</c:v>
                </c:pt>
                <c:pt idx="7831">
                  <c:v>0.463413396</c:v>
                </c:pt>
                <c:pt idx="7832">
                  <c:v>0.463616513</c:v>
                </c:pt>
                <c:pt idx="7833">
                  <c:v>0.463667293</c:v>
                </c:pt>
                <c:pt idx="7834">
                  <c:v>0.463667293</c:v>
                </c:pt>
                <c:pt idx="7835">
                  <c:v>0.463718072</c:v>
                </c:pt>
                <c:pt idx="7836">
                  <c:v>0.463718072</c:v>
                </c:pt>
                <c:pt idx="7837">
                  <c:v>0.463819631</c:v>
                </c:pt>
                <c:pt idx="7838">
                  <c:v>0.46392119</c:v>
                </c:pt>
                <c:pt idx="7839">
                  <c:v>0.46392119</c:v>
                </c:pt>
                <c:pt idx="7840">
                  <c:v>0.464022749</c:v>
                </c:pt>
                <c:pt idx="7841">
                  <c:v>0.464327426</c:v>
                </c:pt>
                <c:pt idx="7842">
                  <c:v>0.464327426</c:v>
                </c:pt>
                <c:pt idx="7843">
                  <c:v>0.464327426</c:v>
                </c:pt>
                <c:pt idx="7844">
                  <c:v>0.464428985</c:v>
                </c:pt>
                <c:pt idx="7845">
                  <c:v>0.464530544</c:v>
                </c:pt>
                <c:pt idx="7846">
                  <c:v>0.464530544</c:v>
                </c:pt>
                <c:pt idx="7847">
                  <c:v>0.464581323</c:v>
                </c:pt>
                <c:pt idx="7848">
                  <c:v>0.464682882</c:v>
                </c:pt>
                <c:pt idx="7849">
                  <c:v>0.464835221</c:v>
                </c:pt>
                <c:pt idx="7850">
                  <c:v>0.46493678</c:v>
                </c:pt>
                <c:pt idx="7851">
                  <c:v>0.464987559</c:v>
                </c:pt>
                <c:pt idx="7852">
                  <c:v>0.464987559</c:v>
                </c:pt>
                <c:pt idx="7853">
                  <c:v>0.465190677</c:v>
                </c:pt>
                <c:pt idx="7854">
                  <c:v>0.465343015</c:v>
                </c:pt>
                <c:pt idx="7855">
                  <c:v>0.465444574</c:v>
                </c:pt>
                <c:pt idx="7856">
                  <c:v>0.465444574</c:v>
                </c:pt>
                <c:pt idx="7857">
                  <c:v>0.465596913</c:v>
                </c:pt>
                <c:pt idx="7858">
                  <c:v>0.465596913</c:v>
                </c:pt>
                <c:pt idx="7859">
                  <c:v>0.465647692</c:v>
                </c:pt>
                <c:pt idx="7860">
                  <c:v>0.465647692</c:v>
                </c:pt>
                <c:pt idx="7861">
                  <c:v>0.466409384</c:v>
                </c:pt>
                <c:pt idx="7862">
                  <c:v>0.466409384</c:v>
                </c:pt>
                <c:pt idx="7863">
                  <c:v>0.466561722</c:v>
                </c:pt>
                <c:pt idx="7864">
                  <c:v>0.466561722</c:v>
                </c:pt>
                <c:pt idx="7865">
                  <c:v>0.466714061</c:v>
                </c:pt>
                <c:pt idx="7866">
                  <c:v>0.466714061</c:v>
                </c:pt>
                <c:pt idx="7867">
                  <c:v>0.466866399</c:v>
                </c:pt>
                <c:pt idx="7868">
                  <c:v>0.467120297</c:v>
                </c:pt>
                <c:pt idx="7869">
                  <c:v>0.467120297</c:v>
                </c:pt>
                <c:pt idx="7870">
                  <c:v>0.467272635</c:v>
                </c:pt>
                <c:pt idx="7871">
                  <c:v>0.467272635</c:v>
                </c:pt>
                <c:pt idx="7872">
                  <c:v>0.467374194</c:v>
                </c:pt>
                <c:pt idx="7873">
                  <c:v>0.467374194</c:v>
                </c:pt>
                <c:pt idx="7874">
                  <c:v>0.467475753</c:v>
                </c:pt>
                <c:pt idx="7875">
                  <c:v>0.467475753</c:v>
                </c:pt>
                <c:pt idx="7876">
                  <c:v>0.467526532</c:v>
                </c:pt>
                <c:pt idx="7877">
                  <c:v>0.467678871</c:v>
                </c:pt>
                <c:pt idx="7878">
                  <c:v>0.467678871</c:v>
                </c:pt>
                <c:pt idx="7879">
                  <c:v>0.468034327</c:v>
                </c:pt>
                <c:pt idx="7880">
                  <c:v>0.468034327</c:v>
                </c:pt>
                <c:pt idx="7881">
                  <c:v>0.468085106</c:v>
                </c:pt>
                <c:pt idx="7882">
                  <c:v>0.468085106</c:v>
                </c:pt>
                <c:pt idx="7883">
                  <c:v>0.468186665</c:v>
                </c:pt>
                <c:pt idx="7884">
                  <c:v>0.468186665</c:v>
                </c:pt>
                <c:pt idx="7885">
                  <c:v>0.468288224</c:v>
                </c:pt>
                <c:pt idx="7886">
                  <c:v>0.468288224</c:v>
                </c:pt>
                <c:pt idx="7887">
                  <c:v>0.468389783</c:v>
                </c:pt>
                <c:pt idx="7888">
                  <c:v>0.468389783</c:v>
                </c:pt>
                <c:pt idx="7889">
                  <c:v>0.468491342</c:v>
                </c:pt>
                <c:pt idx="7890">
                  <c:v>0.468592901</c:v>
                </c:pt>
                <c:pt idx="7891">
                  <c:v>0.468592901</c:v>
                </c:pt>
                <c:pt idx="7892">
                  <c:v>0.468796019</c:v>
                </c:pt>
                <c:pt idx="7893">
                  <c:v>0.469303814</c:v>
                </c:pt>
                <c:pt idx="7894">
                  <c:v>0.469405372</c:v>
                </c:pt>
                <c:pt idx="7895">
                  <c:v>0.469405372</c:v>
                </c:pt>
                <c:pt idx="7896">
                  <c:v>0.469405372</c:v>
                </c:pt>
                <c:pt idx="7897">
                  <c:v>0.469506931</c:v>
                </c:pt>
                <c:pt idx="7898">
                  <c:v>0.469506931</c:v>
                </c:pt>
                <c:pt idx="7899">
                  <c:v>0.46965927</c:v>
                </c:pt>
                <c:pt idx="7900">
                  <c:v>0.46965927</c:v>
                </c:pt>
                <c:pt idx="7901">
                  <c:v>0.469710049</c:v>
                </c:pt>
                <c:pt idx="7902">
                  <c:v>0.469710049</c:v>
                </c:pt>
                <c:pt idx="7903">
                  <c:v>0.469963947</c:v>
                </c:pt>
                <c:pt idx="7904">
                  <c:v>0.469963947</c:v>
                </c:pt>
                <c:pt idx="7905">
                  <c:v>0.470065506</c:v>
                </c:pt>
                <c:pt idx="7906">
                  <c:v>0.470167064</c:v>
                </c:pt>
                <c:pt idx="7907">
                  <c:v>0.470217844</c:v>
                </c:pt>
                <c:pt idx="7908">
                  <c:v>0.470217844</c:v>
                </c:pt>
                <c:pt idx="7909">
                  <c:v>0.470268623</c:v>
                </c:pt>
                <c:pt idx="7910">
                  <c:v>0.470268623</c:v>
                </c:pt>
                <c:pt idx="7911">
                  <c:v>0.470370182</c:v>
                </c:pt>
                <c:pt idx="7912">
                  <c:v>0.470370182</c:v>
                </c:pt>
                <c:pt idx="7913">
                  <c:v>0.4705733</c:v>
                </c:pt>
                <c:pt idx="7914">
                  <c:v>0.4705733</c:v>
                </c:pt>
                <c:pt idx="7915">
                  <c:v>0.470776418</c:v>
                </c:pt>
                <c:pt idx="7916">
                  <c:v>0.470827197</c:v>
                </c:pt>
                <c:pt idx="7917">
                  <c:v>0.470827197</c:v>
                </c:pt>
                <c:pt idx="7918">
                  <c:v>0.470877977</c:v>
                </c:pt>
                <c:pt idx="7919">
                  <c:v>0.470877977</c:v>
                </c:pt>
                <c:pt idx="7920">
                  <c:v>0.471131874</c:v>
                </c:pt>
                <c:pt idx="7921">
                  <c:v>0.471131874</c:v>
                </c:pt>
                <c:pt idx="7922">
                  <c:v>0.471233433</c:v>
                </c:pt>
                <c:pt idx="7923">
                  <c:v>0.471233433</c:v>
                </c:pt>
                <c:pt idx="7924">
                  <c:v>0.471284213</c:v>
                </c:pt>
                <c:pt idx="7925">
                  <c:v>0.471284213</c:v>
                </c:pt>
                <c:pt idx="7926">
                  <c:v>0.471334992</c:v>
                </c:pt>
                <c:pt idx="7927">
                  <c:v>0.471334992</c:v>
                </c:pt>
                <c:pt idx="7928">
                  <c:v>0.471385772</c:v>
                </c:pt>
                <c:pt idx="7929">
                  <c:v>0.471385772</c:v>
                </c:pt>
                <c:pt idx="7930">
                  <c:v>0.471487331</c:v>
                </c:pt>
                <c:pt idx="7931">
                  <c:v>0.47153811</c:v>
                </c:pt>
                <c:pt idx="7932">
                  <c:v>0.47153811</c:v>
                </c:pt>
                <c:pt idx="7933">
                  <c:v>0.471588889</c:v>
                </c:pt>
                <c:pt idx="7934">
                  <c:v>0.471588889</c:v>
                </c:pt>
                <c:pt idx="7935">
                  <c:v>0.471842787</c:v>
                </c:pt>
                <c:pt idx="7936">
                  <c:v>0.471842787</c:v>
                </c:pt>
                <c:pt idx="7937">
                  <c:v>0.471893566</c:v>
                </c:pt>
                <c:pt idx="7938">
                  <c:v>0.472045905</c:v>
                </c:pt>
                <c:pt idx="7939">
                  <c:v>0.472249022</c:v>
                </c:pt>
                <c:pt idx="7940">
                  <c:v>0.472299802</c:v>
                </c:pt>
                <c:pt idx="7941">
                  <c:v>0.472299802</c:v>
                </c:pt>
                <c:pt idx="7942">
                  <c:v>0.472350581</c:v>
                </c:pt>
                <c:pt idx="7943">
                  <c:v>0.47245214</c:v>
                </c:pt>
                <c:pt idx="7944">
                  <c:v>0.472655258</c:v>
                </c:pt>
                <c:pt idx="7945">
                  <c:v>0.472655258</c:v>
                </c:pt>
                <c:pt idx="7946">
                  <c:v>0.472858376</c:v>
                </c:pt>
                <c:pt idx="7947">
                  <c:v>0.473112273</c:v>
                </c:pt>
                <c:pt idx="7948">
                  <c:v>0.473112273</c:v>
                </c:pt>
                <c:pt idx="7949">
                  <c:v>0.473163053</c:v>
                </c:pt>
                <c:pt idx="7950">
                  <c:v>0.473163053</c:v>
                </c:pt>
                <c:pt idx="7951">
                  <c:v>0.473213832</c:v>
                </c:pt>
                <c:pt idx="7952">
                  <c:v>0.473213832</c:v>
                </c:pt>
                <c:pt idx="7953">
                  <c:v>0.473264612</c:v>
                </c:pt>
                <c:pt idx="7954">
                  <c:v>0.47346773</c:v>
                </c:pt>
                <c:pt idx="7955">
                  <c:v>0.47346773</c:v>
                </c:pt>
                <c:pt idx="7956">
                  <c:v>0.473569289</c:v>
                </c:pt>
                <c:pt idx="7957">
                  <c:v>0.473620068</c:v>
                </c:pt>
                <c:pt idx="7958">
                  <c:v>0.473620068</c:v>
                </c:pt>
                <c:pt idx="7959">
                  <c:v>0.474229422</c:v>
                </c:pt>
                <c:pt idx="7960">
                  <c:v>0.474229422</c:v>
                </c:pt>
                <c:pt idx="7961">
                  <c:v>0.474280201</c:v>
                </c:pt>
                <c:pt idx="7962">
                  <c:v>0.474280201</c:v>
                </c:pt>
                <c:pt idx="7963">
                  <c:v>0.47438176</c:v>
                </c:pt>
                <c:pt idx="7964">
                  <c:v>0.47438176</c:v>
                </c:pt>
                <c:pt idx="7965">
                  <c:v>0.474432539</c:v>
                </c:pt>
                <c:pt idx="7966">
                  <c:v>0.474432539</c:v>
                </c:pt>
                <c:pt idx="7967">
                  <c:v>0.474432539</c:v>
                </c:pt>
                <c:pt idx="7968">
                  <c:v>0.474432539</c:v>
                </c:pt>
                <c:pt idx="7969">
                  <c:v>0.474534098</c:v>
                </c:pt>
                <c:pt idx="7970">
                  <c:v>0.474534098</c:v>
                </c:pt>
                <c:pt idx="7971">
                  <c:v>0.474635657</c:v>
                </c:pt>
                <c:pt idx="7972">
                  <c:v>0.474737216</c:v>
                </c:pt>
                <c:pt idx="7973">
                  <c:v>0.474787996</c:v>
                </c:pt>
                <c:pt idx="7974">
                  <c:v>0.474787996</c:v>
                </c:pt>
                <c:pt idx="7975">
                  <c:v>0.474991114</c:v>
                </c:pt>
                <c:pt idx="7976">
                  <c:v>0.474991114</c:v>
                </c:pt>
                <c:pt idx="7977">
                  <c:v>0.475498908</c:v>
                </c:pt>
                <c:pt idx="7978">
                  <c:v>0.475498908</c:v>
                </c:pt>
                <c:pt idx="7979">
                  <c:v>0.475549688</c:v>
                </c:pt>
                <c:pt idx="7980">
                  <c:v>0.475549688</c:v>
                </c:pt>
                <c:pt idx="7981">
                  <c:v>0.475600467</c:v>
                </c:pt>
                <c:pt idx="7982">
                  <c:v>0.475600467</c:v>
                </c:pt>
                <c:pt idx="7983">
                  <c:v>0.475702026</c:v>
                </c:pt>
                <c:pt idx="7984">
                  <c:v>0.475702026</c:v>
                </c:pt>
                <c:pt idx="7985">
                  <c:v>0.475752806</c:v>
                </c:pt>
                <c:pt idx="7986">
                  <c:v>0.475752806</c:v>
                </c:pt>
                <c:pt idx="7987">
                  <c:v>0.475955923</c:v>
                </c:pt>
                <c:pt idx="7988">
                  <c:v>0.475955923</c:v>
                </c:pt>
                <c:pt idx="7989">
                  <c:v>0.476159041</c:v>
                </c:pt>
                <c:pt idx="7990">
                  <c:v>0.4762606</c:v>
                </c:pt>
                <c:pt idx="7991">
                  <c:v>0.47631138</c:v>
                </c:pt>
                <c:pt idx="7992">
                  <c:v>0.47631138</c:v>
                </c:pt>
                <c:pt idx="7993">
                  <c:v>0.476362159</c:v>
                </c:pt>
                <c:pt idx="7994">
                  <c:v>0.476362159</c:v>
                </c:pt>
                <c:pt idx="7995">
                  <c:v>0.476412939</c:v>
                </c:pt>
                <c:pt idx="7996">
                  <c:v>0.476412939</c:v>
                </c:pt>
                <c:pt idx="7997">
                  <c:v>0.476565277</c:v>
                </c:pt>
                <c:pt idx="7998">
                  <c:v>0.476565277</c:v>
                </c:pt>
                <c:pt idx="7999">
                  <c:v>0.476666836</c:v>
                </c:pt>
                <c:pt idx="8000">
                  <c:v>0.476920733</c:v>
                </c:pt>
                <c:pt idx="8001">
                  <c:v>0.476920733</c:v>
                </c:pt>
                <c:pt idx="8002">
                  <c:v>0.47722541</c:v>
                </c:pt>
                <c:pt idx="8003">
                  <c:v>0.47722541</c:v>
                </c:pt>
                <c:pt idx="8004">
                  <c:v>0.47722541</c:v>
                </c:pt>
                <c:pt idx="8005">
                  <c:v>0.47727619</c:v>
                </c:pt>
                <c:pt idx="8006">
                  <c:v>0.477377748</c:v>
                </c:pt>
                <c:pt idx="8007">
                  <c:v>0.477377748</c:v>
                </c:pt>
                <c:pt idx="8008">
                  <c:v>0.477479307</c:v>
                </c:pt>
                <c:pt idx="8009">
                  <c:v>0.477479307</c:v>
                </c:pt>
                <c:pt idx="8010">
                  <c:v>0.477834764</c:v>
                </c:pt>
                <c:pt idx="8011">
                  <c:v>0.477834764</c:v>
                </c:pt>
                <c:pt idx="8012">
                  <c:v>0.477936323</c:v>
                </c:pt>
                <c:pt idx="8013">
                  <c:v>0.477936323</c:v>
                </c:pt>
                <c:pt idx="8014">
                  <c:v>0.478037881</c:v>
                </c:pt>
                <c:pt idx="8015">
                  <c:v>0.478037881</c:v>
                </c:pt>
                <c:pt idx="8016">
                  <c:v>0.47813944</c:v>
                </c:pt>
                <c:pt idx="8017">
                  <c:v>0.478240999</c:v>
                </c:pt>
                <c:pt idx="8018">
                  <c:v>0.478240999</c:v>
                </c:pt>
                <c:pt idx="8019">
                  <c:v>0.478291779</c:v>
                </c:pt>
                <c:pt idx="8020">
                  <c:v>0.478291779</c:v>
                </c:pt>
                <c:pt idx="8021">
                  <c:v>0.479713604</c:v>
                </c:pt>
                <c:pt idx="8022">
                  <c:v>0.479815163</c:v>
                </c:pt>
                <c:pt idx="8023">
                  <c:v>0.480018281</c:v>
                </c:pt>
                <c:pt idx="8024">
                  <c:v>0.480018281</c:v>
                </c:pt>
                <c:pt idx="8025">
                  <c:v>0.48011984</c:v>
                </c:pt>
                <c:pt idx="8026">
                  <c:v>0.480373737</c:v>
                </c:pt>
                <c:pt idx="8027">
                  <c:v>0.480576855</c:v>
                </c:pt>
                <c:pt idx="8028">
                  <c:v>0.480678414</c:v>
                </c:pt>
                <c:pt idx="8029">
                  <c:v>0.480881532</c:v>
                </c:pt>
                <c:pt idx="8030">
                  <c:v>0.480932311</c:v>
                </c:pt>
                <c:pt idx="8031">
                  <c:v>0.480932311</c:v>
                </c:pt>
                <c:pt idx="8032">
                  <c:v>0.48103387</c:v>
                </c:pt>
                <c:pt idx="8033">
                  <c:v>0.481084649</c:v>
                </c:pt>
                <c:pt idx="8034">
                  <c:v>0.481084649</c:v>
                </c:pt>
                <c:pt idx="8035">
                  <c:v>0.481236988</c:v>
                </c:pt>
                <c:pt idx="8036">
                  <c:v>0.481236988</c:v>
                </c:pt>
                <c:pt idx="8037">
                  <c:v>0.481287767</c:v>
                </c:pt>
                <c:pt idx="8038">
                  <c:v>0.481287767</c:v>
                </c:pt>
                <c:pt idx="8039">
                  <c:v>0.481338547</c:v>
                </c:pt>
                <c:pt idx="8040">
                  <c:v>0.481338547</c:v>
                </c:pt>
                <c:pt idx="8041">
                  <c:v>0.481440106</c:v>
                </c:pt>
                <c:pt idx="8042">
                  <c:v>0.481694003</c:v>
                </c:pt>
                <c:pt idx="8043">
                  <c:v>0.481694003</c:v>
                </c:pt>
                <c:pt idx="8044">
                  <c:v>0.481694003</c:v>
                </c:pt>
                <c:pt idx="8045">
                  <c:v>0.481744782</c:v>
                </c:pt>
                <c:pt idx="8046">
                  <c:v>0.481846341</c:v>
                </c:pt>
                <c:pt idx="8047">
                  <c:v>0.481846341</c:v>
                </c:pt>
                <c:pt idx="8048">
                  <c:v>0.481897121</c:v>
                </c:pt>
                <c:pt idx="8049">
                  <c:v>0.48199868</c:v>
                </c:pt>
                <c:pt idx="8050">
                  <c:v>0.482100239</c:v>
                </c:pt>
                <c:pt idx="8051">
                  <c:v>0.482100239</c:v>
                </c:pt>
                <c:pt idx="8052">
                  <c:v>0.482252577</c:v>
                </c:pt>
                <c:pt idx="8053">
                  <c:v>0.482252577</c:v>
                </c:pt>
                <c:pt idx="8054">
                  <c:v>0.482354136</c:v>
                </c:pt>
                <c:pt idx="8055">
                  <c:v>0.482557254</c:v>
                </c:pt>
                <c:pt idx="8056">
                  <c:v>0.482709592</c:v>
                </c:pt>
                <c:pt idx="8057">
                  <c:v>0.482709592</c:v>
                </c:pt>
                <c:pt idx="8058">
                  <c:v>0.482760372</c:v>
                </c:pt>
                <c:pt idx="8059">
                  <c:v>0.482760372</c:v>
                </c:pt>
                <c:pt idx="8060">
                  <c:v>0.482861931</c:v>
                </c:pt>
                <c:pt idx="8061">
                  <c:v>0.48296349</c:v>
                </c:pt>
                <c:pt idx="8062">
                  <c:v>0.48296349</c:v>
                </c:pt>
                <c:pt idx="8063">
                  <c:v>0.483014269</c:v>
                </c:pt>
                <c:pt idx="8064">
                  <c:v>0.483166607</c:v>
                </c:pt>
                <c:pt idx="8065">
                  <c:v>0.483217387</c:v>
                </c:pt>
                <c:pt idx="8066">
                  <c:v>0.483217387</c:v>
                </c:pt>
                <c:pt idx="8067">
                  <c:v>0.483318946</c:v>
                </c:pt>
                <c:pt idx="8068">
                  <c:v>0.483471284</c:v>
                </c:pt>
                <c:pt idx="8069">
                  <c:v>0.483471284</c:v>
                </c:pt>
                <c:pt idx="8070">
                  <c:v>0.483623623</c:v>
                </c:pt>
                <c:pt idx="8071">
                  <c:v>0.483623623</c:v>
                </c:pt>
                <c:pt idx="8072">
                  <c:v>0.483928299</c:v>
                </c:pt>
                <c:pt idx="8073">
                  <c:v>0.483928299</c:v>
                </c:pt>
                <c:pt idx="8074">
                  <c:v>0.484080638</c:v>
                </c:pt>
                <c:pt idx="8075">
                  <c:v>0.484385315</c:v>
                </c:pt>
                <c:pt idx="8076">
                  <c:v>0.484385315</c:v>
                </c:pt>
                <c:pt idx="8077">
                  <c:v>0.484436094</c:v>
                </c:pt>
                <c:pt idx="8078">
                  <c:v>0.484537653</c:v>
                </c:pt>
                <c:pt idx="8079">
                  <c:v>0.484537653</c:v>
                </c:pt>
                <c:pt idx="8080">
                  <c:v>0.484639212</c:v>
                </c:pt>
                <c:pt idx="8081">
                  <c:v>0.484639212</c:v>
                </c:pt>
                <c:pt idx="8082">
                  <c:v>0.484689991</c:v>
                </c:pt>
                <c:pt idx="8083">
                  <c:v>0.484689991</c:v>
                </c:pt>
                <c:pt idx="8084">
                  <c:v>0.484893109</c:v>
                </c:pt>
                <c:pt idx="8085">
                  <c:v>0.485096227</c:v>
                </c:pt>
                <c:pt idx="8086">
                  <c:v>0.485197786</c:v>
                </c:pt>
                <c:pt idx="8087">
                  <c:v>0.485248565</c:v>
                </c:pt>
                <c:pt idx="8088">
                  <c:v>0.485248565</c:v>
                </c:pt>
                <c:pt idx="8089">
                  <c:v>0.485451683</c:v>
                </c:pt>
                <c:pt idx="8090">
                  <c:v>0.485451683</c:v>
                </c:pt>
                <c:pt idx="8091">
                  <c:v>0.485908699</c:v>
                </c:pt>
                <c:pt idx="8092">
                  <c:v>0.486010257</c:v>
                </c:pt>
                <c:pt idx="8093">
                  <c:v>0.486314934</c:v>
                </c:pt>
                <c:pt idx="8094">
                  <c:v>0.486467273</c:v>
                </c:pt>
                <c:pt idx="8095">
                  <c:v>0.486518052</c:v>
                </c:pt>
                <c:pt idx="8096">
                  <c:v>0.486518052</c:v>
                </c:pt>
                <c:pt idx="8097">
                  <c:v>0.486568832</c:v>
                </c:pt>
                <c:pt idx="8098">
                  <c:v>0.486771949</c:v>
                </c:pt>
                <c:pt idx="8099">
                  <c:v>0.486771949</c:v>
                </c:pt>
                <c:pt idx="8100">
                  <c:v>0.486771949</c:v>
                </c:pt>
                <c:pt idx="8101">
                  <c:v>0.486771949</c:v>
                </c:pt>
                <c:pt idx="8102">
                  <c:v>0.486924288</c:v>
                </c:pt>
                <c:pt idx="8103">
                  <c:v>0.487127406</c:v>
                </c:pt>
                <c:pt idx="8104">
                  <c:v>0.487228965</c:v>
                </c:pt>
                <c:pt idx="8105">
                  <c:v>0.487228965</c:v>
                </c:pt>
                <c:pt idx="8106">
                  <c:v>0.487279744</c:v>
                </c:pt>
                <c:pt idx="8107">
                  <c:v>0.487279744</c:v>
                </c:pt>
                <c:pt idx="8108">
                  <c:v>0.487482862</c:v>
                </c:pt>
                <c:pt idx="8109">
                  <c:v>0.48768598</c:v>
                </c:pt>
                <c:pt idx="8110">
                  <c:v>0.487736759</c:v>
                </c:pt>
                <c:pt idx="8111">
                  <c:v>0.488142995</c:v>
                </c:pt>
                <c:pt idx="8112">
                  <c:v>0.488193774</c:v>
                </c:pt>
                <c:pt idx="8113">
                  <c:v>0.488295333</c:v>
                </c:pt>
                <c:pt idx="8114">
                  <c:v>0.488346113</c:v>
                </c:pt>
                <c:pt idx="8115">
                  <c:v>0.488346113</c:v>
                </c:pt>
                <c:pt idx="8116">
                  <c:v>0.488396892</c:v>
                </c:pt>
                <c:pt idx="8117">
                  <c:v>0.488396892</c:v>
                </c:pt>
                <c:pt idx="8118">
                  <c:v>0.488447672</c:v>
                </c:pt>
                <c:pt idx="8119">
                  <c:v>0.488447672</c:v>
                </c:pt>
                <c:pt idx="8120">
                  <c:v>0.48860001</c:v>
                </c:pt>
                <c:pt idx="8121">
                  <c:v>0.48860001</c:v>
                </c:pt>
                <c:pt idx="8122">
                  <c:v>0.48865079</c:v>
                </c:pt>
                <c:pt idx="8123">
                  <c:v>0.48865079</c:v>
                </c:pt>
                <c:pt idx="8124">
                  <c:v>0.48865079</c:v>
                </c:pt>
                <c:pt idx="8125">
                  <c:v>0.488803128</c:v>
                </c:pt>
                <c:pt idx="8126">
                  <c:v>0.488955466</c:v>
                </c:pt>
                <c:pt idx="8127">
                  <c:v>0.489006246</c:v>
                </c:pt>
                <c:pt idx="8128">
                  <c:v>0.489006246</c:v>
                </c:pt>
                <c:pt idx="8129">
                  <c:v>0.489057025</c:v>
                </c:pt>
                <c:pt idx="8130">
                  <c:v>0.489057025</c:v>
                </c:pt>
                <c:pt idx="8131">
                  <c:v>0.489209364</c:v>
                </c:pt>
                <c:pt idx="8132">
                  <c:v>0.489209364</c:v>
                </c:pt>
                <c:pt idx="8133">
                  <c:v>0.489361702</c:v>
                </c:pt>
                <c:pt idx="8134">
                  <c:v>0.489361702</c:v>
                </c:pt>
                <c:pt idx="8135">
                  <c:v>0.489514041</c:v>
                </c:pt>
                <c:pt idx="8136">
                  <c:v>0.489514041</c:v>
                </c:pt>
                <c:pt idx="8137">
                  <c:v>0.48956482</c:v>
                </c:pt>
                <c:pt idx="8138">
                  <c:v>0.48956482</c:v>
                </c:pt>
                <c:pt idx="8139">
                  <c:v>0.489818717</c:v>
                </c:pt>
                <c:pt idx="8140">
                  <c:v>0.489818717</c:v>
                </c:pt>
                <c:pt idx="8141">
                  <c:v>0.489920276</c:v>
                </c:pt>
                <c:pt idx="8142">
                  <c:v>0.490123394</c:v>
                </c:pt>
                <c:pt idx="8143">
                  <c:v>0.490275732</c:v>
                </c:pt>
                <c:pt idx="8144">
                  <c:v>0.490275732</c:v>
                </c:pt>
                <c:pt idx="8145">
                  <c:v>0.49047885</c:v>
                </c:pt>
                <c:pt idx="8146">
                  <c:v>0.49047885</c:v>
                </c:pt>
                <c:pt idx="8147">
                  <c:v>0.490681968</c:v>
                </c:pt>
                <c:pt idx="8148">
                  <c:v>0.490681968</c:v>
                </c:pt>
                <c:pt idx="8149">
                  <c:v>0.490783527</c:v>
                </c:pt>
                <c:pt idx="8150">
                  <c:v>0.490783527</c:v>
                </c:pt>
                <c:pt idx="8151">
                  <c:v>0.490885086</c:v>
                </c:pt>
                <c:pt idx="8152">
                  <c:v>0.490986645</c:v>
                </c:pt>
                <c:pt idx="8153">
                  <c:v>0.490986645</c:v>
                </c:pt>
                <c:pt idx="8154">
                  <c:v>0.491291322</c:v>
                </c:pt>
                <c:pt idx="8155">
                  <c:v>0.491291322</c:v>
                </c:pt>
                <c:pt idx="8156">
                  <c:v>0.491342101</c:v>
                </c:pt>
                <c:pt idx="8157">
                  <c:v>0.491342101</c:v>
                </c:pt>
                <c:pt idx="8158">
                  <c:v>0.491646778</c:v>
                </c:pt>
                <c:pt idx="8159">
                  <c:v>0.491646778</c:v>
                </c:pt>
                <c:pt idx="8160">
                  <c:v>0.491697558</c:v>
                </c:pt>
                <c:pt idx="8161">
                  <c:v>0.491697558</c:v>
                </c:pt>
                <c:pt idx="8162">
                  <c:v>0.491799116</c:v>
                </c:pt>
                <c:pt idx="8163">
                  <c:v>0.491799116</c:v>
                </c:pt>
                <c:pt idx="8164">
                  <c:v>0.491849896</c:v>
                </c:pt>
                <c:pt idx="8165">
                  <c:v>0.491849896</c:v>
                </c:pt>
                <c:pt idx="8166">
                  <c:v>0.492002234</c:v>
                </c:pt>
                <c:pt idx="8167">
                  <c:v>0.492002234</c:v>
                </c:pt>
                <c:pt idx="8168">
                  <c:v>0.492103793</c:v>
                </c:pt>
                <c:pt idx="8169">
                  <c:v>0.492103793</c:v>
                </c:pt>
                <c:pt idx="8170">
                  <c:v>0.492103793</c:v>
                </c:pt>
                <c:pt idx="8171">
                  <c:v>0.492103793</c:v>
                </c:pt>
                <c:pt idx="8172">
                  <c:v>0.492103793</c:v>
                </c:pt>
                <c:pt idx="8173">
                  <c:v>0.492510029</c:v>
                </c:pt>
                <c:pt idx="8174">
                  <c:v>0.492510029</c:v>
                </c:pt>
                <c:pt idx="8175">
                  <c:v>0.492662367</c:v>
                </c:pt>
                <c:pt idx="8176">
                  <c:v>0.492662367</c:v>
                </c:pt>
                <c:pt idx="8177">
                  <c:v>0.492763926</c:v>
                </c:pt>
                <c:pt idx="8178">
                  <c:v>0.492865485</c:v>
                </c:pt>
                <c:pt idx="8179">
                  <c:v>0.492865485</c:v>
                </c:pt>
                <c:pt idx="8180">
                  <c:v>0.49337328</c:v>
                </c:pt>
                <c:pt idx="8181">
                  <c:v>0.49337328</c:v>
                </c:pt>
                <c:pt idx="8182">
                  <c:v>0.493474839</c:v>
                </c:pt>
                <c:pt idx="8183">
                  <c:v>0.493474839</c:v>
                </c:pt>
                <c:pt idx="8184">
                  <c:v>0.493576398</c:v>
                </c:pt>
                <c:pt idx="8185">
                  <c:v>0.493576398</c:v>
                </c:pt>
                <c:pt idx="8186">
                  <c:v>0.493677957</c:v>
                </c:pt>
                <c:pt idx="8187">
                  <c:v>0.493779516</c:v>
                </c:pt>
                <c:pt idx="8188">
                  <c:v>0.493830295</c:v>
                </c:pt>
                <c:pt idx="8189">
                  <c:v>0.494033413</c:v>
                </c:pt>
                <c:pt idx="8190">
                  <c:v>0.494033413</c:v>
                </c:pt>
                <c:pt idx="8191">
                  <c:v>0.494134972</c:v>
                </c:pt>
                <c:pt idx="8192">
                  <c:v>0.494134972</c:v>
                </c:pt>
                <c:pt idx="8193">
                  <c:v>0.494185751</c:v>
                </c:pt>
                <c:pt idx="8194">
                  <c:v>0.494185751</c:v>
                </c:pt>
                <c:pt idx="8195">
                  <c:v>0.49428731</c:v>
                </c:pt>
                <c:pt idx="8196">
                  <c:v>0.49428731</c:v>
                </c:pt>
                <c:pt idx="8197">
                  <c:v>0.494693546</c:v>
                </c:pt>
                <c:pt idx="8198">
                  <c:v>0.494693546</c:v>
                </c:pt>
                <c:pt idx="8199">
                  <c:v>0.494744325</c:v>
                </c:pt>
                <c:pt idx="8200">
                  <c:v>0.494795105</c:v>
                </c:pt>
                <c:pt idx="8201">
                  <c:v>0.494795105</c:v>
                </c:pt>
                <c:pt idx="8202">
                  <c:v>0.494947443</c:v>
                </c:pt>
                <c:pt idx="8203">
                  <c:v>0.494947443</c:v>
                </c:pt>
                <c:pt idx="8204">
                  <c:v>0.495049002</c:v>
                </c:pt>
                <c:pt idx="8205">
                  <c:v>0.495049002</c:v>
                </c:pt>
                <c:pt idx="8206">
                  <c:v>0.495099782</c:v>
                </c:pt>
                <c:pt idx="8207">
                  <c:v>0.495099782</c:v>
                </c:pt>
                <c:pt idx="8208">
                  <c:v>0.495201341</c:v>
                </c:pt>
                <c:pt idx="8209">
                  <c:v>0.495201341</c:v>
                </c:pt>
                <c:pt idx="8210">
                  <c:v>0.4953029</c:v>
                </c:pt>
                <c:pt idx="8211">
                  <c:v>0.4953029</c:v>
                </c:pt>
                <c:pt idx="8212">
                  <c:v>0.495404458</c:v>
                </c:pt>
                <c:pt idx="8213">
                  <c:v>0.495607576</c:v>
                </c:pt>
                <c:pt idx="8214">
                  <c:v>0.495709135</c:v>
                </c:pt>
                <c:pt idx="8215">
                  <c:v>0.495810694</c:v>
                </c:pt>
                <c:pt idx="8216">
                  <c:v>0.495861474</c:v>
                </c:pt>
                <c:pt idx="8217">
                  <c:v>0.495861474</c:v>
                </c:pt>
                <c:pt idx="8218">
                  <c:v>0.495963033</c:v>
                </c:pt>
                <c:pt idx="8219">
                  <c:v>0.495963033</c:v>
                </c:pt>
                <c:pt idx="8220">
                  <c:v>0.49621693</c:v>
                </c:pt>
                <c:pt idx="8221">
                  <c:v>0.496420048</c:v>
                </c:pt>
                <c:pt idx="8222">
                  <c:v>0.496470827</c:v>
                </c:pt>
                <c:pt idx="8223">
                  <c:v>0.496470827</c:v>
                </c:pt>
                <c:pt idx="8224">
                  <c:v>0.496572386</c:v>
                </c:pt>
                <c:pt idx="8225">
                  <c:v>0.496775504</c:v>
                </c:pt>
                <c:pt idx="8226">
                  <c:v>0.496877063</c:v>
                </c:pt>
                <c:pt idx="8227">
                  <c:v>0.496978622</c:v>
                </c:pt>
                <c:pt idx="8228">
                  <c:v>0.497080181</c:v>
                </c:pt>
                <c:pt idx="8229">
                  <c:v>0.497080181</c:v>
                </c:pt>
                <c:pt idx="8230">
                  <c:v>0.49713096</c:v>
                </c:pt>
                <c:pt idx="8231">
                  <c:v>0.49713096</c:v>
                </c:pt>
                <c:pt idx="8232">
                  <c:v>0.49718174</c:v>
                </c:pt>
                <c:pt idx="8233">
                  <c:v>0.49718174</c:v>
                </c:pt>
                <c:pt idx="8234">
                  <c:v>0.497334078</c:v>
                </c:pt>
                <c:pt idx="8235">
                  <c:v>0.497334078</c:v>
                </c:pt>
                <c:pt idx="8236">
                  <c:v>0.497638755</c:v>
                </c:pt>
                <c:pt idx="8237">
                  <c:v>0.497638755</c:v>
                </c:pt>
                <c:pt idx="8238">
                  <c:v>0.497943432</c:v>
                </c:pt>
                <c:pt idx="8239">
                  <c:v>0.497943432</c:v>
                </c:pt>
                <c:pt idx="8240">
                  <c:v>0.498044991</c:v>
                </c:pt>
                <c:pt idx="8241">
                  <c:v>0.49809577</c:v>
                </c:pt>
                <c:pt idx="8242">
                  <c:v>0.49809577</c:v>
                </c:pt>
                <c:pt idx="8243">
                  <c:v>0.498298888</c:v>
                </c:pt>
                <c:pt idx="8244">
                  <c:v>0.498298888</c:v>
                </c:pt>
                <c:pt idx="8245">
                  <c:v>0.498502006</c:v>
                </c:pt>
                <c:pt idx="8246">
                  <c:v>0.498502006</c:v>
                </c:pt>
                <c:pt idx="8247">
                  <c:v>0.498654344</c:v>
                </c:pt>
                <c:pt idx="8248">
                  <c:v>0.498654344</c:v>
                </c:pt>
                <c:pt idx="8249">
                  <c:v>0.498857462</c:v>
                </c:pt>
                <c:pt idx="8250">
                  <c:v>0.498908242</c:v>
                </c:pt>
                <c:pt idx="8251">
                  <c:v>0.498908242</c:v>
                </c:pt>
                <c:pt idx="8252">
                  <c:v>0.4990098</c:v>
                </c:pt>
                <c:pt idx="8253">
                  <c:v>0.4990098</c:v>
                </c:pt>
                <c:pt idx="8254">
                  <c:v>0.49906058</c:v>
                </c:pt>
                <c:pt idx="8255">
                  <c:v>0.499162139</c:v>
                </c:pt>
                <c:pt idx="8256">
                  <c:v>0.499212918</c:v>
                </c:pt>
                <c:pt idx="8257">
                  <c:v>0.499365257</c:v>
                </c:pt>
                <c:pt idx="8258">
                  <c:v>0.499669933</c:v>
                </c:pt>
                <c:pt idx="8259">
                  <c:v>0.499873051</c:v>
                </c:pt>
                <c:pt idx="8260">
                  <c:v>0.499873051</c:v>
                </c:pt>
                <c:pt idx="8261">
                  <c:v>0.499923831</c:v>
                </c:pt>
                <c:pt idx="8262">
                  <c:v>0.499923831</c:v>
                </c:pt>
                <c:pt idx="8263">
                  <c:v>0.49997461</c:v>
                </c:pt>
                <c:pt idx="8264">
                  <c:v>0.49997461</c:v>
                </c:pt>
                <c:pt idx="8265">
                  <c:v>0.500076169</c:v>
                </c:pt>
                <c:pt idx="8266">
                  <c:v>0.500330067</c:v>
                </c:pt>
                <c:pt idx="8267">
                  <c:v>0.500482405</c:v>
                </c:pt>
                <c:pt idx="8268">
                  <c:v>0.500482405</c:v>
                </c:pt>
                <c:pt idx="8269">
                  <c:v>0.500533184</c:v>
                </c:pt>
                <c:pt idx="8270">
                  <c:v>0.500634743</c:v>
                </c:pt>
                <c:pt idx="8271">
                  <c:v>0.500634743</c:v>
                </c:pt>
                <c:pt idx="8272">
                  <c:v>0.500685523</c:v>
                </c:pt>
                <c:pt idx="8273">
                  <c:v>0.500685523</c:v>
                </c:pt>
                <c:pt idx="8274">
                  <c:v>0.500837861</c:v>
                </c:pt>
                <c:pt idx="8275">
                  <c:v>0.500837861</c:v>
                </c:pt>
                <c:pt idx="8276">
                  <c:v>0.50093942</c:v>
                </c:pt>
                <c:pt idx="8277">
                  <c:v>0.501091758</c:v>
                </c:pt>
                <c:pt idx="8278">
                  <c:v>0.501142538</c:v>
                </c:pt>
                <c:pt idx="8279">
                  <c:v>0.501142538</c:v>
                </c:pt>
                <c:pt idx="8280">
                  <c:v>0.501142538</c:v>
                </c:pt>
                <c:pt idx="8281">
                  <c:v>0.501244097</c:v>
                </c:pt>
                <c:pt idx="8282">
                  <c:v>0.501244097</c:v>
                </c:pt>
                <c:pt idx="8283">
                  <c:v>0.501294876</c:v>
                </c:pt>
                <c:pt idx="8284">
                  <c:v>0.501345656</c:v>
                </c:pt>
                <c:pt idx="8285">
                  <c:v>0.501396435</c:v>
                </c:pt>
                <c:pt idx="8286">
                  <c:v>0.501396435</c:v>
                </c:pt>
                <c:pt idx="8287">
                  <c:v>0.501599553</c:v>
                </c:pt>
                <c:pt idx="8288">
                  <c:v>0.501599553</c:v>
                </c:pt>
                <c:pt idx="8289">
                  <c:v>0.501701112</c:v>
                </c:pt>
                <c:pt idx="8290">
                  <c:v>0.501802671</c:v>
                </c:pt>
                <c:pt idx="8291">
                  <c:v>0.501802671</c:v>
                </c:pt>
                <c:pt idx="8292">
                  <c:v>0.50185345</c:v>
                </c:pt>
                <c:pt idx="8293">
                  <c:v>0.50185345</c:v>
                </c:pt>
                <c:pt idx="8294">
                  <c:v>0.50190423</c:v>
                </c:pt>
                <c:pt idx="8295">
                  <c:v>0.502056568</c:v>
                </c:pt>
                <c:pt idx="8296">
                  <c:v>0.502107348</c:v>
                </c:pt>
                <c:pt idx="8297">
                  <c:v>0.502259686</c:v>
                </c:pt>
                <c:pt idx="8298">
                  <c:v>0.502412025</c:v>
                </c:pt>
                <c:pt idx="8299">
                  <c:v>0.502412025</c:v>
                </c:pt>
                <c:pt idx="8300">
                  <c:v>0.502716701</c:v>
                </c:pt>
                <c:pt idx="8301">
                  <c:v>0.50281826</c:v>
                </c:pt>
                <c:pt idx="8302">
                  <c:v>0.502970599</c:v>
                </c:pt>
                <c:pt idx="8303">
                  <c:v>0.502970599</c:v>
                </c:pt>
                <c:pt idx="8304">
                  <c:v>0.503072158</c:v>
                </c:pt>
                <c:pt idx="8305">
                  <c:v>0.503072158</c:v>
                </c:pt>
                <c:pt idx="8306">
                  <c:v>0.503173717</c:v>
                </c:pt>
                <c:pt idx="8307">
                  <c:v>0.503173717</c:v>
                </c:pt>
                <c:pt idx="8308">
                  <c:v>0.503275275</c:v>
                </c:pt>
                <c:pt idx="8309">
                  <c:v>0.505001777</c:v>
                </c:pt>
                <c:pt idx="8310">
                  <c:v>0.505052557</c:v>
                </c:pt>
                <c:pt idx="8311">
                  <c:v>0.505052557</c:v>
                </c:pt>
                <c:pt idx="8312">
                  <c:v>0.505154116</c:v>
                </c:pt>
                <c:pt idx="8313">
                  <c:v>0.505154116</c:v>
                </c:pt>
                <c:pt idx="8314">
                  <c:v>0.505255675</c:v>
                </c:pt>
                <c:pt idx="8315">
                  <c:v>0.505255675</c:v>
                </c:pt>
                <c:pt idx="8316">
                  <c:v>0.505357234</c:v>
                </c:pt>
                <c:pt idx="8317">
                  <c:v>0.506118926</c:v>
                </c:pt>
                <c:pt idx="8318">
                  <c:v>0.506118926</c:v>
                </c:pt>
                <c:pt idx="8319">
                  <c:v>0.506169705</c:v>
                </c:pt>
                <c:pt idx="8320">
                  <c:v>0.506220484</c:v>
                </c:pt>
                <c:pt idx="8321">
                  <c:v>0.506271264</c:v>
                </c:pt>
                <c:pt idx="8322">
                  <c:v>0.506271264</c:v>
                </c:pt>
                <c:pt idx="8323">
                  <c:v>0.506322043</c:v>
                </c:pt>
                <c:pt idx="8324">
                  <c:v>0.506322043</c:v>
                </c:pt>
                <c:pt idx="8325">
                  <c:v>0.5066775</c:v>
                </c:pt>
                <c:pt idx="8326">
                  <c:v>0.506829838</c:v>
                </c:pt>
                <c:pt idx="8327">
                  <c:v>0.506931397</c:v>
                </c:pt>
                <c:pt idx="8328">
                  <c:v>0.506931397</c:v>
                </c:pt>
                <c:pt idx="8329">
                  <c:v>0.507134515</c:v>
                </c:pt>
                <c:pt idx="8330">
                  <c:v>0.507134515</c:v>
                </c:pt>
                <c:pt idx="8331">
                  <c:v>0.507337633</c:v>
                </c:pt>
                <c:pt idx="8332">
                  <c:v>0.507642309</c:v>
                </c:pt>
                <c:pt idx="8333">
                  <c:v>0.507693089</c:v>
                </c:pt>
                <c:pt idx="8334">
                  <c:v>0.507693089</c:v>
                </c:pt>
                <c:pt idx="8335">
                  <c:v>0.507743868</c:v>
                </c:pt>
                <c:pt idx="8336">
                  <c:v>0.507794648</c:v>
                </c:pt>
                <c:pt idx="8337">
                  <c:v>0.508099325</c:v>
                </c:pt>
                <c:pt idx="8338">
                  <c:v>0.508099325</c:v>
                </c:pt>
                <c:pt idx="8339">
                  <c:v>0.508200884</c:v>
                </c:pt>
                <c:pt idx="8340">
                  <c:v>0.508302442</c:v>
                </c:pt>
                <c:pt idx="8341">
                  <c:v>0.508302442</c:v>
                </c:pt>
                <c:pt idx="8342">
                  <c:v>0.50850556</c:v>
                </c:pt>
                <c:pt idx="8343">
                  <c:v>0.50850556</c:v>
                </c:pt>
                <c:pt idx="8344">
                  <c:v>0.508759458</c:v>
                </c:pt>
                <c:pt idx="8345">
                  <c:v>0.508759458</c:v>
                </c:pt>
                <c:pt idx="8346">
                  <c:v>0.508810237</c:v>
                </c:pt>
                <c:pt idx="8347">
                  <c:v>0.509013355</c:v>
                </c:pt>
                <c:pt idx="8348">
                  <c:v>0.509064134</c:v>
                </c:pt>
                <c:pt idx="8349">
                  <c:v>0.509064134</c:v>
                </c:pt>
                <c:pt idx="8350">
                  <c:v>0.509114914</c:v>
                </c:pt>
                <c:pt idx="8351">
                  <c:v>0.509216473</c:v>
                </c:pt>
                <c:pt idx="8352">
                  <c:v>0.509267252</c:v>
                </c:pt>
                <c:pt idx="8353">
                  <c:v>0.509267252</c:v>
                </c:pt>
                <c:pt idx="8354">
                  <c:v>0.509368811</c:v>
                </c:pt>
                <c:pt idx="8355">
                  <c:v>0.509368811</c:v>
                </c:pt>
                <c:pt idx="8356">
                  <c:v>0.509419591</c:v>
                </c:pt>
                <c:pt idx="8357">
                  <c:v>0.509419591</c:v>
                </c:pt>
                <c:pt idx="8358">
                  <c:v>0.509571929</c:v>
                </c:pt>
                <c:pt idx="8359">
                  <c:v>0.509571929</c:v>
                </c:pt>
                <c:pt idx="8360">
                  <c:v>0.509724268</c:v>
                </c:pt>
                <c:pt idx="8361">
                  <c:v>0.509724268</c:v>
                </c:pt>
                <c:pt idx="8362">
                  <c:v>0.509825826</c:v>
                </c:pt>
                <c:pt idx="8363">
                  <c:v>0.509876606</c:v>
                </c:pt>
                <c:pt idx="8364">
                  <c:v>0.510333621</c:v>
                </c:pt>
                <c:pt idx="8365">
                  <c:v>0.510638298</c:v>
                </c:pt>
                <c:pt idx="8366">
                  <c:v>0.510638298</c:v>
                </c:pt>
                <c:pt idx="8367">
                  <c:v>0.510689077</c:v>
                </c:pt>
                <c:pt idx="8368">
                  <c:v>0.510689077</c:v>
                </c:pt>
                <c:pt idx="8369">
                  <c:v>0.510841416</c:v>
                </c:pt>
                <c:pt idx="8370">
                  <c:v>0.510841416</c:v>
                </c:pt>
                <c:pt idx="8371">
                  <c:v>0.510942975</c:v>
                </c:pt>
                <c:pt idx="8372">
                  <c:v>0.510942975</c:v>
                </c:pt>
                <c:pt idx="8373">
                  <c:v>0.511095313</c:v>
                </c:pt>
                <c:pt idx="8374">
                  <c:v>0.511095313</c:v>
                </c:pt>
                <c:pt idx="8375">
                  <c:v>0.511095313</c:v>
                </c:pt>
                <c:pt idx="8376">
                  <c:v>0.511146093</c:v>
                </c:pt>
                <c:pt idx="8377">
                  <c:v>0.511146093</c:v>
                </c:pt>
                <c:pt idx="8378">
                  <c:v>0.511247651</c:v>
                </c:pt>
                <c:pt idx="8379">
                  <c:v>0.511298431</c:v>
                </c:pt>
                <c:pt idx="8380">
                  <c:v>0.511298431</c:v>
                </c:pt>
                <c:pt idx="8381">
                  <c:v>0.511603108</c:v>
                </c:pt>
                <c:pt idx="8382">
                  <c:v>0.511603108</c:v>
                </c:pt>
                <c:pt idx="8383">
                  <c:v>0.512009343</c:v>
                </c:pt>
                <c:pt idx="8384">
                  <c:v>0.512009343</c:v>
                </c:pt>
                <c:pt idx="8385">
                  <c:v>0.51231402</c:v>
                </c:pt>
                <c:pt idx="8386">
                  <c:v>0.51231402</c:v>
                </c:pt>
                <c:pt idx="8387">
                  <c:v>0.512415579</c:v>
                </c:pt>
                <c:pt idx="8388">
                  <c:v>0.512415579</c:v>
                </c:pt>
                <c:pt idx="8389">
                  <c:v>0.512466359</c:v>
                </c:pt>
                <c:pt idx="8390">
                  <c:v>0.512466359</c:v>
                </c:pt>
                <c:pt idx="8391">
                  <c:v>0.512517138</c:v>
                </c:pt>
                <c:pt idx="8392">
                  <c:v>0.512517138</c:v>
                </c:pt>
                <c:pt idx="8393">
                  <c:v>0.512872594</c:v>
                </c:pt>
                <c:pt idx="8394">
                  <c:v>0.512872594</c:v>
                </c:pt>
                <c:pt idx="8395">
                  <c:v>0.513634286</c:v>
                </c:pt>
                <c:pt idx="8396">
                  <c:v>0.513685066</c:v>
                </c:pt>
                <c:pt idx="8397">
                  <c:v>0.513938963</c:v>
                </c:pt>
                <c:pt idx="8398">
                  <c:v>0.514091301</c:v>
                </c:pt>
                <c:pt idx="8399">
                  <c:v>0.514091301</c:v>
                </c:pt>
                <c:pt idx="8400">
                  <c:v>0.514142081</c:v>
                </c:pt>
                <c:pt idx="8401">
                  <c:v>0.514142081</c:v>
                </c:pt>
                <c:pt idx="8402">
                  <c:v>0.514345199</c:v>
                </c:pt>
                <c:pt idx="8403">
                  <c:v>0.514345199</c:v>
                </c:pt>
                <c:pt idx="8404">
                  <c:v>0.514599096</c:v>
                </c:pt>
                <c:pt idx="8405">
                  <c:v>0.514751435</c:v>
                </c:pt>
                <c:pt idx="8406">
                  <c:v>0.514852993</c:v>
                </c:pt>
                <c:pt idx="8407">
                  <c:v>0.514852993</c:v>
                </c:pt>
                <c:pt idx="8408">
                  <c:v>0.515056111</c:v>
                </c:pt>
                <c:pt idx="8409">
                  <c:v>0.515056111</c:v>
                </c:pt>
                <c:pt idx="8410">
                  <c:v>0.515106891</c:v>
                </c:pt>
                <c:pt idx="8411">
                  <c:v>0.515106891</c:v>
                </c:pt>
                <c:pt idx="8412">
                  <c:v>0.515259229</c:v>
                </c:pt>
                <c:pt idx="8413">
                  <c:v>0.515360788</c:v>
                </c:pt>
                <c:pt idx="8414">
                  <c:v>0.515614685</c:v>
                </c:pt>
                <c:pt idx="8415">
                  <c:v>0.515614685</c:v>
                </c:pt>
                <c:pt idx="8416">
                  <c:v>0.515868583</c:v>
                </c:pt>
                <c:pt idx="8417">
                  <c:v>0.515868583</c:v>
                </c:pt>
                <c:pt idx="8418">
                  <c:v>0.515970142</c:v>
                </c:pt>
                <c:pt idx="8419">
                  <c:v>0.515970142</c:v>
                </c:pt>
                <c:pt idx="8420">
                  <c:v>0.516071701</c:v>
                </c:pt>
                <c:pt idx="8421">
                  <c:v>0.516071701</c:v>
                </c:pt>
                <c:pt idx="8422">
                  <c:v>0.516376377</c:v>
                </c:pt>
                <c:pt idx="8423">
                  <c:v>0.516376377</c:v>
                </c:pt>
                <c:pt idx="8424">
                  <c:v>0.516477936</c:v>
                </c:pt>
                <c:pt idx="8425">
                  <c:v>0.516477936</c:v>
                </c:pt>
                <c:pt idx="8426">
                  <c:v>0.516934952</c:v>
                </c:pt>
                <c:pt idx="8427">
                  <c:v>0.516934952</c:v>
                </c:pt>
                <c:pt idx="8428">
                  <c:v>0.516985731</c:v>
                </c:pt>
                <c:pt idx="8429">
                  <c:v>0.51708729</c:v>
                </c:pt>
                <c:pt idx="8430">
                  <c:v>0.517188849</c:v>
                </c:pt>
                <c:pt idx="8431">
                  <c:v>0.517188849</c:v>
                </c:pt>
                <c:pt idx="8432">
                  <c:v>0.517290408</c:v>
                </c:pt>
                <c:pt idx="8433">
                  <c:v>0.517442746</c:v>
                </c:pt>
                <c:pt idx="8434">
                  <c:v>0.517645864</c:v>
                </c:pt>
                <c:pt idx="8435">
                  <c:v>0.517848982</c:v>
                </c:pt>
                <c:pt idx="8436">
                  <c:v>0.517950541</c:v>
                </c:pt>
                <c:pt idx="8437">
                  <c:v>0.517950541</c:v>
                </c:pt>
                <c:pt idx="8438">
                  <c:v>0.51800132</c:v>
                </c:pt>
                <c:pt idx="8439">
                  <c:v>0.51800132</c:v>
                </c:pt>
                <c:pt idx="8440">
                  <c:v>0.518102879</c:v>
                </c:pt>
                <c:pt idx="8441">
                  <c:v>0.518102879</c:v>
                </c:pt>
                <c:pt idx="8442">
                  <c:v>0.518204438</c:v>
                </c:pt>
                <c:pt idx="8443">
                  <c:v>0.518255218</c:v>
                </c:pt>
                <c:pt idx="8444">
                  <c:v>0.518255218</c:v>
                </c:pt>
                <c:pt idx="8445">
                  <c:v>0.518509115</c:v>
                </c:pt>
                <c:pt idx="8446">
                  <c:v>0.518509115</c:v>
                </c:pt>
                <c:pt idx="8447">
                  <c:v>0.518712233</c:v>
                </c:pt>
                <c:pt idx="8448">
                  <c:v>0.518712233</c:v>
                </c:pt>
                <c:pt idx="8449">
                  <c:v>0.518712233</c:v>
                </c:pt>
                <c:pt idx="8450">
                  <c:v>0.518763012</c:v>
                </c:pt>
                <c:pt idx="8451">
                  <c:v>0.518813792</c:v>
                </c:pt>
                <c:pt idx="8452">
                  <c:v>0.518864571</c:v>
                </c:pt>
                <c:pt idx="8453">
                  <c:v>0.518864571</c:v>
                </c:pt>
                <c:pt idx="8454">
                  <c:v>0.51901691</c:v>
                </c:pt>
                <c:pt idx="8455">
                  <c:v>0.51901691</c:v>
                </c:pt>
                <c:pt idx="8456">
                  <c:v>0.51901691</c:v>
                </c:pt>
                <c:pt idx="8457">
                  <c:v>0.519270807</c:v>
                </c:pt>
                <c:pt idx="8458">
                  <c:v>0.519423145</c:v>
                </c:pt>
                <c:pt idx="8459">
                  <c:v>0.519423145</c:v>
                </c:pt>
                <c:pt idx="8460">
                  <c:v>0.519778602</c:v>
                </c:pt>
                <c:pt idx="8461">
                  <c:v>0.519778602</c:v>
                </c:pt>
                <c:pt idx="8462">
                  <c:v>0.51988016</c:v>
                </c:pt>
                <c:pt idx="8463">
                  <c:v>0.519981719</c:v>
                </c:pt>
                <c:pt idx="8464">
                  <c:v>0.519981719</c:v>
                </c:pt>
                <c:pt idx="8465">
                  <c:v>0.520083278</c:v>
                </c:pt>
                <c:pt idx="8466">
                  <c:v>0.520184837</c:v>
                </c:pt>
                <c:pt idx="8467">
                  <c:v>0.520184837</c:v>
                </c:pt>
                <c:pt idx="8468">
                  <c:v>0.520387955</c:v>
                </c:pt>
                <c:pt idx="8469">
                  <c:v>0.520489514</c:v>
                </c:pt>
                <c:pt idx="8470">
                  <c:v>0.520489514</c:v>
                </c:pt>
                <c:pt idx="8471">
                  <c:v>0.520540294</c:v>
                </c:pt>
                <c:pt idx="8472">
                  <c:v>0.520641852</c:v>
                </c:pt>
                <c:pt idx="8473">
                  <c:v>0.520692632</c:v>
                </c:pt>
                <c:pt idx="8474">
                  <c:v>0.520692632</c:v>
                </c:pt>
                <c:pt idx="8475">
                  <c:v>0.520794191</c:v>
                </c:pt>
                <c:pt idx="8476">
                  <c:v>0.520794191</c:v>
                </c:pt>
                <c:pt idx="8477">
                  <c:v>0.52084497</c:v>
                </c:pt>
                <c:pt idx="8478">
                  <c:v>0.52084497</c:v>
                </c:pt>
                <c:pt idx="8479">
                  <c:v>0.52089575</c:v>
                </c:pt>
                <c:pt idx="8480">
                  <c:v>0.520997309</c:v>
                </c:pt>
                <c:pt idx="8481">
                  <c:v>0.521048088</c:v>
                </c:pt>
                <c:pt idx="8482">
                  <c:v>0.521048088</c:v>
                </c:pt>
                <c:pt idx="8483">
                  <c:v>0.521200427</c:v>
                </c:pt>
                <c:pt idx="8484">
                  <c:v>0.521352765</c:v>
                </c:pt>
                <c:pt idx="8485">
                  <c:v>0.521403544</c:v>
                </c:pt>
                <c:pt idx="8486">
                  <c:v>0.521403544</c:v>
                </c:pt>
                <c:pt idx="8487">
                  <c:v>0.521606662</c:v>
                </c:pt>
                <c:pt idx="8488">
                  <c:v>0.521708221</c:v>
                </c:pt>
                <c:pt idx="8489">
                  <c:v>0.52186056</c:v>
                </c:pt>
                <c:pt idx="8490">
                  <c:v>0.52186056</c:v>
                </c:pt>
                <c:pt idx="8491">
                  <c:v>0.521962119</c:v>
                </c:pt>
                <c:pt idx="8492">
                  <c:v>0.521962119</c:v>
                </c:pt>
                <c:pt idx="8493">
                  <c:v>0.522012898</c:v>
                </c:pt>
                <c:pt idx="8494">
                  <c:v>0.522012898</c:v>
                </c:pt>
                <c:pt idx="8495">
                  <c:v>0.52277459</c:v>
                </c:pt>
                <c:pt idx="8496">
                  <c:v>0.52277459</c:v>
                </c:pt>
                <c:pt idx="8497">
                  <c:v>0.52277459</c:v>
                </c:pt>
                <c:pt idx="8498">
                  <c:v>0.522825369</c:v>
                </c:pt>
                <c:pt idx="8499">
                  <c:v>0.522825369</c:v>
                </c:pt>
                <c:pt idx="8500">
                  <c:v>0.522876149</c:v>
                </c:pt>
                <c:pt idx="8501">
                  <c:v>0.522876149</c:v>
                </c:pt>
                <c:pt idx="8502">
                  <c:v>0.523383944</c:v>
                </c:pt>
                <c:pt idx="8503">
                  <c:v>0.523383944</c:v>
                </c:pt>
                <c:pt idx="8504">
                  <c:v>0.523434723</c:v>
                </c:pt>
                <c:pt idx="8505">
                  <c:v>0.523434723</c:v>
                </c:pt>
                <c:pt idx="8506">
                  <c:v>0.523485502</c:v>
                </c:pt>
                <c:pt idx="8507">
                  <c:v>0.523536282</c:v>
                </c:pt>
                <c:pt idx="8508">
                  <c:v>0.523536282</c:v>
                </c:pt>
                <c:pt idx="8509">
                  <c:v>0.523637841</c:v>
                </c:pt>
                <c:pt idx="8510">
                  <c:v>0.523637841</c:v>
                </c:pt>
                <c:pt idx="8511">
                  <c:v>0.5237394</c:v>
                </c:pt>
                <c:pt idx="8512">
                  <c:v>0.5237394</c:v>
                </c:pt>
                <c:pt idx="8513">
                  <c:v>0.523891738</c:v>
                </c:pt>
                <c:pt idx="8514">
                  <c:v>0.523891738</c:v>
                </c:pt>
                <c:pt idx="8515">
                  <c:v>0.523891738</c:v>
                </c:pt>
                <c:pt idx="8516">
                  <c:v>0.524044077</c:v>
                </c:pt>
                <c:pt idx="8517">
                  <c:v>0.524044077</c:v>
                </c:pt>
                <c:pt idx="8518">
                  <c:v>0.524145636</c:v>
                </c:pt>
                <c:pt idx="8519">
                  <c:v>0.524145636</c:v>
                </c:pt>
                <c:pt idx="8520">
                  <c:v>0.524145636</c:v>
                </c:pt>
                <c:pt idx="8521">
                  <c:v>0.524247194</c:v>
                </c:pt>
                <c:pt idx="8522">
                  <c:v>0.524247194</c:v>
                </c:pt>
                <c:pt idx="8523">
                  <c:v>0.524348753</c:v>
                </c:pt>
                <c:pt idx="8524">
                  <c:v>0.524348753</c:v>
                </c:pt>
                <c:pt idx="8525">
                  <c:v>0.524399533</c:v>
                </c:pt>
                <c:pt idx="8526">
                  <c:v>0.524399533</c:v>
                </c:pt>
                <c:pt idx="8527">
                  <c:v>0.524450312</c:v>
                </c:pt>
                <c:pt idx="8528">
                  <c:v>0.524450312</c:v>
                </c:pt>
                <c:pt idx="8529">
                  <c:v>0.524450312</c:v>
                </c:pt>
                <c:pt idx="8530">
                  <c:v>0.524501092</c:v>
                </c:pt>
                <c:pt idx="8531">
                  <c:v>0.524501092</c:v>
                </c:pt>
                <c:pt idx="8532">
                  <c:v>0.524602651</c:v>
                </c:pt>
                <c:pt idx="8533">
                  <c:v>0.52470421</c:v>
                </c:pt>
                <c:pt idx="8534">
                  <c:v>0.525415122</c:v>
                </c:pt>
                <c:pt idx="8535">
                  <c:v>0.525415122</c:v>
                </c:pt>
                <c:pt idx="8536">
                  <c:v>0.525567461</c:v>
                </c:pt>
                <c:pt idx="8537">
                  <c:v>0.525567461</c:v>
                </c:pt>
                <c:pt idx="8538">
                  <c:v>0.52561824</c:v>
                </c:pt>
                <c:pt idx="8539">
                  <c:v>0.52561824</c:v>
                </c:pt>
                <c:pt idx="8540">
                  <c:v>0.525669019</c:v>
                </c:pt>
                <c:pt idx="8541">
                  <c:v>0.525669019</c:v>
                </c:pt>
                <c:pt idx="8542">
                  <c:v>0.525719799</c:v>
                </c:pt>
                <c:pt idx="8543">
                  <c:v>0.525719799</c:v>
                </c:pt>
                <c:pt idx="8544">
                  <c:v>0.525770578</c:v>
                </c:pt>
                <c:pt idx="8545">
                  <c:v>0.525770578</c:v>
                </c:pt>
                <c:pt idx="8546">
                  <c:v>0.525821358</c:v>
                </c:pt>
                <c:pt idx="8547">
                  <c:v>0.525922917</c:v>
                </c:pt>
                <c:pt idx="8548">
                  <c:v>0.526075255</c:v>
                </c:pt>
                <c:pt idx="8549">
                  <c:v>0.526075255</c:v>
                </c:pt>
                <c:pt idx="8550">
                  <c:v>0.526329152</c:v>
                </c:pt>
                <c:pt idx="8551">
                  <c:v>0.526329152</c:v>
                </c:pt>
                <c:pt idx="8552">
                  <c:v>0.526379932</c:v>
                </c:pt>
                <c:pt idx="8553">
                  <c:v>0.526379932</c:v>
                </c:pt>
                <c:pt idx="8554">
                  <c:v>0.52658305</c:v>
                </c:pt>
                <c:pt idx="8555">
                  <c:v>0.526735388</c:v>
                </c:pt>
                <c:pt idx="8556">
                  <c:v>0.526786168</c:v>
                </c:pt>
                <c:pt idx="8557">
                  <c:v>0.526989286</c:v>
                </c:pt>
                <c:pt idx="8558">
                  <c:v>0.526989286</c:v>
                </c:pt>
                <c:pt idx="8559">
                  <c:v>0.527192403</c:v>
                </c:pt>
                <c:pt idx="8560">
                  <c:v>0.527192403</c:v>
                </c:pt>
                <c:pt idx="8561">
                  <c:v>0.527395521</c:v>
                </c:pt>
                <c:pt idx="8562">
                  <c:v>0.527395521</c:v>
                </c:pt>
                <c:pt idx="8563">
                  <c:v>0.527446301</c:v>
                </c:pt>
                <c:pt idx="8564">
                  <c:v>0.527750978</c:v>
                </c:pt>
                <c:pt idx="8565">
                  <c:v>0.527903316</c:v>
                </c:pt>
                <c:pt idx="8566">
                  <c:v>0.527903316</c:v>
                </c:pt>
                <c:pt idx="8567">
                  <c:v>0.528512669</c:v>
                </c:pt>
                <c:pt idx="8568">
                  <c:v>0.528512669</c:v>
                </c:pt>
                <c:pt idx="8569">
                  <c:v>0.528563449</c:v>
                </c:pt>
                <c:pt idx="8570">
                  <c:v>0.528868126</c:v>
                </c:pt>
                <c:pt idx="8571">
                  <c:v>0.529071244</c:v>
                </c:pt>
                <c:pt idx="8572">
                  <c:v>0.529071244</c:v>
                </c:pt>
                <c:pt idx="8573">
                  <c:v>0.529122023</c:v>
                </c:pt>
                <c:pt idx="8574">
                  <c:v>0.529274361</c:v>
                </c:pt>
                <c:pt idx="8575">
                  <c:v>0.52937592</c:v>
                </c:pt>
                <c:pt idx="8576">
                  <c:v>0.52937592</c:v>
                </c:pt>
                <c:pt idx="8577">
                  <c:v>0.529477479</c:v>
                </c:pt>
                <c:pt idx="8578">
                  <c:v>0.529731377</c:v>
                </c:pt>
                <c:pt idx="8579">
                  <c:v>0.529883715</c:v>
                </c:pt>
                <c:pt idx="8580">
                  <c:v>0.530036053</c:v>
                </c:pt>
                <c:pt idx="8581">
                  <c:v>0.530036053</c:v>
                </c:pt>
                <c:pt idx="8582">
                  <c:v>0.530137612</c:v>
                </c:pt>
                <c:pt idx="8583">
                  <c:v>0.530137612</c:v>
                </c:pt>
                <c:pt idx="8584">
                  <c:v>0.530239171</c:v>
                </c:pt>
                <c:pt idx="8585">
                  <c:v>0.530239171</c:v>
                </c:pt>
                <c:pt idx="8586">
                  <c:v>0.530493069</c:v>
                </c:pt>
                <c:pt idx="8587">
                  <c:v>0.530493069</c:v>
                </c:pt>
                <c:pt idx="8588">
                  <c:v>0.530594628</c:v>
                </c:pt>
                <c:pt idx="8589">
                  <c:v>0.530645407</c:v>
                </c:pt>
                <c:pt idx="8590">
                  <c:v>0.530645407</c:v>
                </c:pt>
                <c:pt idx="8591">
                  <c:v>0.530899304</c:v>
                </c:pt>
                <c:pt idx="8592">
                  <c:v>0.530899304</c:v>
                </c:pt>
                <c:pt idx="8593">
                  <c:v>0.531000863</c:v>
                </c:pt>
                <c:pt idx="8594">
                  <c:v>0.531254761</c:v>
                </c:pt>
                <c:pt idx="8595">
                  <c:v>0.531254761</c:v>
                </c:pt>
                <c:pt idx="8596">
                  <c:v>0.531407099</c:v>
                </c:pt>
                <c:pt idx="8597">
                  <c:v>0.531407099</c:v>
                </c:pt>
                <c:pt idx="8598">
                  <c:v>0.531508658</c:v>
                </c:pt>
                <c:pt idx="8599">
                  <c:v>0.531508658</c:v>
                </c:pt>
                <c:pt idx="8600">
                  <c:v>0.531559437</c:v>
                </c:pt>
                <c:pt idx="8601">
                  <c:v>0.531559437</c:v>
                </c:pt>
                <c:pt idx="8602">
                  <c:v>0.531610217</c:v>
                </c:pt>
                <c:pt idx="8603">
                  <c:v>0.531610217</c:v>
                </c:pt>
                <c:pt idx="8604">
                  <c:v>0.531660996</c:v>
                </c:pt>
                <c:pt idx="8605">
                  <c:v>0.532371909</c:v>
                </c:pt>
                <c:pt idx="8606">
                  <c:v>0.532422688</c:v>
                </c:pt>
                <c:pt idx="8607">
                  <c:v>0.532575027</c:v>
                </c:pt>
                <c:pt idx="8608">
                  <c:v>0.532727365</c:v>
                </c:pt>
                <c:pt idx="8609">
                  <c:v>0.532727365</c:v>
                </c:pt>
                <c:pt idx="8610">
                  <c:v>0.532778145</c:v>
                </c:pt>
                <c:pt idx="8611">
                  <c:v>0.532778145</c:v>
                </c:pt>
                <c:pt idx="8612">
                  <c:v>0.532879703</c:v>
                </c:pt>
                <c:pt idx="8613">
                  <c:v>0.532930483</c:v>
                </c:pt>
                <c:pt idx="8614">
                  <c:v>0.533082821</c:v>
                </c:pt>
                <c:pt idx="8615">
                  <c:v>0.533133601</c:v>
                </c:pt>
                <c:pt idx="8616">
                  <c:v>0.53323516</c:v>
                </c:pt>
                <c:pt idx="8617">
                  <c:v>0.533336719</c:v>
                </c:pt>
                <c:pt idx="8618">
                  <c:v>0.533336719</c:v>
                </c:pt>
                <c:pt idx="8619">
                  <c:v>0.533438278</c:v>
                </c:pt>
                <c:pt idx="8620">
                  <c:v>0.533438278</c:v>
                </c:pt>
                <c:pt idx="8621">
                  <c:v>0.533489057</c:v>
                </c:pt>
                <c:pt idx="8622">
                  <c:v>0.533489057</c:v>
                </c:pt>
                <c:pt idx="8623">
                  <c:v>0.533641395</c:v>
                </c:pt>
                <c:pt idx="8624">
                  <c:v>0.533641395</c:v>
                </c:pt>
                <c:pt idx="8625">
                  <c:v>0.533742954</c:v>
                </c:pt>
                <c:pt idx="8626">
                  <c:v>0.533844513</c:v>
                </c:pt>
                <c:pt idx="8627">
                  <c:v>0.533996852</c:v>
                </c:pt>
                <c:pt idx="8628">
                  <c:v>0.533996852</c:v>
                </c:pt>
                <c:pt idx="8629">
                  <c:v>0.53414919</c:v>
                </c:pt>
                <c:pt idx="8630">
                  <c:v>0.53414919</c:v>
                </c:pt>
                <c:pt idx="8631">
                  <c:v>0.534352308</c:v>
                </c:pt>
                <c:pt idx="8632">
                  <c:v>0.534352308</c:v>
                </c:pt>
                <c:pt idx="8633">
                  <c:v>0.534453867</c:v>
                </c:pt>
                <c:pt idx="8634">
                  <c:v>0.534656985</c:v>
                </c:pt>
                <c:pt idx="8635">
                  <c:v>0.534656985</c:v>
                </c:pt>
                <c:pt idx="8636">
                  <c:v>0.534809323</c:v>
                </c:pt>
                <c:pt idx="8637">
                  <c:v>0.534809323</c:v>
                </c:pt>
                <c:pt idx="8638">
                  <c:v>0.534809323</c:v>
                </c:pt>
                <c:pt idx="8639">
                  <c:v>0.534809323</c:v>
                </c:pt>
                <c:pt idx="8640">
                  <c:v>0.534860103</c:v>
                </c:pt>
                <c:pt idx="8641">
                  <c:v>0.534860103</c:v>
                </c:pt>
                <c:pt idx="8642">
                  <c:v>0.534910882</c:v>
                </c:pt>
                <c:pt idx="8643">
                  <c:v>0.534910882</c:v>
                </c:pt>
                <c:pt idx="8644">
                  <c:v>0.534961662</c:v>
                </c:pt>
                <c:pt idx="8645">
                  <c:v>0.535012441</c:v>
                </c:pt>
                <c:pt idx="8646">
                  <c:v>0.535114</c:v>
                </c:pt>
                <c:pt idx="8647">
                  <c:v>0.535164779</c:v>
                </c:pt>
                <c:pt idx="8648">
                  <c:v>0.535266338</c:v>
                </c:pt>
                <c:pt idx="8649">
                  <c:v>0.535317118</c:v>
                </c:pt>
                <c:pt idx="8650">
                  <c:v>0.535317118</c:v>
                </c:pt>
                <c:pt idx="8651">
                  <c:v>0.535469456</c:v>
                </c:pt>
                <c:pt idx="8652">
                  <c:v>0.535469456</c:v>
                </c:pt>
                <c:pt idx="8653">
                  <c:v>0.535520236</c:v>
                </c:pt>
                <c:pt idx="8654">
                  <c:v>0.535520236</c:v>
                </c:pt>
                <c:pt idx="8655">
                  <c:v>0.535672574</c:v>
                </c:pt>
                <c:pt idx="8656">
                  <c:v>0.535672574</c:v>
                </c:pt>
                <c:pt idx="8657">
                  <c:v>0.535774133</c:v>
                </c:pt>
                <c:pt idx="8658">
                  <c:v>0.535774133</c:v>
                </c:pt>
                <c:pt idx="8659">
                  <c:v>0.535875692</c:v>
                </c:pt>
                <c:pt idx="8660">
                  <c:v>0.535977251</c:v>
                </c:pt>
                <c:pt idx="8661">
                  <c:v>0.535977251</c:v>
                </c:pt>
                <c:pt idx="8662">
                  <c:v>0.536180369</c:v>
                </c:pt>
                <c:pt idx="8663">
                  <c:v>0.536281928</c:v>
                </c:pt>
                <c:pt idx="8664">
                  <c:v>0.536281928</c:v>
                </c:pt>
                <c:pt idx="8665">
                  <c:v>0.536332707</c:v>
                </c:pt>
                <c:pt idx="8666">
                  <c:v>0.536332707</c:v>
                </c:pt>
                <c:pt idx="8667">
                  <c:v>0.536485045</c:v>
                </c:pt>
                <c:pt idx="8668">
                  <c:v>0.536485045</c:v>
                </c:pt>
                <c:pt idx="8669">
                  <c:v>0.536586604</c:v>
                </c:pt>
                <c:pt idx="8670">
                  <c:v>0.536586604</c:v>
                </c:pt>
                <c:pt idx="8671">
                  <c:v>0.536637384</c:v>
                </c:pt>
                <c:pt idx="8672">
                  <c:v>0.536738943</c:v>
                </c:pt>
                <c:pt idx="8673">
                  <c:v>0.536738943</c:v>
                </c:pt>
                <c:pt idx="8674">
                  <c:v>0.53704362</c:v>
                </c:pt>
                <c:pt idx="8675">
                  <c:v>0.53704362</c:v>
                </c:pt>
                <c:pt idx="8676">
                  <c:v>0.537246737</c:v>
                </c:pt>
                <c:pt idx="8677">
                  <c:v>0.537246737</c:v>
                </c:pt>
                <c:pt idx="8678">
                  <c:v>0.537348296</c:v>
                </c:pt>
                <c:pt idx="8679">
                  <c:v>0.537449855</c:v>
                </c:pt>
                <c:pt idx="8680">
                  <c:v>0.537449855</c:v>
                </c:pt>
                <c:pt idx="8681">
                  <c:v>0.537652973</c:v>
                </c:pt>
                <c:pt idx="8682">
                  <c:v>0.537754532</c:v>
                </c:pt>
                <c:pt idx="8683">
                  <c:v>0.537754532</c:v>
                </c:pt>
                <c:pt idx="8684">
                  <c:v>0.53790687</c:v>
                </c:pt>
                <c:pt idx="8685">
                  <c:v>0.53795765</c:v>
                </c:pt>
                <c:pt idx="8686">
                  <c:v>0.538160768</c:v>
                </c:pt>
                <c:pt idx="8687">
                  <c:v>0.538160768</c:v>
                </c:pt>
                <c:pt idx="8688">
                  <c:v>0.538262327</c:v>
                </c:pt>
                <c:pt idx="8689">
                  <c:v>0.538262327</c:v>
                </c:pt>
                <c:pt idx="8690">
                  <c:v>0.538313106</c:v>
                </c:pt>
                <c:pt idx="8691">
                  <c:v>0.538313106</c:v>
                </c:pt>
                <c:pt idx="8692">
                  <c:v>0.538414665</c:v>
                </c:pt>
                <c:pt idx="8693">
                  <c:v>0.538465445</c:v>
                </c:pt>
                <c:pt idx="8694">
                  <c:v>0.538567004</c:v>
                </c:pt>
                <c:pt idx="8695">
                  <c:v>0.538668562</c:v>
                </c:pt>
                <c:pt idx="8696">
                  <c:v>0.538668562</c:v>
                </c:pt>
                <c:pt idx="8697">
                  <c:v>0.538719342</c:v>
                </c:pt>
                <c:pt idx="8698">
                  <c:v>0.538719342</c:v>
                </c:pt>
                <c:pt idx="8699">
                  <c:v>0.539074798</c:v>
                </c:pt>
                <c:pt idx="8700">
                  <c:v>0.539074798</c:v>
                </c:pt>
                <c:pt idx="8701">
                  <c:v>0.539176357</c:v>
                </c:pt>
                <c:pt idx="8702">
                  <c:v>0.539176357</c:v>
                </c:pt>
                <c:pt idx="8703">
                  <c:v>0.539277916</c:v>
                </c:pt>
                <c:pt idx="8704">
                  <c:v>0.539379475</c:v>
                </c:pt>
                <c:pt idx="8705">
                  <c:v>0.539379475</c:v>
                </c:pt>
                <c:pt idx="8706">
                  <c:v>0.539582593</c:v>
                </c:pt>
                <c:pt idx="8707">
                  <c:v>0.539582593</c:v>
                </c:pt>
                <c:pt idx="8708">
                  <c:v>0.539633372</c:v>
                </c:pt>
                <c:pt idx="8709">
                  <c:v>0.539734931</c:v>
                </c:pt>
                <c:pt idx="8710">
                  <c:v>0.539734931</c:v>
                </c:pt>
                <c:pt idx="8711">
                  <c:v>0.53988727</c:v>
                </c:pt>
                <c:pt idx="8712">
                  <c:v>0.53988727</c:v>
                </c:pt>
                <c:pt idx="8713">
                  <c:v>0.540141167</c:v>
                </c:pt>
                <c:pt idx="8714">
                  <c:v>0.540293505</c:v>
                </c:pt>
                <c:pt idx="8715">
                  <c:v>0.540293505</c:v>
                </c:pt>
                <c:pt idx="8716">
                  <c:v>0.540496623</c:v>
                </c:pt>
                <c:pt idx="8717">
                  <c:v>0.540496623</c:v>
                </c:pt>
                <c:pt idx="8718">
                  <c:v>0.5408013</c:v>
                </c:pt>
                <c:pt idx="8719">
                  <c:v>0.5408013</c:v>
                </c:pt>
                <c:pt idx="8720">
                  <c:v>0.541055197</c:v>
                </c:pt>
                <c:pt idx="8721">
                  <c:v>0.541055197</c:v>
                </c:pt>
                <c:pt idx="8722">
                  <c:v>0.541105977</c:v>
                </c:pt>
                <c:pt idx="8723">
                  <c:v>0.541105977</c:v>
                </c:pt>
                <c:pt idx="8724">
                  <c:v>0.541207536</c:v>
                </c:pt>
                <c:pt idx="8725">
                  <c:v>0.541207536</c:v>
                </c:pt>
                <c:pt idx="8726">
                  <c:v>0.541410654</c:v>
                </c:pt>
                <c:pt idx="8727">
                  <c:v>0.541410654</c:v>
                </c:pt>
                <c:pt idx="8728">
                  <c:v>0.541867669</c:v>
                </c:pt>
                <c:pt idx="8729">
                  <c:v>0.541867669</c:v>
                </c:pt>
                <c:pt idx="8730">
                  <c:v>0.541918448</c:v>
                </c:pt>
                <c:pt idx="8731">
                  <c:v>0.542020007</c:v>
                </c:pt>
                <c:pt idx="8732">
                  <c:v>0.542223125</c:v>
                </c:pt>
                <c:pt idx="8733">
                  <c:v>0.542223125</c:v>
                </c:pt>
                <c:pt idx="8734">
                  <c:v>0.542273904</c:v>
                </c:pt>
                <c:pt idx="8735">
                  <c:v>0.542273904</c:v>
                </c:pt>
                <c:pt idx="8736">
                  <c:v>0.542324684</c:v>
                </c:pt>
                <c:pt idx="8737">
                  <c:v>0.542324684</c:v>
                </c:pt>
                <c:pt idx="8738">
                  <c:v>0.542426243</c:v>
                </c:pt>
                <c:pt idx="8739">
                  <c:v>0.542426243</c:v>
                </c:pt>
                <c:pt idx="8740">
                  <c:v>0.542426243</c:v>
                </c:pt>
                <c:pt idx="8741">
                  <c:v>0.542477022</c:v>
                </c:pt>
                <c:pt idx="8742">
                  <c:v>0.542477022</c:v>
                </c:pt>
                <c:pt idx="8743">
                  <c:v>0.542527802</c:v>
                </c:pt>
                <c:pt idx="8744">
                  <c:v>0.542527802</c:v>
                </c:pt>
                <c:pt idx="8745">
                  <c:v>0.542578581</c:v>
                </c:pt>
                <c:pt idx="8746">
                  <c:v>0.542578581</c:v>
                </c:pt>
                <c:pt idx="8747">
                  <c:v>0.54273092</c:v>
                </c:pt>
                <c:pt idx="8748">
                  <c:v>0.542883258</c:v>
                </c:pt>
                <c:pt idx="8749">
                  <c:v>0.542934037</c:v>
                </c:pt>
                <c:pt idx="8750">
                  <c:v>0.542984817</c:v>
                </c:pt>
                <c:pt idx="8751">
                  <c:v>0.542984817</c:v>
                </c:pt>
                <c:pt idx="8752">
                  <c:v>0.543238714</c:v>
                </c:pt>
                <c:pt idx="8753">
                  <c:v>0.543238714</c:v>
                </c:pt>
                <c:pt idx="8754">
                  <c:v>0.543441832</c:v>
                </c:pt>
                <c:pt idx="8755">
                  <c:v>0.543441832</c:v>
                </c:pt>
                <c:pt idx="8756">
                  <c:v>0.543543391</c:v>
                </c:pt>
                <c:pt idx="8757">
                  <c:v>0.543543391</c:v>
                </c:pt>
                <c:pt idx="8758">
                  <c:v>0.543848068</c:v>
                </c:pt>
                <c:pt idx="8759">
                  <c:v>0.543848068</c:v>
                </c:pt>
                <c:pt idx="8760">
                  <c:v>0.544152745</c:v>
                </c:pt>
                <c:pt idx="8761">
                  <c:v>0.544152745</c:v>
                </c:pt>
                <c:pt idx="8762">
                  <c:v>0.544305083</c:v>
                </c:pt>
                <c:pt idx="8763">
                  <c:v>0.544305083</c:v>
                </c:pt>
                <c:pt idx="8764">
                  <c:v>0.544406642</c:v>
                </c:pt>
                <c:pt idx="8765">
                  <c:v>0.54455898</c:v>
                </c:pt>
                <c:pt idx="8766">
                  <c:v>0.544660539</c:v>
                </c:pt>
                <c:pt idx="8767">
                  <c:v>0.544914437</c:v>
                </c:pt>
                <c:pt idx="8768">
                  <c:v>0.545066775</c:v>
                </c:pt>
                <c:pt idx="8769">
                  <c:v>0.545066775</c:v>
                </c:pt>
                <c:pt idx="8770">
                  <c:v>0.545117554</c:v>
                </c:pt>
                <c:pt idx="8771">
                  <c:v>0.545117554</c:v>
                </c:pt>
                <c:pt idx="8772">
                  <c:v>0.545168334</c:v>
                </c:pt>
                <c:pt idx="8773">
                  <c:v>0.545168334</c:v>
                </c:pt>
                <c:pt idx="8774">
                  <c:v>0.545473011</c:v>
                </c:pt>
                <c:pt idx="8775">
                  <c:v>0.545473011</c:v>
                </c:pt>
                <c:pt idx="8776">
                  <c:v>0.545625349</c:v>
                </c:pt>
                <c:pt idx="8777">
                  <c:v>0.545625349</c:v>
                </c:pt>
                <c:pt idx="8778">
                  <c:v>0.545777688</c:v>
                </c:pt>
                <c:pt idx="8779">
                  <c:v>0.545879246</c:v>
                </c:pt>
                <c:pt idx="8780">
                  <c:v>0.546031585</c:v>
                </c:pt>
                <c:pt idx="8781">
                  <c:v>0.546133144</c:v>
                </c:pt>
                <c:pt idx="8782">
                  <c:v>0.546234703</c:v>
                </c:pt>
                <c:pt idx="8783">
                  <c:v>0.546234703</c:v>
                </c:pt>
                <c:pt idx="8784">
                  <c:v>0.546387041</c:v>
                </c:pt>
                <c:pt idx="8785">
                  <c:v>0.546387041</c:v>
                </c:pt>
                <c:pt idx="8786">
                  <c:v>0.5464886</c:v>
                </c:pt>
                <c:pt idx="8787">
                  <c:v>0.5464886</c:v>
                </c:pt>
                <c:pt idx="8788">
                  <c:v>0.546894836</c:v>
                </c:pt>
                <c:pt idx="8789">
                  <c:v>0.546894836</c:v>
                </c:pt>
                <c:pt idx="8790">
                  <c:v>0.547148733</c:v>
                </c:pt>
                <c:pt idx="8791">
                  <c:v>0.547148733</c:v>
                </c:pt>
                <c:pt idx="8792">
                  <c:v>0.54740263</c:v>
                </c:pt>
                <c:pt idx="8793">
                  <c:v>0.54740263</c:v>
                </c:pt>
                <c:pt idx="8794">
                  <c:v>0.547808866</c:v>
                </c:pt>
                <c:pt idx="8795">
                  <c:v>0.547808866</c:v>
                </c:pt>
                <c:pt idx="8796">
                  <c:v>0.548011984</c:v>
                </c:pt>
                <c:pt idx="8797">
                  <c:v>0.548011984</c:v>
                </c:pt>
                <c:pt idx="8798">
                  <c:v>0.548215102</c:v>
                </c:pt>
                <c:pt idx="8799">
                  <c:v>0.548215102</c:v>
                </c:pt>
                <c:pt idx="8800">
                  <c:v>0.54841822</c:v>
                </c:pt>
                <c:pt idx="8801">
                  <c:v>0.54841822</c:v>
                </c:pt>
                <c:pt idx="8802">
                  <c:v>0.548468999</c:v>
                </c:pt>
                <c:pt idx="8803">
                  <c:v>0.548468999</c:v>
                </c:pt>
                <c:pt idx="8804">
                  <c:v>0.548621338</c:v>
                </c:pt>
                <c:pt idx="8805">
                  <c:v>0.548621338</c:v>
                </c:pt>
                <c:pt idx="8806">
                  <c:v>0.548773676</c:v>
                </c:pt>
                <c:pt idx="8807">
                  <c:v>0.548773676</c:v>
                </c:pt>
                <c:pt idx="8808">
                  <c:v>0.548773676</c:v>
                </c:pt>
                <c:pt idx="8809">
                  <c:v>0.548875235</c:v>
                </c:pt>
                <c:pt idx="8810">
                  <c:v>0.548926014</c:v>
                </c:pt>
                <c:pt idx="8811">
                  <c:v>0.548926014</c:v>
                </c:pt>
                <c:pt idx="8812">
                  <c:v>0.549129132</c:v>
                </c:pt>
                <c:pt idx="8813">
                  <c:v>0.549179912</c:v>
                </c:pt>
                <c:pt idx="8814">
                  <c:v>0.549179912</c:v>
                </c:pt>
                <c:pt idx="8815">
                  <c:v>0.549840045</c:v>
                </c:pt>
                <c:pt idx="8816">
                  <c:v>0.549941604</c:v>
                </c:pt>
                <c:pt idx="8817">
                  <c:v>0.550043163</c:v>
                </c:pt>
                <c:pt idx="8818">
                  <c:v>0.550093942</c:v>
                </c:pt>
                <c:pt idx="8819">
                  <c:v>0.550195501</c:v>
                </c:pt>
                <c:pt idx="8820">
                  <c:v>0.550195501</c:v>
                </c:pt>
                <c:pt idx="8821">
                  <c:v>0.55024628</c:v>
                </c:pt>
                <c:pt idx="8822">
                  <c:v>0.550347839</c:v>
                </c:pt>
                <c:pt idx="8823">
                  <c:v>0.550500178</c:v>
                </c:pt>
                <c:pt idx="8824">
                  <c:v>0.550601737</c:v>
                </c:pt>
                <c:pt idx="8825">
                  <c:v>0.550601737</c:v>
                </c:pt>
                <c:pt idx="8826">
                  <c:v>0.550754075</c:v>
                </c:pt>
                <c:pt idx="8827">
                  <c:v>0.551109531</c:v>
                </c:pt>
                <c:pt idx="8828">
                  <c:v>0.551160311</c:v>
                </c:pt>
                <c:pt idx="8829">
                  <c:v>0.551414208</c:v>
                </c:pt>
                <c:pt idx="8830">
                  <c:v>0.551464988</c:v>
                </c:pt>
                <c:pt idx="8831">
                  <c:v>0.551464988</c:v>
                </c:pt>
                <c:pt idx="8832">
                  <c:v>0.551515767</c:v>
                </c:pt>
                <c:pt idx="8833">
                  <c:v>0.551515767</c:v>
                </c:pt>
                <c:pt idx="8834">
                  <c:v>0.551566546</c:v>
                </c:pt>
                <c:pt idx="8835">
                  <c:v>0.551617326</c:v>
                </c:pt>
                <c:pt idx="8836">
                  <c:v>0.551617326</c:v>
                </c:pt>
                <c:pt idx="8837">
                  <c:v>0.551668105</c:v>
                </c:pt>
                <c:pt idx="8838">
                  <c:v>0.551668105</c:v>
                </c:pt>
                <c:pt idx="8839">
                  <c:v>0.551718885</c:v>
                </c:pt>
                <c:pt idx="8840">
                  <c:v>0.5521759</c:v>
                </c:pt>
                <c:pt idx="8841">
                  <c:v>0.552277459</c:v>
                </c:pt>
                <c:pt idx="8842">
                  <c:v>0.552429797</c:v>
                </c:pt>
                <c:pt idx="8843">
                  <c:v>0.552531356</c:v>
                </c:pt>
                <c:pt idx="8844">
                  <c:v>0.552785254</c:v>
                </c:pt>
                <c:pt idx="8845">
                  <c:v>0.552785254</c:v>
                </c:pt>
                <c:pt idx="8846">
                  <c:v>0.552988372</c:v>
                </c:pt>
                <c:pt idx="8847">
                  <c:v>0.55314071</c:v>
                </c:pt>
                <c:pt idx="8848">
                  <c:v>0.553191489</c:v>
                </c:pt>
                <c:pt idx="8849">
                  <c:v>0.553191489</c:v>
                </c:pt>
                <c:pt idx="8850">
                  <c:v>0.553293048</c:v>
                </c:pt>
                <c:pt idx="8851">
                  <c:v>0.553293048</c:v>
                </c:pt>
                <c:pt idx="8852">
                  <c:v>0.553445387</c:v>
                </c:pt>
                <c:pt idx="8853">
                  <c:v>0.553445387</c:v>
                </c:pt>
                <c:pt idx="8854">
                  <c:v>0.553496166</c:v>
                </c:pt>
                <c:pt idx="8855">
                  <c:v>0.553496166</c:v>
                </c:pt>
                <c:pt idx="8856">
                  <c:v>0.553546946</c:v>
                </c:pt>
                <c:pt idx="8857">
                  <c:v>0.553546946</c:v>
                </c:pt>
                <c:pt idx="8858">
                  <c:v>0.553648505</c:v>
                </c:pt>
                <c:pt idx="8859">
                  <c:v>0.553699284</c:v>
                </c:pt>
                <c:pt idx="8860">
                  <c:v>0.553699284</c:v>
                </c:pt>
                <c:pt idx="8861">
                  <c:v>0.553800843</c:v>
                </c:pt>
                <c:pt idx="8862">
                  <c:v>0.553800843</c:v>
                </c:pt>
                <c:pt idx="8863">
                  <c:v>0.553851622</c:v>
                </c:pt>
                <c:pt idx="8864">
                  <c:v>0.553851622</c:v>
                </c:pt>
                <c:pt idx="8865">
                  <c:v>0.554257858</c:v>
                </c:pt>
                <c:pt idx="8866">
                  <c:v>0.554257858</c:v>
                </c:pt>
                <c:pt idx="8867">
                  <c:v>0.554359417</c:v>
                </c:pt>
                <c:pt idx="8868">
                  <c:v>0.554410197</c:v>
                </c:pt>
                <c:pt idx="8869">
                  <c:v>0.554511755</c:v>
                </c:pt>
                <c:pt idx="8870">
                  <c:v>0.554714873</c:v>
                </c:pt>
                <c:pt idx="8871">
                  <c:v>0.554714873</c:v>
                </c:pt>
                <c:pt idx="8872">
                  <c:v>0.554765653</c:v>
                </c:pt>
                <c:pt idx="8873">
                  <c:v>0.554765653</c:v>
                </c:pt>
                <c:pt idx="8874">
                  <c:v>0.554917991</c:v>
                </c:pt>
                <c:pt idx="8875">
                  <c:v>0.554917991</c:v>
                </c:pt>
                <c:pt idx="8876">
                  <c:v>0.554968771</c:v>
                </c:pt>
                <c:pt idx="8877">
                  <c:v>0.554968771</c:v>
                </c:pt>
                <c:pt idx="8878">
                  <c:v>0.55507033</c:v>
                </c:pt>
                <c:pt idx="8879">
                  <c:v>0.55507033</c:v>
                </c:pt>
                <c:pt idx="8880">
                  <c:v>0.555121109</c:v>
                </c:pt>
                <c:pt idx="8881">
                  <c:v>0.555121109</c:v>
                </c:pt>
                <c:pt idx="8882">
                  <c:v>0.555273447</c:v>
                </c:pt>
                <c:pt idx="8883">
                  <c:v>0.555324227</c:v>
                </c:pt>
                <c:pt idx="8884">
                  <c:v>0.555375006</c:v>
                </c:pt>
                <c:pt idx="8885">
                  <c:v>0.555375006</c:v>
                </c:pt>
                <c:pt idx="8886">
                  <c:v>0.555628904</c:v>
                </c:pt>
                <c:pt idx="8887">
                  <c:v>0.555628904</c:v>
                </c:pt>
                <c:pt idx="8888">
                  <c:v>0.555781242</c:v>
                </c:pt>
                <c:pt idx="8889">
                  <c:v>0.555781242</c:v>
                </c:pt>
                <c:pt idx="8890">
                  <c:v>0.556085919</c:v>
                </c:pt>
                <c:pt idx="8891">
                  <c:v>0.556085919</c:v>
                </c:pt>
                <c:pt idx="8892">
                  <c:v>0.556085919</c:v>
                </c:pt>
                <c:pt idx="8893">
                  <c:v>0.556339816</c:v>
                </c:pt>
                <c:pt idx="8894">
                  <c:v>0.556339816</c:v>
                </c:pt>
                <c:pt idx="8895">
                  <c:v>0.556492155</c:v>
                </c:pt>
                <c:pt idx="8896">
                  <c:v>0.556492155</c:v>
                </c:pt>
                <c:pt idx="8897">
                  <c:v>0.556695272</c:v>
                </c:pt>
                <c:pt idx="8898">
                  <c:v>0.556695272</c:v>
                </c:pt>
                <c:pt idx="8899">
                  <c:v>0.556796831</c:v>
                </c:pt>
                <c:pt idx="8900">
                  <c:v>0.556796831</c:v>
                </c:pt>
                <c:pt idx="8901">
                  <c:v>0.556847611</c:v>
                </c:pt>
                <c:pt idx="8902">
                  <c:v>0.556847611</c:v>
                </c:pt>
                <c:pt idx="8903">
                  <c:v>0.55694917</c:v>
                </c:pt>
                <c:pt idx="8904">
                  <c:v>0.55694917</c:v>
                </c:pt>
                <c:pt idx="8905">
                  <c:v>0.557101508</c:v>
                </c:pt>
                <c:pt idx="8906">
                  <c:v>0.557101508</c:v>
                </c:pt>
                <c:pt idx="8907">
                  <c:v>0.557152288</c:v>
                </c:pt>
                <c:pt idx="8908">
                  <c:v>0.557203067</c:v>
                </c:pt>
                <c:pt idx="8909">
                  <c:v>0.557203067</c:v>
                </c:pt>
                <c:pt idx="8910">
                  <c:v>0.557304626</c:v>
                </c:pt>
                <c:pt idx="8911">
                  <c:v>0.557304626</c:v>
                </c:pt>
                <c:pt idx="8912">
                  <c:v>0.557406185</c:v>
                </c:pt>
                <c:pt idx="8913">
                  <c:v>0.557558523</c:v>
                </c:pt>
                <c:pt idx="8914">
                  <c:v>0.557558523</c:v>
                </c:pt>
                <c:pt idx="8915">
                  <c:v>0.557761641</c:v>
                </c:pt>
                <c:pt idx="8916">
                  <c:v>0.557761641</c:v>
                </c:pt>
                <c:pt idx="8917">
                  <c:v>0.5578632</c:v>
                </c:pt>
                <c:pt idx="8918">
                  <c:v>0.5578632</c:v>
                </c:pt>
                <c:pt idx="8919">
                  <c:v>0.558269436</c:v>
                </c:pt>
                <c:pt idx="8920">
                  <c:v>0.558269436</c:v>
                </c:pt>
                <c:pt idx="8921">
                  <c:v>0.558320215</c:v>
                </c:pt>
                <c:pt idx="8922">
                  <c:v>0.558523333</c:v>
                </c:pt>
                <c:pt idx="8923">
                  <c:v>0.558523333</c:v>
                </c:pt>
                <c:pt idx="8924">
                  <c:v>0.558624892</c:v>
                </c:pt>
                <c:pt idx="8925">
                  <c:v>0.558624892</c:v>
                </c:pt>
                <c:pt idx="8926">
                  <c:v>0.558980348</c:v>
                </c:pt>
                <c:pt idx="8927">
                  <c:v>0.559031128</c:v>
                </c:pt>
                <c:pt idx="8928">
                  <c:v>0.559031128</c:v>
                </c:pt>
                <c:pt idx="8929">
                  <c:v>0.559234246</c:v>
                </c:pt>
                <c:pt idx="8930">
                  <c:v>0.559234246</c:v>
                </c:pt>
                <c:pt idx="8931">
                  <c:v>0.559437364</c:v>
                </c:pt>
                <c:pt idx="8932">
                  <c:v>0.559437364</c:v>
                </c:pt>
                <c:pt idx="8933">
                  <c:v>0.55979282</c:v>
                </c:pt>
                <c:pt idx="8934">
                  <c:v>0.559894379</c:v>
                </c:pt>
                <c:pt idx="8935">
                  <c:v>0.559945158</c:v>
                </c:pt>
                <c:pt idx="8936">
                  <c:v>0.559945158</c:v>
                </c:pt>
                <c:pt idx="8937">
                  <c:v>0.559995938</c:v>
                </c:pt>
                <c:pt idx="8938">
                  <c:v>0.559995938</c:v>
                </c:pt>
                <c:pt idx="8939">
                  <c:v>0.560046717</c:v>
                </c:pt>
                <c:pt idx="8940">
                  <c:v>0.560046717</c:v>
                </c:pt>
                <c:pt idx="8941">
                  <c:v>0.560148276</c:v>
                </c:pt>
                <c:pt idx="8942">
                  <c:v>0.560249835</c:v>
                </c:pt>
                <c:pt idx="8943">
                  <c:v>0.560249835</c:v>
                </c:pt>
                <c:pt idx="8944">
                  <c:v>0.560351394</c:v>
                </c:pt>
                <c:pt idx="8945">
                  <c:v>0.560402173</c:v>
                </c:pt>
                <c:pt idx="8946">
                  <c:v>0.560503732</c:v>
                </c:pt>
                <c:pt idx="8947">
                  <c:v>0.560503732</c:v>
                </c:pt>
                <c:pt idx="8948">
                  <c:v>0.560605291</c:v>
                </c:pt>
                <c:pt idx="8949">
                  <c:v>0.560605291</c:v>
                </c:pt>
                <c:pt idx="8950">
                  <c:v>0.560605291</c:v>
                </c:pt>
                <c:pt idx="8951">
                  <c:v>0.56070685</c:v>
                </c:pt>
                <c:pt idx="8952">
                  <c:v>0.560909968</c:v>
                </c:pt>
                <c:pt idx="8953">
                  <c:v>0.561062306</c:v>
                </c:pt>
                <c:pt idx="8954">
                  <c:v>0.561062306</c:v>
                </c:pt>
                <c:pt idx="8955">
                  <c:v>0.561163865</c:v>
                </c:pt>
                <c:pt idx="8956">
                  <c:v>0.561163865</c:v>
                </c:pt>
                <c:pt idx="8957">
                  <c:v>0.561265424</c:v>
                </c:pt>
                <c:pt idx="8958">
                  <c:v>0.561265424</c:v>
                </c:pt>
                <c:pt idx="8959">
                  <c:v>0.561316204</c:v>
                </c:pt>
                <c:pt idx="8960">
                  <c:v>0.561316204</c:v>
                </c:pt>
                <c:pt idx="8961">
                  <c:v>0.561417763</c:v>
                </c:pt>
                <c:pt idx="8962">
                  <c:v>0.561417763</c:v>
                </c:pt>
                <c:pt idx="8963">
                  <c:v>0.561519322</c:v>
                </c:pt>
                <c:pt idx="8964">
                  <c:v>0.561570101</c:v>
                </c:pt>
                <c:pt idx="8965">
                  <c:v>0.561773219</c:v>
                </c:pt>
                <c:pt idx="8966">
                  <c:v>0.561773219</c:v>
                </c:pt>
                <c:pt idx="8967">
                  <c:v>0.561874778</c:v>
                </c:pt>
                <c:pt idx="8968">
                  <c:v>0.562484131</c:v>
                </c:pt>
                <c:pt idx="8969">
                  <c:v>0.56258569</c:v>
                </c:pt>
                <c:pt idx="8970">
                  <c:v>0.56263647</c:v>
                </c:pt>
                <c:pt idx="8971">
                  <c:v>0.56263647</c:v>
                </c:pt>
                <c:pt idx="8972">
                  <c:v>0.562941147</c:v>
                </c:pt>
                <c:pt idx="8973">
                  <c:v>0.563042706</c:v>
                </c:pt>
                <c:pt idx="8974">
                  <c:v>0.563195044</c:v>
                </c:pt>
                <c:pt idx="8975">
                  <c:v>0.563296603</c:v>
                </c:pt>
                <c:pt idx="8976">
                  <c:v>0.563347382</c:v>
                </c:pt>
                <c:pt idx="8977">
                  <c:v>0.563652059</c:v>
                </c:pt>
                <c:pt idx="8978">
                  <c:v>0.563804398</c:v>
                </c:pt>
                <c:pt idx="8979">
                  <c:v>0.563804398</c:v>
                </c:pt>
                <c:pt idx="8980">
                  <c:v>0.563804398</c:v>
                </c:pt>
                <c:pt idx="8981">
                  <c:v>0.563905956</c:v>
                </c:pt>
                <c:pt idx="8982">
                  <c:v>0.563905956</c:v>
                </c:pt>
                <c:pt idx="8983">
                  <c:v>0.564007515</c:v>
                </c:pt>
                <c:pt idx="8984">
                  <c:v>0.564007515</c:v>
                </c:pt>
                <c:pt idx="8985">
                  <c:v>0.564261413</c:v>
                </c:pt>
                <c:pt idx="8986">
                  <c:v>0.564362972</c:v>
                </c:pt>
                <c:pt idx="8987">
                  <c:v>0.564413751</c:v>
                </c:pt>
                <c:pt idx="8988">
                  <c:v>0.564413751</c:v>
                </c:pt>
                <c:pt idx="8989">
                  <c:v>0.564464531</c:v>
                </c:pt>
                <c:pt idx="8990">
                  <c:v>0.564464531</c:v>
                </c:pt>
                <c:pt idx="8991">
                  <c:v>0.564566089</c:v>
                </c:pt>
                <c:pt idx="8992">
                  <c:v>0.564667648</c:v>
                </c:pt>
                <c:pt idx="8993">
                  <c:v>0.564667648</c:v>
                </c:pt>
                <c:pt idx="8994">
                  <c:v>0.564972325</c:v>
                </c:pt>
                <c:pt idx="8995">
                  <c:v>0.565073884</c:v>
                </c:pt>
                <c:pt idx="8996">
                  <c:v>0.565175443</c:v>
                </c:pt>
                <c:pt idx="8997">
                  <c:v>0.565175443</c:v>
                </c:pt>
                <c:pt idx="8998">
                  <c:v>0.565175443</c:v>
                </c:pt>
                <c:pt idx="8999">
                  <c:v>0.565175443</c:v>
                </c:pt>
                <c:pt idx="9000">
                  <c:v>0.565277002</c:v>
                </c:pt>
                <c:pt idx="9001">
                  <c:v>0.565277002</c:v>
                </c:pt>
                <c:pt idx="9002">
                  <c:v>0.565632458</c:v>
                </c:pt>
                <c:pt idx="9003">
                  <c:v>0.565632458</c:v>
                </c:pt>
                <c:pt idx="9004">
                  <c:v>0.565632458</c:v>
                </c:pt>
                <c:pt idx="9005">
                  <c:v>0.565987914</c:v>
                </c:pt>
                <c:pt idx="9006">
                  <c:v>0.565987914</c:v>
                </c:pt>
                <c:pt idx="9007">
                  <c:v>0.566089473</c:v>
                </c:pt>
                <c:pt idx="9008">
                  <c:v>0.566089473</c:v>
                </c:pt>
                <c:pt idx="9009">
                  <c:v>0.566292591</c:v>
                </c:pt>
                <c:pt idx="9010">
                  <c:v>0.566292591</c:v>
                </c:pt>
                <c:pt idx="9011">
                  <c:v>0.56639415</c:v>
                </c:pt>
                <c:pt idx="9012">
                  <c:v>0.566495709</c:v>
                </c:pt>
                <c:pt idx="9013">
                  <c:v>0.566546489</c:v>
                </c:pt>
                <c:pt idx="9014">
                  <c:v>0.566546489</c:v>
                </c:pt>
                <c:pt idx="9015">
                  <c:v>0.566648048</c:v>
                </c:pt>
                <c:pt idx="9016">
                  <c:v>0.566648048</c:v>
                </c:pt>
                <c:pt idx="9017">
                  <c:v>0.566698827</c:v>
                </c:pt>
                <c:pt idx="9018">
                  <c:v>0.566800386</c:v>
                </c:pt>
                <c:pt idx="9019">
                  <c:v>0.566800386</c:v>
                </c:pt>
                <c:pt idx="9020">
                  <c:v>0.567003504</c:v>
                </c:pt>
                <c:pt idx="9021">
                  <c:v>0.567003504</c:v>
                </c:pt>
                <c:pt idx="9022">
                  <c:v>0.567206622</c:v>
                </c:pt>
                <c:pt idx="9023">
                  <c:v>0.56735896</c:v>
                </c:pt>
                <c:pt idx="9024">
                  <c:v>0.56740974</c:v>
                </c:pt>
                <c:pt idx="9025">
                  <c:v>0.567511298</c:v>
                </c:pt>
                <c:pt idx="9026">
                  <c:v>0.567562078</c:v>
                </c:pt>
                <c:pt idx="9027">
                  <c:v>0.567562078</c:v>
                </c:pt>
                <c:pt idx="9028">
                  <c:v>0.567917534</c:v>
                </c:pt>
                <c:pt idx="9029">
                  <c:v>0.567917534</c:v>
                </c:pt>
                <c:pt idx="9030">
                  <c:v>0.568019093</c:v>
                </c:pt>
                <c:pt idx="9031">
                  <c:v>0.568069873</c:v>
                </c:pt>
                <c:pt idx="9032">
                  <c:v>0.568069873</c:v>
                </c:pt>
                <c:pt idx="9033">
                  <c:v>0.568069873</c:v>
                </c:pt>
                <c:pt idx="9034">
                  <c:v>0.568120652</c:v>
                </c:pt>
                <c:pt idx="9035">
                  <c:v>0.568120652</c:v>
                </c:pt>
                <c:pt idx="9036">
                  <c:v>0.56827299</c:v>
                </c:pt>
                <c:pt idx="9037">
                  <c:v>0.56827299</c:v>
                </c:pt>
                <c:pt idx="9038">
                  <c:v>0.568374549</c:v>
                </c:pt>
                <c:pt idx="9039">
                  <c:v>0.568983903</c:v>
                </c:pt>
                <c:pt idx="9040">
                  <c:v>0.568983903</c:v>
                </c:pt>
                <c:pt idx="9041">
                  <c:v>0.569034682</c:v>
                </c:pt>
                <c:pt idx="9042">
                  <c:v>0.569034682</c:v>
                </c:pt>
                <c:pt idx="9043">
                  <c:v>0.569136241</c:v>
                </c:pt>
                <c:pt idx="9044">
                  <c:v>0.5692378</c:v>
                </c:pt>
                <c:pt idx="9045">
                  <c:v>0.569339359</c:v>
                </c:pt>
                <c:pt idx="9046">
                  <c:v>0.569390139</c:v>
                </c:pt>
                <c:pt idx="9047">
                  <c:v>0.569390139</c:v>
                </c:pt>
                <c:pt idx="9048">
                  <c:v>0.569440918</c:v>
                </c:pt>
                <c:pt idx="9049">
                  <c:v>0.569440918</c:v>
                </c:pt>
                <c:pt idx="9050">
                  <c:v>0.569491698</c:v>
                </c:pt>
                <c:pt idx="9051">
                  <c:v>0.569491698</c:v>
                </c:pt>
                <c:pt idx="9052">
                  <c:v>0.569694815</c:v>
                </c:pt>
                <c:pt idx="9053">
                  <c:v>0.569694815</c:v>
                </c:pt>
                <c:pt idx="9054">
                  <c:v>0.569745595</c:v>
                </c:pt>
                <c:pt idx="9055">
                  <c:v>0.569745595</c:v>
                </c:pt>
                <c:pt idx="9056">
                  <c:v>0.569796374</c:v>
                </c:pt>
                <c:pt idx="9057">
                  <c:v>0.569796374</c:v>
                </c:pt>
                <c:pt idx="9058">
                  <c:v>0.569948713</c:v>
                </c:pt>
                <c:pt idx="9059">
                  <c:v>0.570050272</c:v>
                </c:pt>
                <c:pt idx="9060">
                  <c:v>0.570354948</c:v>
                </c:pt>
                <c:pt idx="9061">
                  <c:v>0.570354948</c:v>
                </c:pt>
                <c:pt idx="9062">
                  <c:v>0.570710405</c:v>
                </c:pt>
                <c:pt idx="9063">
                  <c:v>0.570710405</c:v>
                </c:pt>
                <c:pt idx="9064">
                  <c:v>0.570761184</c:v>
                </c:pt>
                <c:pt idx="9065">
                  <c:v>0.570761184</c:v>
                </c:pt>
                <c:pt idx="9066">
                  <c:v>0.571319758</c:v>
                </c:pt>
                <c:pt idx="9067">
                  <c:v>0.571319758</c:v>
                </c:pt>
                <c:pt idx="9068">
                  <c:v>0.571675215</c:v>
                </c:pt>
                <c:pt idx="9069">
                  <c:v>0.571675215</c:v>
                </c:pt>
                <c:pt idx="9070">
                  <c:v>0.571776773</c:v>
                </c:pt>
                <c:pt idx="9071">
                  <c:v>0.571776773</c:v>
                </c:pt>
                <c:pt idx="9072">
                  <c:v>0.571878332</c:v>
                </c:pt>
                <c:pt idx="9073">
                  <c:v>0.57208145</c:v>
                </c:pt>
                <c:pt idx="9074">
                  <c:v>0.57208145</c:v>
                </c:pt>
                <c:pt idx="9075">
                  <c:v>0.57213223</c:v>
                </c:pt>
                <c:pt idx="9076">
                  <c:v>0.572233789</c:v>
                </c:pt>
                <c:pt idx="9077">
                  <c:v>0.572335348</c:v>
                </c:pt>
                <c:pt idx="9078">
                  <c:v>0.572335348</c:v>
                </c:pt>
                <c:pt idx="9079">
                  <c:v>0.572690804</c:v>
                </c:pt>
                <c:pt idx="9080">
                  <c:v>0.572690804</c:v>
                </c:pt>
                <c:pt idx="9081">
                  <c:v>0.572741583</c:v>
                </c:pt>
                <c:pt idx="9082">
                  <c:v>0.572741583</c:v>
                </c:pt>
                <c:pt idx="9083">
                  <c:v>0.572843142</c:v>
                </c:pt>
                <c:pt idx="9084">
                  <c:v>0.572995481</c:v>
                </c:pt>
                <c:pt idx="9085">
                  <c:v>0.572995481</c:v>
                </c:pt>
                <c:pt idx="9086">
                  <c:v>0.57304626</c:v>
                </c:pt>
                <c:pt idx="9087">
                  <c:v>0.57304626</c:v>
                </c:pt>
                <c:pt idx="9088">
                  <c:v>0.573147819</c:v>
                </c:pt>
                <c:pt idx="9089">
                  <c:v>0.573147819</c:v>
                </c:pt>
                <c:pt idx="9090">
                  <c:v>0.573198598</c:v>
                </c:pt>
                <c:pt idx="9091">
                  <c:v>0.573198598</c:v>
                </c:pt>
                <c:pt idx="9092">
                  <c:v>0.573300157</c:v>
                </c:pt>
                <c:pt idx="9093">
                  <c:v>0.573300157</c:v>
                </c:pt>
                <c:pt idx="9094">
                  <c:v>0.573554055</c:v>
                </c:pt>
                <c:pt idx="9095">
                  <c:v>0.573554055</c:v>
                </c:pt>
                <c:pt idx="9096">
                  <c:v>0.573706393</c:v>
                </c:pt>
                <c:pt idx="9097">
                  <c:v>0.573706393</c:v>
                </c:pt>
                <c:pt idx="9098">
                  <c:v>0.573757173</c:v>
                </c:pt>
                <c:pt idx="9099">
                  <c:v>0.573757173</c:v>
                </c:pt>
                <c:pt idx="9100">
                  <c:v>0.573807952</c:v>
                </c:pt>
                <c:pt idx="9101">
                  <c:v>0.573807952</c:v>
                </c:pt>
                <c:pt idx="9102">
                  <c:v>0.57396029</c:v>
                </c:pt>
                <c:pt idx="9103">
                  <c:v>0.57396029</c:v>
                </c:pt>
                <c:pt idx="9104">
                  <c:v>0.57396029</c:v>
                </c:pt>
                <c:pt idx="9105">
                  <c:v>0.574112629</c:v>
                </c:pt>
                <c:pt idx="9106">
                  <c:v>0.574112629</c:v>
                </c:pt>
                <c:pt idx="9107">
                  <c:v>0.574163408</c:v>
                </c:pt>
                <c:pt idx="9108">
                  <c:v>0.574163408</c:v>
                </c:pt>
                <c:pt idx="9109">
                  <c:v>0.574569644</c:v>
                </c:pt>
                <c:pt idx="9110">
                  <c:v>0.574620424</c:v>
                </c:pt>
                <c:pt idx="9111">
                  <c:v>0.574721982</c:v>
                </c:pt>
                <c:pt idx="9112">
                  <c:v>0.574721982</c:v>
                </c:pt>
                <c:pt idx="9113">
                  <c:v>0.575077439</c:v>
                </c:pt>
                <c:pt idx="9114">
                  <c:v>0.575077439</c:v>
                </c:pt>
                <c:pt idx="9115">
                  <c:v>0.575432895</c:v>
                </c:pt>
                <c:pt idx="9116">
                  <c:v>0.575432895</c:v>
                </c:pt>
                <c:pt idx="9117">
                  <c:v>0.575737572</c:v>
                </c:pt>
                <c:pt idx="9118">
                  <c:v>0.575737572</c:v>
                </c:pt>
                <c:pt idx="9119">
                  <c:v>0.575839131</c:v>
                </c:pt>
                <c:pt idx="9120">
                  <c:v>0.575839131</c:v>
                </c:pt>
                <c:pt idx="9121">
                  <c:v>0.575839131</c:v>
                </c:pt>
                <c:pt idx="9122">
                  <c:v>0.575991469</c:v>
                </c:pt>
                <c:pt idx="9123">
                  <c:v>0.576245366</c:v>
                </c:pt>
                <c:pt idx="9124">
                  <c:v>0.576397705</c:v>
                </c:pt>
                <c:pt idx="9125">
                  <c:v>0.576448484</c:v>
                </c:pt>
                <c:pt idx="9126">
                  <c:v>0.576448484</c:v>
                </c:pt>
                <c:pt idx="9127">
                  <c:v>0.576448484</c:v>
                </c:pt>
                <c:pt idx="9128">
                  <c:v>0.576550043</c:v>
                </c:pt>
                <c:pt idx="9129">
                  <c:v>0.576550043</c:v>
                </c:pt>
                <c:pt idx="9130">
                  <c:v>0.576702382</c:v>
                </c:pt>
                <c:pt idx="9131">
                  <c:v>0.576702382</c:v>
                </c:pt>
                <c:pt idx="9132">
                  <c:v>0.576753161</c:v>
                </c:pt>
                <c:pt idx="9133">
                  <c:v>0.57685472</c:v>
                </c:pt>
                <c:pt idx="9134">
                  <c:v>0.57685472</c:v>
                </c:pt>
                <c:pt idx="9135">
                  <c:v>0.577007058</c:v>
                </c:pt>
                <c:pt idx="9136">
                  <c:v>0.577007058</c:v>
                </c:pt>
                <c:pt idx="9137">
                  <c:v>0.577057838</c:v>
                </c:pt>
                <c:pt idx="9138">
                  <c:v>0.577260956</c:v>
                </c:pt>
                <c:pt idx="9139">
                  <c:v>0.577464074</c:v>
                </c:pt>
                <c:pt idx="9140">
                  <c:v>0.577464074</c:v>
                </c:pt>
                <c:pt idx="9141">
                  <c:v>0.577616412</c:v>
                </c:pt>
                <c:pt idx="9142">
                  <c:v>0.57781953</c:v>
                </c:pt>
                <c:pt idx="9143">
                  <c:v>0.577870309</c:v>
                </c:pt>
                <c:pt idx="9144">
                  <c:v>0.577870309</c:v>
                </c:pt>
                <c:pt idx="9145">
                  <c:v>0.578073427</c:v>
                </c:pt>
                <c:pt idx="9146">
                  <c:v>0.578073427</c:v>
                </c:pt>
                <c:pt idx="9147">
                  <c:v>0.578276545</c:v>
                </c:pt>
                <c:pt idx="9148">
                  <c:v>0.578276545</c:v>
                </c:pt>
                <c:pt idx="9149">
                  <c:v>0.578327324</c:v>
                </c:pt>
                <c:pt idx="9150">
                  <c:v>0.578327324</c:v>
                </c:pt>
                <c:pt idx="9151">
                  <c:v>0.578428883</c:v>
                </c:pt>
                <c:pt idx="9152">
                  <c:v>0.578428883</c:v>
                </c:pt>
                <c:pt idx="9153">
                  <c:v>0.578479663</c:v>
                </c:pt>
                <c:pt idx="9154">
                  <c:v>0.578479663</c:v>
                </c:pt>
                <c:pt idx="9155">
                  <c:v>0.578682781</c:v>
                </c:pt>
                <c:pt idx="9156">
                  <c:v>0.578682781</c:v>
                </c:pt>
                <c:pt idx="9157">
                  <c:v>0.57878434</c:v>
                </c:pt>
                <c:pt idx="9158">
                  <c:v>0.578885899</c:v>
                </c:pt>
                <c:pt idx="9159">
                  <c:v>0.578885899</c:v>
                </c:pt>
                <c:pt idx="9160">
                  <c:v>0.578987457</c:v>
                </c:pt>
                <c:pt idx="9161">
                  <c:v>0.579139796</c:v>
                </c:pt>
                <c:pt idx="9162">
                  <c:v>0.579139796</c:v>
                </c:pt>
                <c:pt idx="9163">
                  <c:v>0.579241355</c:v>
                </c:pt>
                <c:pt idx="9164">
                  <c:v>0.579342914</c:v>
                </c:pt>
                <c:pt idx="9165">
                  <c:v>0.579342914</c:v>
                </c:pt>
                <c:pt idx="9166">
                  <c:v>0.579393693</c:v>
                </c:pt>
                <c:pt idx="9167">
                  <c:v>0.579495252</c:v>
                </c:pt>
                <c:pt idx="9168">
                  <c:v>0.579596811</c:v>
                </c:pt>
                <c:pt idx="9169">
                  <c:v>0.57969837</c:v>
                </c:pt>
                <c:pt idx="9170">
                  <c:v>0.579799929</c:v>
                </c:pt>
                <c:pt idx="9171">
                  <c:v>0.579799929</c:v>
                </c:pt>
                <c:pt idx="9172">
                  <c:v>0.579850708</c:v>
                </c:pt>
                <c:pt idx="9173">
                  <c:v>0.579850708</c:v>
                </c:pt>
                <c:pt idx="9174">
                  <c:v>0.579952267</c:v>
                </c:pt>
                <c:pt idx="9175">
                  <c:v>0.579952267</c:v>
                </c:pt>
                <c:pt idx="9176">
                  <c:v>0.580510841</c:v>
                </c:pt>
                <c:pt idx="9177">
                  <c:v>0.580713959</c:v>
                </c:pt>
                <c:pt idx="9178">
                  <c:v>0.580815518</c:v>
                </c:pt>
                <c:pt idx="9179">
                  <c:v>0.580815518</c:v>
                </c:pt>
                <c:pt idx="9180">
                  <c:v>0.580866298</c:v>
                </c:pt>
                <c:pt idx="9181">
                  <c:v>0.580866298</c:v>
                </c:pt>
                <c:pt idx="9182">
                  <c:v>0.580967857</c:v>
                </c:pt>
                <c:pt idx="9183">
                  <c:v>0.580967857</c:v>
                </c:pt>
                <c:pt idx="9184">
                  <c:v>0.581069416</c:v>
                </c:pt>
                <c:pt idx="9185">
                  <c:v>0.581374092</c:v>
                </c:pt>
                <c:pt idx="9186">
                  <c:v>0.581475651</c:v>
                </c:pt>
                <c:pt idx="9187">
                  <c:v>0.581475651</c:v>
                </c:pt>
                <c:pt idx="9188">
                  <c:v>0.581678769</c:v>
                </c:pt>
                <c:pt idx="9189">
                  <c:v>0.581729549</c:v>
                </c:pt>
                <c:pt idx="9190">
                  <c:v>0.581881887</c:v>
                </c:pt>
                <c:pt idx="9191">
                  <c:v>0.581881887</c:v>
                </c:pt>
                <c:pt idx="9192">
                  <c:v>0.582085005</c:v>
                </c:pt>
                <c:pt idx="9193">
                  <c:v>0.582085005</c:v>
                </c:pt>
                <c:pt idx="9194">
                  <c:v>0.582135784</c:v>
                </c:pt>
                <c:pt idx="9195">
                  <c:v>0.582135784</c:v>
                </c:pt>
                <c:pt idx="9196">
                  <c:v>0.582186564</c:v>
                </c:pt>
                <c:pt idx="9197">
                  <c:v>0.582237343</c:v>
                </c:pt>
                <c:pt idx="9198">
                  <c:v>0.582237343</c:v>
                </c:pt>
                <c:pt idx="9199">
                  <c:v>0.582288123</c:v>
                </c:pt>
                <c:pt idx="9200">
                  <c:v>0.582288123</c:v>
                </c:pt>
                <c:pt idx="9201">
                  <c:v>0.582338902</c:v>
                </c:pt>
                <c:pt idx="9202">
                  <c:v>0.582338902</c:v>
                </c:pt>
                <c:pt idx="9203">
                  <c:v>0.582389682</c:v>
                </c:pt>
                <c:pt idx="9204">
                  <c:v>0.582389682</c:v>
                </c:pt>
                <c:pt idx="9205">
                  <c:v>0.58254202</c:v>
                </c:pt>
                <c:pt idx="9206">
                  <c:v>0.58254202</c:v>
                </c:pt>
                <c:pt idx="9207">
                  <c:v>0.582592799</c:v>
                </c:pt>
                <c:pt idx="9208">
                  <c:v>0.582592799</c:v>
                </c:pt>
                <c:pt idx="9209">
                  <c:v>0.582846697</c:v>
                </c:pt>
                <c:pt idx="9210">
                  <c:v>0.582948256</c:v>
                </c:pt>
                <c:pt idx="9211">
                  <c:v>0.582999035</c:v>
                </c:pt>
                <c:pt idx="9212">
                  <c:v>0.583100594</c:v>
                </c:pt>
                <c:pt idx="9213">
                  <c:v>0.583151374</c:v>
                </c:pt>
                <c:pt idx="9214">
                  <c:v>0.583151374</c:v>
                </c:pt>
                <c:pt idx="9215">
                  <c:v>0.583202153</c:v>
                </c:pt>
                <c:pt idx="9216">
                  <c:v>0.583202153</c:v>
                </c:pt>
                <c:pt idx="9217">
                  <c:v>0.583303712</c:v>
                </c:pt>
                <c:pt idx="9218">
                  <c:v>0.583303712</c:v>
                </c:pt>
                <c:pt idx="9219">
                  <c:v>0.583405271</c:v>
                </c:pt>
                <c:pt idx="9220">
                  <c:v>0.58350683</c:v>
                </c:pt>
                <c:pt idx="9221">
                  <c:v>0.583557609</c:v>
                </c:pt>
                <c:pt idx="9222">
                  <c:v>0.583557609</c:v>
                </c:pt>
                <c:pt idx="9223">
                  <c:v>0.583862286</c:v>
                </c:pt>
                <c:pt idx="9224">
                  <c:v>0.583963845</c:v>
                </c:pt>
                <c:pt idx="9225">
                  <c:v>0.584014624</c:v>
                </c:pt>
                <c:pt idx="9226">
                  <c:v>0.584014624</c:v>
                </c:pt>
                <c:pt idx="9227">
                  <c:v>0.584065404</c:v>
                </c:pt>
                <c:pt idx="9228">
                  <c:v>0.584065404</c:v>
                </c:pt>
                <c:pt idx="9229">
                  <c:v>0.584166963</c:v>
                </c:pt>
                <c:pt idx="9230">
                  <c:v>0.58442086</c:v>
                </c:pt>
                <c:pt idx="9231">
                  <c:v>0.58442086</c:v>
                </c:pt>
                <c:pt idx="9232">
                  <c:v>0.58447164</c:v>
                </c:pt>
                <c:pt idx="9233">
                  <c:v>0.58447164</c:v>
                </c:pt>
                <c:pt idx="9234">
                  <c:v>0.584623978</c:v>
                </c:pt>
                <c:pt idx="9235">
                  <c:v>0.584674758</c:v>
                </c:pt>
                <c:pt idx="9236">
                  <c:v>0.585030214</c:v>
                </c:pt>
                <c:pt idx="9237">
                  <c:v>0.585030214</c:v>
                </c:pt>
                <c:pt idx="9238">
                  <c:v>0.585182552</c:v>
                </c:pt>
                <c:pt idx="9239">
                  <c:v>0.585284111</c:v>
                </c:pt>
                <c:pt idx="9240">
                  <c:v>0.585334891</c:v>
                </c:pt>
                <c:pt idx="9241">
                  <c:v>0.585436449</c:v>
                </c:pt>
                <c:pt idx="9242">
                  <c:v>0.585690347</c:v>
                </c:pt>
                <c:pt idx="9243">
                  <c:v>0.585741126</c:v>
                </c:pt>
                <c:pt idx="9244">
                  <c:v>0.585741126</c:v>
                </c:pt>
                <c:pt idx="9245">
                  <c:v>0.585842685</c:v>
                </c:pt>
                <c:pt idx="9246">
                  <c:v>0.585842685</c:v>
                </c:pt>
                <c:pt idx="9247">
                  <c:v>0.586248921</c:v>
                </c:pt>
                <c:pt idx="9248">
                  <c:v>0.586248921</c:v>
                </c:pt>
                <c:pt idx="9249">
                  <c:v>0.586248921</c:v>
                </c:pt>
                <c:pt idx="9250">
                  <c:v>0.5862997</c:v>
                </c:pt>
                <c:pt idx="9251">
                  <c:v>0.586452039</c:v>
                </c:pt>
                <c:pt idx="9252">
                  <c:v>0.586452039</c:v>
                </c:pt>
                <c:pt idx="9253">
                  <c:v>0.586502818</c:v>
                </c:pt>
                <c:pt idx="9254">
                  <c:v>0.586502818</c:v>
                </c:pt>
                <c:pt idx="9255">
                  <c:v>0.586705936</c:v>
                </c:pt>
                <c:pt idx="9256">
                  <c:v>0.586705936</c:v>
                </c:pt>
                <c:pt idx="9257">
                  <c:v>0.586756716</c:v>
                </c:pt>
                <c:pt idx="9258">
                  <c:v>0.586756716</c:v>
                </c:pt>
                <c:pt idx="9259">
                  <c:v>0.586858275</c:v>
                </c:pt>
                <c:pt idx="9260">
                  <c:v>0.587112172</c:v>
                </c:pt>
                <c:pt idx="9261">
                  <c:v>0.587162951</c:v>
                </c:pt>
                <c:pt idx="9262">
                  <c:v>0.58726451</c:v>
                </c:pt>
                <c:pt idx="9263">
                  <c:v>0.587366069</c:v>
                </c:pt>
                <c:pt idx="9264">
                  <c:v>0.587366069</c:v>
                </c:pt>
                <c:pt idx="9265">
                  <c:v>0.587670746</c:v>
                </c:pt>
                <c:pt idx="9266">
                  <c:v>0.587670746</c:v>
                </c:pt>
                <c:pt idx="9267">
                  <c:v>0.587772305</c:v>
                </c:pt>
                <c:pt idx="9268">
                  <c:v>0.587772305</c:v>
                </c:pt>
                <c:pt idx="9269">
                  <c:v>0.587823084</c:v>
                </c:pt>
                <c:pt idx="9270">
                  <c:v>0.587823084</c:v>
                </c:pt>
                <c:pt idx="9271">
                  <c:v>0.587924643</c:v>
                </c:pt>
                <c:pt idx="9272">
                  <c:v>0.588026202</c:v>
                </c:pt>
                <c:pt idx="9273">
                  <c:v>0.588381658</c:v>
                </c:pt>
                <c:pt idx="9274">
                  <c:v>0.588381658</c:v>
                </c:pt>
                <c:pt idx="9275">
                  <c:v>0.588432438</c:v>
                </c:pt>
                <c:pt idx="9276">
                  <c:v>0.588432438</c:v>
                </c:pt>
                <c:pt idx="9277">
                  <c:v>0.588584776</c:v>
                </c:pt>
                <c:pt idx="9278">
                  <c:v>0.588584776</c:v>
                </c:pt>
                <c:pt idx="9279">
                  <c:v>0.588787894</c:v>
                </c:pt>
                <c:pt idx="9280">
                  <c:v>0.588787894</c:v>
                </c:pt>
                <c:pt idx="9281">
                  <c:v>0.589041791</c:v>
                </c:pt>
                <c:pt idx="9282">
                  <c:v>0.589041791</c:v>
                </c:pt>
                <c:pt idx="9283">
                  <c:v>0.589295689</c:v>
                </c:pt>
                <c:pt idx="9284">
                  <c:v>0.589346468</c:v>
                </c:pt>
                <c:pt idx="9285">
                  <c:v>0.589549586</c:v>
                </c:pt>
                <c:pt idx="9286">
                  <c:v>0.589549586</c:v>
                </c:pt>
                <c:pt idx="9287">
                  <c:v>0.589752704</c:v>
                </c:pt>
                <c:pt idx="9288">
                  <c:v>0.589752704</c:v>
                </c:pt>
                <c:pt idx="9289">
                  <c:v>0.589854263</c:v>
                </c:pt>
                <c:pt idx="9290">
                  <c:v>0.589905042</c:v>
                </c:pt>
                <c:pt idx="9291">
                  <c:v>0.589905042</c:v>
                </c:pt>
                <c:pt idx="9292">
                  <c:v>0.590260499</c:v>
                </c:pt>
                <c:pt idx="9293">
                  <c:v>0.590362058</c:v>
                </c:pt>
                <c:pt idx="9294">
                  <c:v>0.590362058</c:v>
                </c:pt>
                <c:pt idx="9295">
                  <c:v>0.590565175</c:v>
                </c:pt>
                <c:pt idx="9296">
                  <c:v>0.590565175</c:v>
                </c:pt>
                <c:pt idx="9297">
                  <c:v>0.590717514</c:v>
                </c:pt>
                <c:pt idx="9298">
                  <c:v>0.590717514</c:v>
                </c:pt>
                <c:pt idx="9299">
                  <c:v>0.590768293</c:v>
                </c:pt>
                <c:pt idx="9300">
                  <c:v>0.590768293</c:v>
                </c:pt>
                <c:pt idx="9301">
                  <c:v>0.590819073</c:v>
                </c:pt>
                <c:pt idx="9302">
                  <c:v>0.590920632</c:v>
                </c:pt>
                <c:pt idx="9303">
                  <c:v>0.590971411</c:v>
                </c:pt>
                <c:pt idx="9304">
                  <c:v>0.590971411</c:v>
                </c:pt>
                <c:pt idx="9305">
                  <c:v>0.59107297</c:v>
                </c:pt>
                <c:pt idx="9306">
                  <c:v>0.59107297</c:v>
                </c:pt>
                <c:pt idx="9307">
                  <c:v>0.591225308</c:v>
                </c:pt>
                <c:pt idx="9308">
                  <c:v>0.591225308</c:v>
                </c:pt>
                <c:pt idx="9309">
                  <c:v>0.591428426</c:v>
                </c:pt>
                <c:pt idx="9310">
                  <c:v>0.591428426</c:v>
                </c:pt>
                <c:pt idx="9311">
                  <c:v>0.591428426</c:v>
                </c:pt>
                <c:pt idx="9312">
                  <c:v>0.591428426</c:v>
                </c:pt>
                <c:pt idx="9313">
                  <c:v>0.591479206</c:v>
                </c:pt>
                <c:pt idx="9314">
                  <c:v>0.591479206</c:v>
                </c:pt>
                <c:pt idx="9315">
                  <c:v>0.591631544</c:v>
                </c:pt>
                <c:pt idx="9316">
                  <c:v>0.591631544</c:v>
                </c:pt>
                <c:pt idx="9317">
                  <c:v>0.592545575</c:v>
                </c:pt>
                <c:pt idx="9318">
                  <c:v>0.592545575</c:v>
                </c:pt>
                <c:pt idx="9319">
                  <c:v>0.592850251</c:v>
                </c:pt>
                <c:pt idx="9320">
                  <c:v>0.592850251</c:v>
                </c:pt>
                <c:pt idx="9321">
                  <c:v>0.592901031</c:v>
                </c:pt>
                <c:pt idx="9322">
                  <c:v>0.592901031</c:v>
                </c:pt>
                <c:pt idx="9323">
                  <c:v>0.593307267</c:v>
                </c:pt>
                <c:pt idx="9324">
                  <c:v>0.593307267</c:v>
                </c:pt>
                <c:pt idx="9325">
                  <c:v>0.593358046</c:v>
                </c:pt>
                <c:pt idx="9326">
                  <c:v>0.593358046</c:v>
                </c:pt>
                <c:pt idx="9327">
                  <c:v>0.593408825</c:v>
                </c:pt>
                <c:pt idx="9328">
                  <c:v>0.593408825</c:v>
                </c:pt>
                <c:pt idx="9329">
                  <c:v>0.593510384</c:v>
                </c:pt>
                <c:pt idx="9330">
                  <c:v>0.593510384</c:v>
                </c:pt>
                <c:pt idx="9331">
                  <c:v>0.593764282</c:v>
                </c:pt>
                <c:pt idx="9332">
                  <c:v>0.593815061</c:v>
                </c:pt>
                <c:pt idx="9333">
                  <c:v>0.593815061</c:v>
                </c:pt>
                <c:pt idx="9334">
                  <c:v>0.593815061</c:v>
                </c:pt>
                <c:pt idx="9335">
                  <c:v>0.593865841</c:v>
                </c:pt>
                <c:pt idx="9336">
                  <c:v>0.5939674</c:v>
                </c:pt>
                <c:pt idx="9337">
                  <c:v>0.5939674</c:v>
                </c:pt>
                <c:pt idx="9338">
                  <c:v>0.594018179</c:v>
                </c:pt>
                <c:pt idx="9339">
                  <c:v>0.594068959</c:v>
                </c:pt>
                <c:pt idx="9340">
                  <c:v>0.594068959</c:v>
                </c:pt>
                <c:pt idx="9341">
                  <c:v>0.594170517</c:v>
                </c:pt>
                <c:pt idx="9342">
                  <c:v>0.594170517</c:v>
                </c:pt>
                <c:pt idx="9343">
                  <c:v>0.594221297</c:v>
                </c:pt>
                <c:pt idx="9344">
                  <c:v>0.594221297</c:v>
                </c:pt>
                <c:pt idx="9345">
                  <c:v>0.594373635</c:v>
                </c:pt>
                <c:pt idx="9346">
                  <c:v>0.594373635</c:v>
                </c:pt>
                <c:pt idx="9347">
                  <c:v>0.594627533</c:v>
                </c:pt>
                <c:pt idx="9348">
                  <c:v>0.594627533</c:v>
                </c:pt>
                <c:pt idx="9349">
                  <c:v>0.594729092</c:v>
                </c:pt>
                <c:pt idx="9350">
                  <c:v>0.594982989</c:v>
                </c:pt>
                <c:pt idx="9351">
                  <c:v>0.594982989</c:v>
                </c:pt>
                <c:pt idx="9352">
                  <c:v>0.595033768</c:v>
                </c:pt>
                <c:pt idx="9353">
                  <c:v>0.595033768</c:v>
                </c:pt>
                <c:pt idx="9354">
                  <c:v>0.595084548</c:v>
                </c:pt>
                <c:pt idx="9355">
                  <c:v>0.595084548</c:v>
                </c:pt>
                <c:pt idx="9356">
                  <c:v>0.595186107</c:v>
                </c:pt>
                <c:pt idx="9357">
                  <c:v>0.595440004</c:v>
                </c:pt>
                <c:pt idx="9358">
                  <c:v>0.595440004</c:v>
                </c:pt>
                <c:pt idx="9359">
                  <c:v>0.595490784</c:v>
                </c:pt>
                <c:pt idx="9360">
                  <c:v>0.595490784</c:v>
                </c:pt>
                <c:pt idx="9361">
                  <c:v>0.595592342</c:v>
                </c:pt>
                <c:pt idx="9362">
                  <c:v>0.595693901</c:v>
                </c:pt>
                <c:pt idx="9363">
                  <c:v>0.59579546</c:v>
                </c:pt>
                <c:pt idx="9364">
                  <c:v>0.59579546</c:v>
                </c:pt>
                <c:pt idx="9365">
                  <c:v>0.595947799</c:v>
                </c:pt>
                <c:pt idx="9366">
                  <c:v>0.596150917</c:v>
                </c:pt>
                <c:pt idx="9367">
                  <c:v>0.596150917</c:v>
                </c:pt>
                <c:pt idx="9368">
                  <c:v>0.596201696</c:v>
                </c:pt>
                <c:pt idx="9369">
                  <c:v>0.596201696</c:v>
                </c:pt>
                <c:pt idx="9370">
                  <c:v>0.596252475</c:v>
                </c:pt>
                <c:pt idx="9371">
                  <c:v>0.596354034</c:v>
                </c:pt>
                <c:pt idx="9372">
                  <c:v>0.59676027</c:v>
                </c:pt>
                <c:pt idx="9373">
                  <c:v>0.59676027</c:v>
                </c:pt>
                <c:pt idx="9374">
                  <c:v>0.596861829</c:v>
                </c:pt>
                <c:pt idx="9375">
                  <c:v>0.596861829</c:v>
                </c:pt>
                <c:pt idx="9376">
                  <c:v>0.597115726</c:v>
                </c:pt>
                <c:pt idx="9377">
                  <c:v>0.597115726</c:v>
                </c:pt>
                <c:pt idx="9378">
                  <c:v>0.597420403</c:v>
                </c:pt>
                <c:pt idx="9379">
                  <c:v>0.597420403</c:v>
                </c:pt>
                <c:pt idx="9380">
                  <c:v>0.597471183</c:v>
                </c:pt>
                <c:pt idx="9381">
                  <c:v>0.597471183</c:v>
                </c:pt>
                <c:pt idx="9382">
                  <c:v>0.597572742</c:v>
                </c:pt>
                <c:pt idx="9383">
                  <c:v>0.597572742</c:v>
                </c:pt>
                <c:pt idx="9384">
                  <c:v>0.597623521</c:v>
                </c:pt>
                <c:pt idx="9385">
                  <c:v>0.597623521</c:v>
                </c:pt>
                <c:pt idx="9386">
                  <c:v>0.59772508</c:v>
                </c:pt>
                <c:pt idx="9387">
                  <c:v>0.59772508</c:v>
                </c:pt>
                <c:pt idx="9388">
                  <c:v>0.597775859</c:v>
                </c:pt>
                <c:pt idx="9389">
                  <c:v>0.597775859</c:v>
                </c:pt>
                <c:pt idx="9390">
                  <c:v>0.597978977</c:v>
                </c:pt>
                <c:pt idx="9391">
                  <c:v>0.597978977</c:v>
                </c:pt>
                <c:pt idx="9392">
                  <c:v>0.597978977</c:v>
                </c:pt>
                <c:pt idx="9393">
                  <c:v>0.598029757</c:v>
                </c:pt>
                <c:pt idx="9394">
                  <c:v>0.598131316</c:v>
                </c:pt>
                <c:pt idx="9395">
                  <c:v>0.598182095</c:v>
                </c:pt>
                <c:pt idx="9396">
                  <c:v>0.598182095</c:v>
                </c:pt>
                <c:pt idx="9397">
                  <c:v>0.598283654</c:v>
                </c:pt>
                <c:pt idx="9398">
                  <c:v>0.598537551</c:v>
                </c:pt>
                <c:pt idx="9399">
                  <c:v>0.59863911</c:v>
                </c:pt>
                <c:pt idx="9400">
                  <c:v>0.59863911</c:v>
                </c:pt>
                <c:pt idx="9401">
                  <c:v>0.59868989</c:v>
                </c:pt>
                <c:pt idx="9402">
                  <c:v>0.59868989</c:v>
                </c:pt>
                <c:pt idx="9403">
                  <c:v>0.598842228</c:v>
                </c:pt>
                <c:pt idx="9404">
                  <c:v>0.598842228</c:v>
                </c:pt>
                <c:pt idx="9405">
                  <c:v>0.599045346</c:v>
                </c:pt>
                <c:pt idx="9406">
                  <c:v>0.599045346</c:v>
                </c:pt>
                <c:pt idx="9407">
                  <c:v>0.599197684</c:v>
                </c:pt>
                <c:pt idx="9408">
                  <c:v>0.599197684</c:v>
                </c:pt>
                <c:pt idx="9409">
                  <c:v>0.599553141</c:v>
                </c:pt>
                <c:pt idx="9410">
                  <c:v>0.599553141</c:v>
                </c:pt>
                <c:pt idx="9411">
                  <c:v>0.59960392</c:v>
                </c:pt>
                <c:pt idx="9412">
                  <c:v>0.599705479</c:v>
                </c:pt>
                <c:pt idx="9413">
                  <c:v>0.599756259</c:v>
                </c:pt>
                <c:pt idx="9414">
                  <c:v>0.599756259</c:v>
                </c:pt>
                <c:pt idx="9415">
                  <c:v>0.599857817</c:v>
                </c:pt>
                <c:pt idx="9416">
                  <c:v>0.599857817</c:v>
                </c:pt>
                <c:pt idx="9417">
                  <c:v>0.600010156</c:v>
                </c:pt>
                <c:pt idx="9418">
                  <c:v>0.600010156</c:v>
                </c:pt>
                <c:pt idx="9419">
                  <c:v>0.600264053</c:v>
                </c:pt>
                <c:pt idx="9420">
                  <c:v>0.600264053</c:v>
                </c:pt>
                <c:pt idx="9421">
                  <c:v>0.600467171</c:v>
                </c:pt>
                <c:pt idx="9422">
                  <c:v>0.60056873</c:v>
                </c:pt>
                <c:pt idx="9423">
                  <c:v>0.600721068</c:v>
                </c:pt>
                <c:pt idx="9424">
                  <c:v>0.600721068</c:v>
                </c:pt>
                <c:pt idx="9425">
                  <c:v>0.601025745</c:v>
                </c:pt>
                <c:pt idx="9426">
                  <c:v>0.601025745</c:v>
                </c:pt>
                <c:pt idx="9427">
                  <c:v>0.601076525</c:v>
                </c:pt>
                <c:pt idx="9428">
                  <c:v>0.601076525</c:v>
                </c:pt>
                <c:pt idx="9429">
                  <c:v>0.601178084</c:v>
                </c:pt>
                <c:pt idx="9430">
                  <c:v>0.601178084</c:v>
                </c:pt>
                <c:pt idx="9431">
                  <c:v>0.601228863</c:v>
                </c:pt>
                <c:pt idx="9432">
                  <c:v>0.601228863</c:v>
                </c:pt>
                <c:pt idx="9433">
                  <c:v>0.60148276</c:v>
                </c:pt>
                <c:pt idx="9434">
                  <c:v>0.601584319</c:v>
                </c:pt>
                <c:pt idx="9435">
                  <c:v>0.601685878</c:v>
                </c:pt>
                <c:pt idx="9436">
                  <c:v>0.601787437</c:v>
                </c:pt>
                <c:pt idx="9437">
                  <c:v>0.601990555</c:v>
                </c:pt>
                <c:pt idx="9438">
                  <c:v>0.601990555</c:v>
                </c:pt>
                <c:pt idx="9439">
                  <c:v>0.602142893</c:v>
                </c:pt>
                <c:pt idx="9440">
                  <c:v>0.602244452</c:v>
                </c:pt>
                <c:pt idx="9441">
                  <c:v>0.602244452</c:v>
                </c:pt>
                <c:pt idx="9442">
                  <c:v>0.60244757</c:v>
                </c:pt>
                <c:pt idx="9443">
                  <c:v>0.602752247</c:v>
                </c:pt>
                <c:pt idx="9444">
                  <c:v>0.602803026</c:v>
                </c:pt>
                <c:pt idx="9445">
                  <c:v>0.602853806</c:v>
                </c:pt>
                <c:pt idx="9446">
                  <c:v>0.602853806</c:v>
                </c:pt>
                <c:pt idx="9447">
                  <c:v>0.602904585</c:v>
                </c:pt>
                <c:pt idx="9448">
                  <c:v>0.602904585</c:v>
                </c:pt>
                <c:pt idx="9449">
                  <c:v>0.602955365</c:v>
                </c:pt>
                <c:pt idx="9450">
                  <c:v>0.602955365</c:v>
                </c:pt>
                <c:pt idx="9451">
                  <c:v>0.603056924</c:v>
                </c:pt>
                <c:pt idx="9452">
                  <c:v>0.603310821</c:v>
                </c:pt>
                <c:pt idx="9453">
                  <c:v>0.603310821</c:v>
                </c:pt>
                <c:pt idx="9454">
                  <c:v>0.603310821</c:v>
                </c:pt>
                <c:pt idx="9455">
                  <c:v>0.603615498</c:v>
                </c:pt>
                <c:pt idx="9456">
                  <c:v>0.603615498</c:v>
                </c:pt>
                <c:pt idx="9457">
                  <c:v>0.603869395</c:v>
                </c:pt>
                <c:pt idx="9458">
                  <c:v>0.603869395</c:v>
                </c:pt>
                <c:pt idx="9459">
                  <c:v>0.603920175</c:v>
                </c:pt>
                <c:pt idx="9460">
                  <c:v>0.603920175</c:v>
                </c:pt>
                <c:pt idx="9461">
                  <c:v>0.604174072</c:v>
                </c:pt>
                <c:pt idx="9462">
                  <c:v>0.604174072</c:v>
                </c:pt>
                <c:pt idx="9463">
                  <c:v>0.604174072</c:v>
                </c:pt>
                <c:pt idx="9464">
                  <c:v>0.604275631</c:v>
                </c:pt>
                <c:pt idx="9465">
                  <c:v>0.604275631</c:v>
                </c:pt>
                <c:pt idx="9466">
                  <c:v>0.60432641</c:v>
                </c:pt>
                <c:pt idx="9467">
                  <c:v>0.60432641</c:v>
                </c:pt>
                <c:pt idx="9468">
                  <c:v>0.604580308</c:v>
                </c:pt>
                <c:pt idx="9469">
                  <c:v>0.604580308</c:v>
                </c:pt>
                <c:pt idx="9470">
                  <c:v>0.604732646</c:v>
                </c:pt>
                <c:pt idx="9471">
                  <c:v>0.604884985</c:v>
                </c:pt>
                <c:pt idx="9472">
                  <c:v>0.604935764</c:v>
                </c:pt>
                <c:pt idx="9473">
                  <c:v>0.605037323</c:v>
                </c:pt>
                <c:pt idx="9474">
                  <c:v>0.60529122</c:v>
                </c:pt>
                <c:pt idx="9475">
                  <c:v>0.60529122</c:v>
                </c:pt>
                <c:pt idx="9476">
                  <c:v>0.605494338</c:v>
                </c:pt>
                <c:pt idx="9477">
                  <c:v>0.605494338</c:v>
                </c:pt>
                <c:pt idx="9478">
                  <c:v>0.605697456</c:v>
                </c:pt>
                <c:pt idx="9479">
                  <c:v>0.605697456</c:v>
                </c:pt>
                <c:pt idx="9480">
                  <c:v>0.605849794</c:v>
                </c:pt>
                <c:pt idx="9481">
                  <c:v>0.605951353</c:v>
                </c:pt>
                <c:pt idx="9482">
                  <c:v>0.606052912</c:v>
                </c:pt>
                <c:pt idx="9483">
                  <c:v>0.606103692</c:v>
                </c:pt>
                <c:pt idx="9484">
                  <c:v>0.606154471</c:v>
                </c:pt>
                <c:pt idx="9485">
                  <c:v>0.606154471</c:v>
                </c:pt>
                <c:pt idx="9486">
                  <c:v>0.606357589</c:v>
                </c:pt>
                <c:pt idx="9487">
                  <c:v>0.606459148</c:v>
                </c:pt>
                <c:pt idx="9488">
                  <c:v>0.606459148</c:v>
                </c:pt>
                <c:pt idx="9489">
                  <c:v>0.606509927</c:v>
                </c:pt>
                <c:pt idx="9490">
                  <c:v>0.606509927</c:v>
                </c:pt>
                <c:pt idx="9491">
                  <c:v>0.606763825</c:v>
                </c:pt>
                <c:pt idx="9492">
                  <c:v>0.606966943</c:v>
                </c:pt>
                <c:pt idx="9493">
                  <c:v>0.607322399</c:v>
                </c:pt>
                <c:pt idx="9494">
                  <c:v>0.607322399</c:v>
                </c:pt>
                <c:pt idx="9495">
                  <c:v>0.607525517</c:v>
                </c:pt>
                <c:pt idx="9496">
                  <c:v>0.607627076</c:v>
                </c:pt>
                <c:pt idx="9497">
                  <c:v>0.607677855</c:v>
                </c:pt>
                <c:pt idx="9498">
                  <c:v>0.607677855</c:v>
                </c:pt>
                <c:pt idx="9499">
                  <c:v>0.607779414</c:v>
                </c:pt>
                <c:pt idx="9500">
                  <c:v>0.607880973</c:v>
                </c:pt>
                <c:pt idx="9501">
                  <c:v>0.607880973</c:v>
                </c:pt>
                <c:pt idx="9502">
                  <c:v>0.60818565</c:v>
                </c:pt>
                <c:pt idx="9503">
                  <c:v>0.60818565</c:v>
                </c:pt>
                <c:pt idx="9504">
                  <c:v>0.608439547</c:v>
                </c:pt>
                <c:pt idx="9505">
                  <c:v>0.608439547</c:v>
                </c:pt>
                <c:pt idx="9506">
                  <c:v>0.608693444</c:v>
                </c:pt>
                <c:pt idx="9507">
                  <c:v>0.608693444</c:v>
                </c:pt>
                <c:pt idx="9508">
                  <c:v>0.608845783</c:v>
                </c:pt>
                <c:pt idx="9509">
                  <c:v>0.608947342</c:v>
                </c:pt>
                <c:pt idx="9510">
                  <c:v>0.608947342</c:v>
                </c:pt>
                <c:pt idx="9511">
                  <c:v>0.609607475</c:v>
                </c:pt>
                <c:pt idx="9512">
                  <c:v>0.609607475</c:v>
                </c:pt>
                <c:pt idx="9513">
                  <c:v>0.61006449</c:v>
                </c:pt>
                <c:pt idx="9514">
                  <c:v>0.610115269</c:v>
                </c:pt>
                <c:pt idx="9515">
                  <c:v>0.610115269</c:v>
                </c:pt>
                <c:pt idx="9516">
                  <c:v>0.610166049</c:v>
                </c:pt>
                <c:pt idx="9517">
                  <c:v>0.610166049</c:v>
                </c:pt>
                <c:pt idx="9518">
                  <c:v>0.610419946</c:v>
                </c:pt>
                <c:pt idx="9519">
                  <c:v>0.610419946</c:v>
                </c:pt>
                <c:pt idx="9520">
                  <c:v>0.611080079</c:v>
                </c:pt>
                <c:pt idx="9521">
                  <c:v>0.611537094</c:v>
                </c:pt>
                <c:pt idx="9522">
                  <c:v>0.611638653</c:v>
                </c:pt>
                <c:pt idx="9523">
                  <c:v>0.611638653</c:v>
                </c:pt>
                <c:pt idx="9524">
                  <c:v>0.61194333</c:v>
                </c:pt>
                <c:pt idx="9525">
                  <c:v>0.61194333</c:v>
                </c:pt>
                <c:pt idx="9526">
                  <c:v>0.612044889</c:v>
                </c:pt>
                <c:pt idx="9527">
                  <c:v>0.612044889</c:v>
                </c:pt>
                <c:pt idx="9528">
                  <c:v>0.612095669</c:v>
                </c:pt>
                <c:pt idx="9529">
                  <c:v>0.612095669</c:v>
                </c:pt>
                <c:pt idx="9530">
                  <c:v>0.612400345</c:v>
                </c:pt>
                <c:pt idx="9531">
                  <c:v>0.612400345</c:v>
                </c:pt>
                <c:pt idx="9532">
                  <c:v>0.612451125</c:v>
                </c:pt>
                <c:pt idx="9533">
                  <c:v>0.612552684</c:v>
                </c:pt>
                <c:pt idx="9534">
                  <c:v>0.612705022</c:v>
                </c:pt>
                <c:pt idx="9535">
                  <c:v>0.612705022</c:v>
                </c:pt>
                <c:pt idx="9536">
                  <c:v>0.612806581</c:v>
                </c:pt>
                <c:pt idx="9537">
                  <c:v>0.613568273</c:v>
                </c:pt>
                <c:pt idx="9538">
                  <c:v>0.613568273</c:v>
                </c:pt>
                <c:pt idx="9539">
                  <c:v>0.613619052</c:v>
                </c:pt>
                <c:pt idx="9540">
                  <c:v>0.613619052</c:v>
                </c:pt>
                <c:pt idx="9541">
                  <c:v>0.613669832</c:v>
                </c:pt>
                <c:pt idx="9542">
                  <c:v>0.613771391</c:v>
                </c:pt>
                <c:pt idx="9543">
                  <c:v>0.61382217</c:v>
                </c:pt>
                <c:pt idx="9544">
                  <c:v>0.613923729</c:v>
                </c:pt>
                <c:pt idx="9545">
                  <c:v>0.613923729</c:v>
                </c:pt>
                <c:pt idx="9546">
                  <c:v>0.613923729</c:v>
                </c:pt>
                <c:pt idx="9547">
                  <c:v>0.614177627</c:v>
                </c:pt>
                <c:pt idx="9548">
                  <c:v>0.614279185</c:v>
                </c:pt>
                <c:pt idx="9549">
                  <c:v>0.614482303</c:v>
                </c:pt>
                <c:pt idx="9550">
                  <c:v>0.614482303</c:v>
                </c:pt>
                <c:pt idx="9551">
                  <c:v>0.614583862</c:v>
                </c:pt>
                <c:pt idx="9552">
                  <c:v>0.614583862</c:v>
                </c:pt>
                <c:pt idx="9553">
                  <c:v>0.614685421</c:v>
                </c:pt>
                <c:pt idx="9554">
                  <c:v>0.614685421</c:v>
                </c:pt>
                <c:pt idx="9555">
                  <c:v>0.614888539</c:v>
                </c:pt>
                <c:pt idx="9556">
                  <c:v>0.614888539</c:v>
                </c:pt>
                <c:pt idx="9557">
                  <c:v>0.615040877</c:v>
                </c:pt>
                <c:pt idx="9558">
                  <c:v>0.615040877</c:v>
                </c:pt>
                <c:pt idx="9559">
                  <c:v>0.615243995</c:v>
                </c:pt>
                <c:pt idx="9560">
                  <c:v>0.615243995</c:v>
                </c:pt>
                <c:pt idx="9561">
                  <c:v>0.615294775</c:v>
                </c:pt>
                <c:pt idx="9562">
                  <c:v>0.615548672</c:v>
                </c:pt>
                <c:pt idx="9563">
                  <c:v>0.615599452</c:v>
                </c:pt>
                <c:pt idx="9564">
                  <c:v>0.615701011</c:v>
                </c:pt>
                <c:pt idx="9565">
                  <c:v>0.615853349</c:v>
                </c:pt>
                <c:pt idx="9566">
                  <c:v>0.615853349</c:v>
                </c:pt>
                <c:pt idx="9567">
                  <c:v>0.615904128</c:v>
                </c:pt>
                <c:pt idx="9568">
                  <c:v>0.615904128</c:v>
                </c:pt>
                <c:pt idx="9569">
                  <c:v>0.616107246</c:v>
                </c:pt>
                <c:pt idx="9570">
                  <c:v>0.616208805</c:v>
                </c:pt>
                <c:pt idx="9571">
                  <c:v>0.616411923</c:v>
                </c:pt>
                <c:pt idx="9572">
                  <c:v>0.616411923</c:v>
                </c:pt>
                <c:pt idx="9573">
                  <c:v>0.616462702</c:v>
                </c:pt>
                <c:pt idx="9574">
                  <c:v>0.616462702</c:v>
                </c:pt>
                <c:pt idx="9575">
                  <c:v>0.616919718</c:v>
                </c:pt>
                <c:pt idx="9576">
                  <c:v>0.616919718</c:v>
                </c:pt>
                <c:pt idx="9577">
                  <c:v>0.617376733</c:v>
                </c:pt>
                <c:pt idx="9578">
                  <c:v>0.617376733</c:v>
                </c:pt>
                <c:pt idx="9579">
                  <c:v>0.617478292</c:v>
                </c:pt>
                <c:pt idx="9580">
                  <c:v>0.61763063</c:v>
                </c:pt>
                <c:pt idx="9581">
                  <c:v>0.61768141</c:v>
                </c:pt>
                <c:pt idx="9582">
                  <c:v>0.617782969</c:v>
                </c:pt>
                <c:pt idx="9583">
                  <c:v>0.617884527</c:v>
                </c:pt>
                <c:pt idx="9584">
                  <c:v>0.617884527</c:v>
                </c:pt>
                <c:pt idx="9585">
                  <c:v>0.617986086</c:v>
                </c:pt>
                <c:pt idx="9586">
                  <c:v>0.617986086</c:v>
                </c:pt>
                <c:pt idx="9587">
                  <c:v>0.618239984</c:v>
                </c:pt>
                <c:pt idx="9588">
                  <c:v>0.618544661</c:v>
                </c:pt>
                <c:pt idx="9589">
                  <c:v>0.618646219</c:v>
                </c:pt>
                <c:pt idx="9590">
                  <c:v>0.618696999</c:v>
                </c:pt>
                <c:pt idx="9591">
                  <c:v>0.618696999</c:v>
                </c:pt>
                <c:pt idx="9592">
                  <c:v>0.619052455</c:v>
                </c:pt>
                <c:pt idx="9593">
                  <c:v>0.619052455</c:v>
                </c:pt>
                <c:pt idx="9594">
                  <c:v>0.619154014</c:v>
                </c:pt>
                <c:pt idx="9595">
                  <c:v>0.619154014</c:v>
                </c:pt>
                <c:pt idx="9596">
                  <c:v>0.61950947</c:v>
                </c:pt>
                <c:pt idx="9597">
                  <c:v>0.61950947</c:v>
                </c:pt>
                <c:pt idx="9598">
                  <c:v>0.619611029</c:v>
                </c:pt>
                <c:pt idx="9599">
                  <c:v>0.619712588</c:v>
                </c:pt>
                <c:pt idx="9600">
                  <c:v>0.619712588</c:v>
                </c:pt>
                <c:pt idx="9601">
                  <c:v>0.619814147</c:v>
                </c:pt>
                <c:pt idx="9602">
                  <c:v>0.619814147</c:v>
                </c:pt>
                <c:pt idx="9603">
                  <c:v>0.620017265</c:v>
                </c:pt>
                <c:pt idx="9604">
                  <c:v>0.620017265</c:v>
                </c:pt>
                <c:pt idx="9605">
                  <c:v>0.620321942</c:v>
                </c:pt>
                <c:pt idx="9606">
                  <c:v>0.620321942</c:v>
                </c:pt>
                <c:pt idx="9607">
                  <c:v>0.620677398</c:v>
                </c:pt>
                <c:pt idx="9608">
                  <c:v>0.620677398</c:v>
                </c:pt>
                <c:pt idx="9609">
                  <c:v>0.620728178</c:v>
                </c:pt>
                <c:pt idx="9610">
                  <c:v>0.620728178</c:v>
                </c:pt>
                <c:pt idx="9611">
                  <c:v>0.620778957</c:v>
                </c:pt>
                <c:pt idx="9612">
                  <c:v>0.620778957</c:v>
                </c:pt>
                <c:pt idx="9613">
                  <c:v>0.620880516</c:v>
                </c:pt>
                <c:pt idx="9614">
                  <c:v>0.620982075</c:v>
                </c:pt>
                <c:pt idx="9615">
                  <c:v>0.620982075</c:v>
                </c:pt>
                <c:pt idx="9616">
                  <c:v>0.621083634</c:v>
                </c:pt>
                <c:pt idx="9617">
                  <c:v>0.621185193</c:v>
                </c:pt>
                <c:pt idx="9618">
                  <c:v>0.621185193</c:v>
                </c:pt>
                <c:pt idx="9619">
                  <c:v>0.621337531</c:v>
                </c:pt>
                <c:pt idx="9620">
                  <c:v>0.621337531</c:v>
                </c:pt>
                <c:pt idx="9621">
                  <c:v>0.62143909</c:v>
                </c:pt>
                <c:pt idx="9622">
                  <c:v>0.62143909</c:v>
                </c:pt>
                <c:pt idx="9623">
                  <c:v>0.621896105</c:v>
                </c:pt>
                <c:pt idx="9624">
                  <c:v>0.621896105</c:v>
                </c:pt>
                <c:pt idx="9625">
                  <c:v>0.621946885</c:v>
                </c:pt>
                <c:pt idx="9626">
                  <c:v>0.621946885</c:v>
                </c:pt>
                <c:pt idx="9627">
                  <c:v>0.622150003</c:v>
                </c:pt>
                <c:pt idx="9628">
                  <c:v>0.622150003</c:v>
                </c:pt>
                <c:pt idx="9629">
                  <c:v>0.622200782</c:v>
                </c:pt>
                <c:pt idx="9630">
                  <c:v>0.622200782</c:v>
                </c:pt>
                <c:pt idx="9631">
                  <c:v>0.622302341</c:v>
                </c:pt>
                <c:pt idx="9632">
                  <c:v>0.6224039</c:v>
                </c:pt>
                <c:pt idx="9633">
                  <c:v>0.622556238</c:v>
                </c:pt>
                <c:pt idx="9634">
                  <c:v>0.622556238</c:v>
                </c:pt>
                <c:pt idx="9635">
                  <c:v>0.622657797</c:v>
                </c:pt>
                <c:pt idx="9636">
                  <c:v>0.622657797</c:v>
                </c:pt>
                <c:pt idx="9637">
                  <c:v>0.622759356</c:v>
                </c:pt>
                <c:pt idx="9638">
                  <c:v>0.622759356</c:v>
                </c:pt>
                <c:pt idx="9639">
                  <c:v>0.623064033</c:v>
                </c:pt>
                <c:pt idx="9640">
                  <c:v>0.623064033</c:v>
                </c:pt>
                <c:pt idx="9641">
                  <c:v>0.62336871</c:v>
                </c:pt>
                <c:pt idx="9642">
                  <c:v>0.62336871</c:v>
                </c:pt>
                <c:pt idx="9643">
                  <c:v>0.62336871</c:v>
                </c:pt>
                <c:pt idx="9644">
                  <c:v>0.623419489</c:v>
                </c:pt>
                <c:pt idx="9645">
                  <c:v>0.623521048</c:v>
                </c:pt>
                <c:pt idx="9646">
                  <c:v>0.623521048</c:v>
                </c:pt>
                <c:pt idx="9647">
                  <c:v>0.623622607</c:v>
                </c:pt>
                <c:pt idx="9648">
                  <c:v>0.623825725</c:v>
                </c:pt>
                <c:pt idx="9649">
                  <c:v>0.624079622</c:v>
                </c:pt>
                <c:pt idx="9650">
                  <c:v>0.624079622</c:v>
                </c:pt>
                <c:pt idx="9651">
                  <c:v>0.62433352</c:v>
                </c:pt>
                <c:pt idx="9652">
                  <c:v>0.624435078</c:v>
                </c:pt>
                <c:pt idx="9653">
                  <c:v>0.624435078</c:v>
                </c:pt>
                <c:pt idx="9654">
                  <c:v>0.624892094</c:v>
                </c:pt>
                <c:pt idx="9655">
                  <c:v>0.624942873</c:v>
                </c:pt>
                <c:pt idx="9656">
                  <c:v>0.624993653</c:v>
                </c:pt>
                <c:pt idx="9657">
                  <c:v>0.624993653</c:v>
                </c:pt>
                <c:pt idx="9658">
                  <c:v>0.625044432</c:v>
                </c:pt>
                <c:pt idx="9659">
                  <c:v>0.625044432</c:v>
                </c:pt>
                <c:pt idx="9660">
                  <c:v>0.62519677</c:v>
                </c:pt>
                <c:pt idx="9661">
                  <c:v>0.62519677</c:v>
                </c:pt>
                <c:pt idx="9662">
                  <c:v>0.625399888</c:v>
                </c:pt>
                <c:pt idx="9663">
                  <c:v>0.625399888</c:v>
                </c:pt>
                <c:pt idx="9664">
                  <c:v>0.625501447</c:v>
                </c:pt>
                <c:pt idx="9665">
                  <c:v>0.625653786</c:v>
                </c:pt>
                <c:pt idx="9666">
                  <c:v>0.625704565</c:v>
                </c:pt>
                <c:pt idx="9667">
                  <c:v>0.625704565</c:v>
                </c:pt>
                <c:pt idx="9668">
                  <c:v>0.625806124</c:v>
                </c:pt>
                <c:pt idx="9669">
                  <c:v>0.625958462</c:v>
                </c:pt>
                <c:pt idx="9670">
                  <c:v>0.625958462</c:v>
                </c:pt>
                <c:pt idx="9671">
                  <c:v>0.62616158</c:v>
                </c:pt>
                <c:pt idx="9672">
                  <c:v>0.626263139</c:v>
                </c:pt>
                <c:pt idx="9673">
                  <c:v>0.626364698</c:v>
                </c:pt>
                <c:pt idx="9674">
                  <c:v>0.626517037</c:v>
                </c:pt>
                <c:pt idx="9675">
                  <c:v>0.626517037</c:v>
                </c:pt>
                <c:pt idx="9676">
                  <c:v>0.626618595</c:v>
                </c:pt>
                <c:pt idx="9677">
                  <c:v>0.626720154</c:v>
                </c:pt>
                <c:pt idx="9678">
                  <c:v>0.627024831</c:v>
                </c:pt>
                <c:pt idx="9679">
                  <c:v>0.627278728</c:v>
                </c:pt>
                <c:pt idx="9680">
                  <c:v>0.627278728</c:v>
                </c:pt>
                <c:pt idx="9681">
                  <c:v>0.627380287</c:v>
                </c:pt>
                <c:pt idx="9682">
                  <c:v>0.627380287</c:v>
                </c:pt>
                <c:pt idx="9683">
                  <c:v>0.627431067</c:v>
                </c:pt>
                <c:pt idx="9684">
                  <c:v>0.627431067</c:v>
                </c:pt>
                <c:pt idx="9685">
                  <c:v>0.627532626</c:v>
                </c:pt>
                <c:pt idx="9686">
                  <c:v>0.627532626</c:v>
                </c:pt>
                <c:pt idx="9687">
                  <c:v>0.627634185</c:v>
                </c:pt>
                <c:pt idx="9688">
                  <c:v>0.627837303</c:v>
                </c:pt>
                <c:pt idx="9689">
                  <c:v>0.627837303</c:v>
                </c:pt>
                <c:pt idx="9690">
                  <c:v>0.627888082</c:v>
                </c:pt>
                <c:pt idx="9691">
                  <c:v>0.627888082</c:v>
                </c:pt>
                <c:pt idx="9692">
                  <c:v>0.627888082</c:v>
                </c:pt>
                <c:pt idx="9693">
                  <c:v>0.628141979</c:v>
                </c:pt>
                <c:pt idx="9694">
                  <c:v>0.628243538</c:v>
                </c:pt>
                <c:pt idx="9695">
                  <c:v>0.628294318</c:v>
                </c:pt>
                <c:pt idx="9696">
                  <c:v>0.628294318</c:v>
                </c:pt>
                <c:pt idx="9697">
                  <c:v>0.628649774</c:v>
                </c:pt>
                <c:pt idx="9698">
                  <c:v>0.628649774</c:v>
                </c:pt>
                <c:pt idx="9699">
                  <c:v>0.628802112</c:v>
                </c:pt>
                <c:pt idx="9700">
                  <c:v>0.628802112</c:v>
                </c:pt>
                <c:pt idx="9701">
                  <c:v>0.628954451</c:v>
                </c:pt>
                <c:pt idx="9702">
                  <c:v>0.628954451</c:v>
                </c:pt>
                <c:pt idx="9703">
                  <c:v>0.62900523</c:v>
                </c:pt>
                <c:pt idx="9704">
                  <c:v>0.62900523</c:v>
                </c:pt>
                <c:pt idx="9705">
                  <c:v>0.629208348</c:v>
                </c:pt>
                <c:pt idx="9706">
                  <c:v>0.629259128</c:v>
                </c:pt>
                <c:pt idx="9707">
                  <c:v>0.629411466</c:v>
                </c:pt>
                <c:pt idx="9708">
                  <c:v>0.629411466</c:v>
                </c:pt>
                <c:pt idx="9709">
                  <c:v>0.629462245</c:v>
                </c:pt>
                <c:pt idx="9710">
                  <c:v>0.629462245</c:v>
                </c:pt>
                <c:pt idx="9711">
                  <c:v>0.629716143</c:v>
                </c:pt>
                <c:pt idx="9712">
                  <c:v>0.629817702</c:v>
                </c:pt>
                <c:pt idx="9713">
                  <c:v>0.629817702</c:v>
                </c:pt>
                <c:pt idx="9714">
                  <c:v>0.629868481</c:v>
                </c:pt>
                <c:pt idx="9715">
                  <c:v>0.629868481</c:v>
                </c:pt>
                <c:pt idx="9716">
                  <c:v>0.629868481</c:v>
                </c:pt>
                <c:pt idx="9717">
                  <c:v>0.629868481</c:v>
                </c:pt>
                <c:pt idx="9718">
                  <c:v>0.630071599</c:v>
                </c:pt>
                <c:pt idx="9719">
                  <c:v>0.630173158</c:v>
                </c:pt>
                <c:pt idx="9720">
                  <c:v>0.630223937</c:v>
                </c:pt>
                <c:pt idx="9721">
                  <c:v>0.630223937</c:v>
                </c:pt>
                <c:pt idx="9722">
                  <c:v>0.630376276</c:v>
                </c:pt>
                <c:pt idx="9723">
                  <c:v>0.630376276</c:v>
                </c:pt>
                <c:pt idx="9724">
                  <c:v>0.630528614</c:v>
                </c:pt>
                <c:pt idx="9725">
                  <c:v>0.630528614</c:v>
                </c:pt>
                <c:pt idx="9726">
                  <c:v>0.630630173</c:v>
                </c:pt>
                <c:pt idx="9727">
                  <c:v>0.630680953</c:v>
                </c:pt>
                <c:pt idx="9728">
                  <c:v>0.630680953</c:v>
                </c:pt>
                <c:pt idx="9729">
                  <c:v>0.63088407</c:v>
                </c:pt>
                <c:pt idx="9730">
                  <c:v>0.63088407</c:v>
                </c:pt>
                <c:pt idx="9731">
                  <c:v>0.631036409</c:v>
                </c:pt>
                <c:pt idx="9732">
                  <c:v>0.631239527</c:v>
                </c:pt>
                <c:pt idx="9733">
                  <c:v>0.631391865</c:v>
                </c:pt>
                <c:pt idx="9734">
                  <c:v>0.631391865</c:v>
                </c:pt>
                <c:pt idx="9735">
                  <c:v>0.631493424</c:v>
                </c:pt>
                <c:pt idx="9736">
                  <c:v>0.631493424</c:v>
                </c:pt>
                <c:pt idx="9737">
                  <c:v>0.631645762</c:v>
                </c:pt>
                <c:pt idx="9738">
                  <c:v>0.631645762</c:v>
                </c:pt>
                <c:pt idx="9739">
                  <c:v>0.63184888</c:v>
                </c:pt>
                <c:pt idx="9740">
                  <c:v>0.632305895</c:v>
                </c:pt>
                <c:pt idx="9741">
                  <c:v>0.632305895</c:v>
                </c:pt>
                <c:pt idx="9742">
                  <c:v>0.632458234</c:v>
                </c:pt>
                <c:pt idx="9743">
                  <c:v>0.632458234</c:v>
                </c:pt>
                <c:pt idx="9744">
                  <c:v>0.632661352</c:v>
                </c:pt>
                <c:pt idx="9745">
                  <c:v>0.632661352</c:v>
                </c:pt>
                <c:pt idx="9746">
                  <c:v>0.632712131</c:v>
                </c:pt>
                <c:pt idx="9747">
                  <c:v>0.632712131</c:v>
                </c:pt>
                <c:pt idx="9748">
                  <c:v>0.633016808</c:v>
                </c:pt>
                <c:pt idx="9749">
                  <c:v>0.633016808</c:v>
                </c:pt>
                <c:pt idx="9750">
                  <c:v>0.633169146</c:v>
                </c:pt>
                <c:pt idx="9751">
                  <c:v>0.633169146</c:v>
                </c:pt>
                <c:pt idx="9752">
                  <c:v>0.633219926</c:v>
                </c:pt>
                <c:pt idx="9753">
                  <c:v>0.633219926</c:v>
                </c:pt>
                <c:pt idx="9754">
                  <c:v>0.633423044</c:v>
                </c:pt>
                <c:pt idx="9755">
                  <c:v>0.633423044</c:v>
                </c:pt>
                <c:pt idx="9756">
                  <c:v>0.633473823</c:v>
                </c:pt>
                <c:pt idx="9757">
                  <c:v>0.633473823</c:v>
                </c:pt>
                <c:pt idx="9758">
                  <c:v>0.633575382</c:v>
                </c:pt>
                <c:pt idx="9759">
                  <c:v>0.633575382</c:v>
                </c:pt>
                <c:pt idx="9760">
                  <c:v>0.633676941</c:v>
                </c:pt>
                <c:pt idx="9761">
                  <c:v>0.633676941</c:v>
                </c:pt>
                <c:pt idx="9762">
                  <c:v>0.633880059</c:v>
                </c:pt>
                <c:pt idx="9763">
                  <c:v>0.633981618</c:v>
                </c:pt>
                <c:pt idx="9764">
                  <c:v>0.633981618</c:v>
                </c:pt>
                <c:pt idx="9765">
                  <c:v>0.634083177</c:v>
                </c:pt>
                <c:pt idx="9766">
                  <c:v>0.634387854</c:v>
                </c:pt>
                <c:pt idx="9767">
                  <c:v>0.634387854</c:v>
                </c:pt>
                <c:pt idx="9768">
                  <c:v>0.634438633</c:v>
                </c:pt>
                <c:pt idx="9769">
                  <c:v>0.634438633</c:v>
                </c:pt>
                <c:pt idx="9770">
                  <c:v>0.634540192</c:v>
                </c:pt>
                <c:pt idx="9771">
                  <c:v>0.63469253</c:v>
                </c:pt>
                <c:pt idx="9772">
                  <c:v>0.634844869</c:v>
                </c:pt>
                <c:pt idx="9773">
                  <c:v>0.634946428</c:v>
                </c:pt>
                <c:pt idx="9774">
                  <c:v>0.634946428</c:v>
                </c:pt>
                <c:pt idx="9775">
                  <c:v>0.635098766</c:v>
                </c:pt>
                <c:pt idx="9776">
                  <c:v>0.635098766</c:v>
                </c:pt>
                <c:pt idx="9777">
                  <c:v>0.635098766</c:v>
                </c:pt>
                <c:pt idx="9778">
                  <c:v>0.635149546</c:v>
                </c:pt>
                <c:pt idx="9779">
                  <c:v>0.635149546</c:v>
                </c:pt>
                <c:pt idx="9780">
                  <c:v>0.635251104</c:v>
                </c:pt>
                <c:pt idx="9781">
                  <c:v>0.635251104</c:v>
                </c:pt>
                <c:pt idx="9782">
                  <c:v>0.635352663</c:v>
                </c:pt>
                <c:pt idx="9783">
                  <c:v>0.635352663</c:v>
                </c:pt>
                <c:pt idx="9784">
                  <c:v>0.635403443</c:v>
                </c:pt>
                <c:pt idx="9785">
                  <c:v>0.635403443</c:v>
                </c:pt>
                <c:pt idx="9786">
                  <c:v>0.635454222</c:v>
                </c:pt>
                <c:pt idx="9787">
                  <c:v>0.635555781</c:v>
                </c:pt>
                <c:pt idx="9788">
                  <c:v>0.635555781</c:v>
                </c:pt>
                <c:pt idx="9789">
                  <c:v>0.635606561</c:v>
                </c:pt>
                <c:pt idx="9790">
                  <c:v>0.635606561</c:v>
                </c:pt>
                <c:pt idx="9791">
                  <c:v>0.636063576</c:v>
                </c:pt>
                <c:pt idx="9792">
                  <c:v>0.636165135</c:v>
                </c:pt>
                <c:pt idx="9793">
                  <c:v>0.636368253</c:v>
                </c:pt>
                <c:pt idx="9794">
                  <c:v>0.636368253</c:v>
                </c:pt>
                <c:pt idx="9795">
                  <c:v>0.636520591</c:v>
                </c:pt>
                <c:pt idx="9796">
                  <c:v>0.636520591</c:v>
                </c:pt>
                <c:pt idx="9797">
                  <c:v>0.63662215</c:v>
                </c:pt>
                <c:pt idx="9798">
                  <c:v>0.63662215</c:v>
                </c:pt>
                <c:pt idx="9799">
                  <c:v>0.636876047</c:v>
                </c:pt>
                <c:pt idx="9800">
                  <c:v>0.636977606</c:v>
                </c:pt>
                <c:pt idx="9801">
                  <c:v>0.636977606</c:v>
                </c:pt>
                <c:pt idx="9802">
                  <c:v>0.637028386</c:v>
                </c:pt>
                <c:pt idx="9803">
                  <c:v>0.637028386</c:v>
                </c:pt>
                <c:pt idx="9804">
                  <c:v>0.637079165</c:v>
                </c:pt>
                <c:pt idx="9805">
                  <c:v>0.637079165</c:v>
                </c:pt>
                <c:pt idx="9806">
                  <c:v>0.637129945</c:v>
                </c:pt>
                <c:pt idx="9807">
                  <c:v>0.637129945</c:v>
                </c:pt>
                <c:pt idx="9808">
                  <c:v>0.637231504</c:v>
                </c:pt>
                <c:pt idx="9809">
                  <c:v>0.637333063</c:v>
                </c:pt>
                <c:pt idx="9810">
                  <c:v>0.637485401</c:v>
                </c:pt>
                <c:pt idx="9811">
                  <c:v>0.637485401</c:v>
                </c:pt>
                <c:pt idx="9812">
                  <c:v>0.63753618</c:v>
                </c:pt>
                <c:pt idx="9813">
                  <c:v>0.63753618</c:v>
                </c:pt>
                <c:pt idx="9814">
                  <c:v>0.63758696</c:v>
                </c:pt>
                <c:pt idx="9815">
                  <c:v>0.63758696</c:v>
                </c:pt>
                <c:pt idx="9816">
                  <c:v>0.637790078</c:v>
                </c:pt>
                <c:pt idx="9817">
                  <c:v>0.637790078</c:v>
                </c:pt>
                <c:pt idx="9818">
                  <c:v>0.637891637</c:v>
                </c:pt>
                <c:pt idx="9819">
                  <c:v>0.637942416</c:v>
                </c:pt>
                <c:pt idx="9820">
                  <c:v>0.637942416</c:v>
                </c:pt>
                <c:pt idx="9821">
                  <c:v>0.638653329</c:v>
                </c:pt>
                <c:pt idx="9822">
                  <c:v>0.638653329</c:v>
                </c:pt>
                <c:pt idx="9823">
                  <c:v>0.638907226</c:v>
                </c:pt>
                <c:pt idx="9824">
                  <c:v>0.639008785</c:v>
                </c:pt>
                <c:pt idx="9825">
                  <c:v>0.639262682</c:v>
                </c:pt>
                <c:pt idx="9826">
                  <c:v>0.639313462</c:v>
                </c:pt>
                <c:pt idx="9827">
                  <c:v>0.639313462</c:v>
                </c:pt>
                <c:pt idx="9828">
                  <c:v>0.639415021</c:v>
                </c:pt>
                <c:pt idx="9829">
                  <c:v>0.639415021</c:v>
                </c:pt>
                <c:pt idx="9830">
                  <c:v>0.6394658</c:v>
                </c:pt>
                <c:pt idx="9831">
                  <c:v>0.639567359</c:v>
                </c:pt>
                <c:pt idx="9832">
                  <c:v>0.639618138</c:v>
                </c:pt>
                <c:pt idx="9833">
                  <c:v>0.639618138</c:v>
                </c:pt>
                <c:pt idx="9834">
                  <c:v>0.639668918</c:v>
                </c:pt>
                <c:pt idx="9835">
                  <c:v>0.640024374</c:v>
                </c:pt>
                <c:pt idx="9836">
                  <c:v>0.640532169</c:v>
                </c:pt>
                <c:pt idx="9837">
                  <c:v>0.640633728</c:v>
                </c:pt>
                <c:pt idx="9838">
                  <c:v>0.640938405</c:v>
                </c:pt>
                <c:pt idx="9839">
                  <c:v>0.641039963</c:v>
                </c:pt>
                <c:pt idx="9840">
                  <c:v>0.641090743</c:v>
                </c:pt>
                <c:pt idx="9841">
                  <c:v>0.641090743</c:v>
                </c:pt>
                <c:pt idx="9842">
                  <c:v>0.641293861</c:v>
                </c:pt>
                <c:pt idx="9843">
                  <c:v>0.641293861</c:v>
                </c:pt>
                <c:pt idx="9844">
                  <c:v>0.64134464</c:v>
                </c:pt>
                <c:pt idx="9845">
                  <c:v>0.64134464</c:v>
                </c:pt>
                <c:pt idx="9846">
                  <c:v>0.641446199</c:v>
                </c:pt>
                <c:pt idx="9847">
                  <c:v>0.641446199</c:v>
                </c:pt>
                <c:pt idx="9848">
                  <c:v>0.641700096</c:v>
                </c:pt>
                <c:pt idx="9849">
                  <c:v>0.641700096</c:v>
                </c:pt>
                <c:pt idx="9850">
                  <c:v>0.641750876</c:v>
                </c:pt>
                <c:pt idx="9851">
                  <c:v>0.641750876</c:v>
                </c:pt>
                <c:pt idx="9852">
                  <c:v>0.642157112</c:v>
                </c:pt>
                <c:pt idx="9853">
                  <c:v>0.642258671</c:v>
                </c:pt>
                <c:pt idx="9854">
                  <c:v>0.642258671</c:v>
                </c:pt>
                <c:pt idx="9855">
                  <c:v>0.642766465</c:v>
                </c:pt>
                <c:pt idx="9856">
                  <c:v>0.642766465</c:v>
                </c:pt>
                <c:pt idx="9857">
                  <c:v>0.642817245</c:v>
                </c:pt>
                <c:pt idx="9858">
                  <c:v>0.642918804</c:v>
                </c:pt>
                <c:pt idx="9859">
                  <c:v>0.642969583</c:v>
                </c:pt>
                <c:pt idx="9860">
                  <c:v>0.643020363</c:v>
                </c:pt>
                <c:pt idx="9861">
                  <c:v>0.643020363</c:v>
                </c:pt>
                <c:pt idx="9862">
                  <c:v>0.643121921</c:v>
                </c:pt>
                <c:pt idx="9863">
                  <c:v>0.643121921</c:v>
                </c:pt>
                <c:pt idx="9864">
                  <c:v>0.64327426</c:v>
                </c:pt>
                <c:pt idx="9865">
                  <c:v>0.643375819</c:v>
                </c:pt>
                <c:pt idx="9866">
                  <c:v>0.643375819</c:v>
                </c:pt>
                <c:pt idx="9867">
                  <c:v>0.643477378</c:v>
                </c:pt>
                <c:pt idx="9868">
                  <c:v>0.643477378</c:v>
                </c:pt>
                <c:pt idx="9869">
                  <c:v>0.643578937</c:v>
                </c:pt>
                <c:pt idx="9870">
                  <c:v>0.643578937</c:v>
                </c:pt>
                <c:pt idx="9871">
                  <c:v>0.643832834</c:v>
                </c:pt>
                <c:pt idx="9872">
                  <c:v>0.643832834</c:v>
                </c:pt>
                <c:pt idx="9873">
                  <c:v>0.644340629</c:v>
                </c:pt>
                <c:pt idx="9874">
                  <c:v>0.644340629</c:v>
                </c:pt>
                <c:pt idx="9875">
                  <c:v>0.644442188</c:v>
                </c:pt>
                <c:pt idx="9876">
                  <c:v>0.644442188</c:v>
                </c:pt>
                <c:pt idx="9877">
                  <c:v>0.644492967</c:v>
                </c:pt>
                <c:pt idx="9878">
                  <c:v>0.644492967</c:v>
                </c:pt>
                <c:pt idx="9879">
                  <c:v>0.644594526</c:v>
                </c:pt>
                <c:pt idx="9880">
                  <c:v>0.644696085</c:v>
                </c:pt>
                <c:pt idx="9881">
                  <c:v>0.644797644</c:v>
                </c:pt>
                <c:pt idx="9882">
                  <c:v>0.644797644</c:v>
                </c:pt>
                <c:pt idx="9883">
                  <c:v>0.645000762</c:v>
                </c:pt>
                <c:pt idx="9884">
                  <c:v>0.645102321</c:v>
                </c:pt>
                <c:pt idx="9885">
                  <c:v>0.645305438</c:v>
                </c:pt>
                <c:pt idx="9886">
                  <c:v>0.645406997</c:v>
                </c:pt>
                <c:pt idx="9887">
                  <c:v>0.645508556</c:v>
                </c:pt>
                <c:pt idx="9888">
                  <c:v>0.645508556</c:v>
                </c:pt>
                <c:pt idx="9889">
                  <c:v>0.645813233</c:v>
                </c:pt>
                <c:pt idx="9890">
                  <c:v>0.645813233</c:v>
                </c:pt>
                <c:pt idx="9891">
                  <c:v>0.645864013</c:v>
                </c:pt>
                <c:pt idx="9892">
                  <c:v>0.645864013</c:v>
                </c:pt>
                <c:pt idx="9893">
                  <c:v>0.64611791</c:v>
                </c:pt>
                <c:pt idx="9894">
                  <c:v>0.646219469</c:v>
                </c:pt>
                <c:pt idx="9895">
                  <c:v>0.646371807</c:v>
                </c:pt>
                <c:pt idx="9896">
                  <c:v>0.646676484</c:v>
                </c:pt>
                <c:pt idx="9897">
                  <c:v>0.646727263</c:v>
                </c:pt>
                <c:pt idx="9898">
                  <c:v>0.646727263</c:v>
                </c:pt>
                <c:pt idx="9899">
                  <c:v>0.646778043</c:v>
                </c:pt>
                <c:pt idx="9900">
                  <c:v>0.646778043</c:v>
                </c:pt>
                <c:pt idx="9901">
                  <c:v>0.646879602</c:v>
                </c:pt>
                <c:pt idx="9902">
                  <c:v>0.646930381</c:v>
                </c:pt>
                <c:pt idx="9903">
                  <c:v>0.646930381</c:v>
                </c:pt>
                <c:pt idx="9904">
                  <c:v>0.646981161</c:v>
                </c:pt>
                <c:pt idx="9905">
                  <c:v>0.646981161</c:v>
                </c:pt>
                <c:pt idx="9906">
                  <c:v>0.64708272</c:v>
                </c:pt>
                <c:pt idx="9907">
                  <c:v>0.64708272</c:v>
                </c:pt>
                <c:pt idx="9908">
                  <c:v>0.647285838</c:v>
                </c:pt>
                <c:pt idx="9909">
                  <c:v>0.647387397</c:v>
                </c:pt>
                <c:pt idx="9910">
                  <c:v>0.647488955</c:v>
                </c:pt>
                <c:pt idx="9911">
                  <c:v>0.647488955</c:v>
                </c:pt>
                <c:pt idx="9912">
                  <c:v>0.647945971</c:v>
                </c:pt>
                <c:pt idx="9913">
                  <c:v>0.647945971</c:v>
                </c:pt>
                <c:pt idx="9914">
                  <c:v>0.64799675</c:v>
                </c:pt>
                <c:pt idx="9915">
                  <c:v>0.648098309</c:v>
                </c:pt>
                <c:pt idx="9916">
                  <c:v>0.648149089</c:v>
                </c:pt>
                <c:pt idx="9917">
                  <c:v>0.648149089</c:v>
                </c:pt>
                <c:pt idx="9918">
                  <c:v>0.648250647</c:v>
                </c:pt>
                <c:pt idx="9919">
                  <c:v>0.648250647</c:v>
                </c:pt>
                <c:pt idx="9920">
                  <c:v>0.648453765</c:v>
                </c:pt>
                <c:pt idx="9921">
                  <c:v>0.648555324</c:v>
                </c:pt>
                <c:pt idx="9922">
                  <c:v>0.648707663</c:v>
                </c:pt>
                <c:pt idx="9923">
                  <c:v>0.648707663</c:v>
                </c:pt>
                <c:pt idx="9924">
                  <c:v>0.648809222</c:v>
                </c:pt>
                <c:pt idx="9925">
                  <c:v>0.649164678</c:v>
                </c:pt>
                <c:pt idx="9926">
                  <c:v>0.649266237</c:v>
                </c:pt>
                <c:pt idx="9927">
                  <c:v>0.649317016</c:v>
                </c:pt>
                <c:pt idx="9928">
                  <c:v>0.649570914</c:v>
                </c:pt>
                <c:pt idx="9929">
                  <c:v>0.649723252</c:v>
                </c:pt>
                <c:pt idx="9930">
                  <c:v>0.649824811</c:v>
                </c:pt>
                <c:pt idx="9931">
                  <c:v>0.649824811</c:v>
                </c:pt>
                <c:pt idx="9932">
                  <c:v>0.650231047</c:v>
                </c:pt>
                <c:pt idx="9933">
                  <c:v>0.650231047</c:v>
                </c:pt>
                <c:pt idx="9934">
                  <c:v>0.650332605</c:v>
                </c:pt>
                <c:pt idx="9935">
                  <c:v>0.650332605</c:v>
                </c:pt>
                <c:pt idx="9936">
                  <c:v>0.650484944</c:v>
                </c:pt>
                <c:pt idx="9937">
                  <c:v>0.650484944</c:v>
                </c:pt>
                <c:pt idx="9938">
                  <c:v>0.65089118</c:v>
                </c:pt>
                <c:pt idx="9939">
                  <c:v>0.65089118</c:v>
                </c:pt>
                <c:pt idx="9940">
                  <c:v>0.65089118</c:v>
                </c:pt>
                <c:pt idx="9941">
                  <c:v>0.650992739</c:v>
                </c:pt>
                <c:pt idx="9942">
                  <c:v>0.650992739</c:v>
                </c:pt>
                <c:pt idx="9943">
                  <c:v>0.651195856</c:v>
                </c:pt>
                <c:pt idx="9944">
                  <c:v>0.651398974</c:v>
                </c:pt>
                <c:pt idx="9945">
                  <c:v>0.651449754</c:v>
                </c:pt>
                <c:pt idx="9946">
                  <c:v>0.651602092</c:v>
                </c:pt>
                <c:pt idx="9947">
                  <c:v>0.651652872</c:v>
                </c:pt>
                <c:pt idx="9948">
                  <c:v>0.651754431</c:v>
                </c:pt>
                <c:pt idx="9949">
                  <c:v>0.651754431</c:v>
                </c:pt>
                <c:pt idx="9950">
                  <c:v>0.651855989</c:v>
                </c:pt>
                <c:pt idx="9951">
                  <c:v>0.651855989</c:v>
                </c:pt>
                <c:pt idx="9952">
                  <c:v>0.651957548</c:v>
                </c:pt>
                <c:pt idx="9953">
                  <c:v>0.652059107</c:v>
                </c:pt>
                <c:pt idx="9954">
                  <c:v>0.652109887</c:v>
                </c:pt>
                <c:pt idx="9955">
                  <c:v>0.652109887</c:v>
                </c:pt>
                <c:pt idx="9956">
                  <c:v>0.652109887</c:v>
                </c:pt>
                <c:pt idx="9957">
                  <c:v>0.652211446</c:v>
                </c:pt>
                <c:pt idx="9958">
                  <c:v>0.652211446</c:v>
                </c:pt>
                <c:pt idx="9959">
                  <c:v>0.652262225</c:v>
                </c:pt>
                <c:pt idx="9960">
                  <c:v>0.652262225</c:v>
                </c:pt>
                <c:pt idx="9961">
                  <c:v>0.652363784</c:v>
                </c:pt>
                <c:pt idx="9962">
                  <c:v>0.652566902</c:v>
                </c:pt>
                <c:pt idx="9963">
                  <c:v>0.652566902</c:v>
                </c:pt>
                <c:pt idx="9964">
                  <c:v>0.652973138</c:v>
                </c:pt>
                <c:pt idx="9965">
                  <c:v>0.652973138</c:v>
                </c:pt>
                <c:pt idx="9966">
                  <c:v>0.653074697</c:v>
                </c:pt>
                <c:pt idx="9967">
                  <c:v>0.653074697</c:v>
                </c:pt>
                <c:pt idx="9968">
                  <c:v>0.653227035</c:v>
                </c:pt>
                <c:pt idx="9969">
                  <c:v>0.653227035</c:v>
                </c:pt>
                <c:pt idx="9970">
                  <c:v>0.653328594</c:v>
                </c:pt>
                <c:pt idx="9971">
                  <c:v>0.653328594</c:v>
                </c:pt>
                <c:pt idx="9972">
                  <c:v>0.653379373</c:v>
                </c:pt>
                <c:pt idx="9973">
                  <c:v>0.653379373</c:v>
                </c:pt>
                <c:pt idx="9974">
                  <c:v>0.653531712</c:v>
                </c:pt>
                <c:pt idx="9975">
                  <c:v>0.653633271</c:v>
                </c:pt>
                <c:pt idx="9976">
                  <c:v>0.653633271</c:v>
                </c:pt>
                <c:pt idx="9977">
                  <c:v>0.653887168</c:v>
                </c:pt>
                <c:pt idx="9978">
                  <c:v>0.653988727</c:v>
                </c:pt>
                <c:pt idx="9979">
                  <c:v>0.654039506</c:v>
                </c:pt>
                <c:pt idx="9980">
                  <c:v>0.654191845</c:v>
                </c:pt>
                <c:pt idx="9981">
                  <c:v>0.654191845</c:v>
                </c:pt>
                <c:pt idx="9982">
                  <c:v>0.654445742</c:v>
                </c:pt>
                <c:pt idx="9983">
                  <c:v>0.654445742</c:v>
                </c:pt>
                <c:pt idx="9984">
                  <c:v>0.654496522</c:v>
                </c:pt>
                <c:pt idx="9985">
                  <c:v>0.654496522</c:v>
                </c:pt>
                <c:pt idx="9986">
                  <c:v>0.65464886</c:v>
                </c:pt>
                <c:pt idx="9987">
                  <c:v>0.654801198</c:v>
                </c:pt>
                <c:pt idx="9988">
                  <c:v>0.655055096</c:v>
                </c:pt>
                <c:pt idx="9989">
                  <c:v>0.655055096</c:v>
                </c:pt>
                <c:pt idx="9990">
                  <c:v>0.655156655</c:v>
                </c:pt>
                <c:pt idx="9991">
                  <c:v>0.655258214</c:v>
                </c:pt>
                <c:pt idx="9992">
                  <c:v>0.655258214</c:v>
                </c:pt>
                <c:pt idx="9993">
                  <c:v>0.65561367</c:v>
                </c:pt>
                <c:pt idx="9994">
                  <c:v>0.655766008</c:v>
                </c:pt>
                <c:pt idx="9995">
                  <c:v>0.656070685</c:v>
                </c:pt>
                <c:pt idx="9996">
                  <c:v>0.656070685</c:v>
                </c:pt>
                <c:pt idx="9997">
                  <c:v>0.656375362</c:v>
                </c:pt>
                <c:pt idx="9998">
                  <c:v>0.656476921</c:v>
                </c:pt>
                <c:pt idx="9999">
                  <c:v>0.65657848</c:v>
                </c:pt>
                <c:pt idx="10000">
                  <c:v>0.65657848</c:v>
                </c:pt>
                <c:pt idx="10001">
                  <c:v>0.656781598</c:v>
                </c:pt>
                <c:pt idx="10002">
                  <c:v>0.656781598</c:v>
                </c:pt>
                <c:pt idx="10003">
                  <c:v>0.656984715</c:v>
                </c:pt>
                <c:pt idx="10004">
                  <c:v>0.656984715</c:v>
                </c:pt>
                <c:pt idx="10005">
                  <c:v>0.657289392</c:v>
                </c:pt>
                <c:pt idx="10006">
                  <c:v>0.657289392</c:v>
                </c:pt>
                <c:pt idx="10007">
                  <c:v>0.657340172</c:v>
                </c:pt>
                <c:pt idx="10008">
                  <c:v>0.657340172</c:v>
                </c:pt>
                <c:pt idx="10009">
                  <c:v>0.657390951</c:v>
                </c:pt>
                <c:pt idx="10010">
                  <c:v>0.657390951</c:v>
                </c:pt>
                <c:pt idx="10011">
                  <c:v>0.657746407</c:v>
                </c:pt>
                <c:pt idx="10012">
                  <c:v>0.657847966</c:v>
                </c:pt>
                <c:pt idx="10013">
                  <c:v>0.657949525</c:v>
                </c:pt>
                <c:pt idx="10014">
                  <c:v>0.658051084</c:v>
                </c:pt>
                <c:pt idx="10015">
                  <c:v>0.658051084</c:v>
                </c:pt>
                <c:pt idx="10016">
                  <c:v>0.658051084</c:v>
                </c:pt>
                <c:pt idx="10017">
                  <c:v>0.658152643</c:v>
                </c:pt>
                <c:pt idx="10018">
                  <c:v>0.658508099</c:v>
                </c:pt>
                <c:pt idx="10019">
                  <c:v>0.658558879</c:v>
                </c:pt>
                <c:pt idx="10020">
                  <c:v>0.658558879</c:v>
                </c:pt>
                <c:pt idx="10021">
                  <c:v>0.658660438</c:v>
                </c:pt>
                <c:pt idx="10022">
                  <c:v>0.658761997</c:v>
                </c:pt>
                <c:pt idx="10023">
                  <c:v>0.658863556</c:v>
                </c:pt>
                <c:pt idx="10024">
                  <c:v>0.658863556</c:v>
                </c:pt>
                <c:pt idx="10025">
                  <c:v>0.658965115</c:v>
                </c:pt>
                <c:pt idx="10026">
                  <c:v>0.658965115</c:v>
                </c:pt>
                <c:pt idx="10027">
                  <c:v>0.659168232</c:v>
                </c:pt>
                <c:pt idx="10028">
                  <c:v>0.65937135</c:v>
                </c:pt>
                <c:pt idx="10029">
                  <c:v>0.659472909</c:v>
                </c:pt>
                <c:pt idx="10030">
                  <c:v>0.659472909</c:v>
                </c:pt>
                <c:pt idx="10031">
                  <c:v>0.659625248</c:v>
                </c:pt>
                <c:pt idx="10032">
                  <c:v>0.659777586</c:v>
                </c:pt>
                <c:pt idx="10033">
                  <c:v>0.659777586</c:v>
                </c:pt>
                <c:pt idx="10034">
                  <c:v>0.659828365</c:v>
                </c:pt>
                <c:pt idx="10035">
                  <c:v>0.659828365</c:v>
                </c:pt>
                <c:pt idx="10036">
                  <c:v>0.660133042</c:v>
                </c:pt>
                <c:pt idx="10037">
                  <c:v>0.660133042</c:v>
                </c:pt>
                <c:pt idx="10038">
                  <c:v>0.660183822</c:v>
                </c:pt>
                <c:pt idx="10039">
                  <c:v>0.660183822</c:v>
                </c:pt>
                <c:pt idx="10040">
                  <c:v>0.660234601</c:v>
                </c:pt>
                <c:pt idx="10041">
                  <c:v>0.660234601</c:v>
                </c:pt>
                <c:pt idx="10042">
                  <c:v>0.66038694</c:v>
                </c:pt>
                <c:pt idx="10043">
                  <c:v>0.66038694</c:v>
                </c:pt>
                <c:pt idx="10044">
                  <c:v>0.660488498</c:v>
                </c:pt>
                <c:pt idx="10045">
                  <c:v>0.660488498</c:v>
                </c:pt>
                <c:pt idx="10046">
                  <c:v>0.660894734</c:v>
                </c:pt>
                <c:pt idx="10047">
                  <c:v>0.660894734</c:v>
                </c:pt>
                <c:pt idx="10048">
                  <c:v>0.661097852</c:v>
                </c:pt>
                <c:pt idx="10049">
                  <c:v>0.661097852</c:v>
                </c:pt>
                <c:pt idx="10050">
                  <c:v>0.661148631</c:v>
                </c:pt>
                <c:pt idx="10051">
                  <c:v>0.661148631</c:v>
                </c:pt>
                <c:pt idx="10052">
                  <c:v>0.66125019</c:v>
                </c:pt>
                <c:pt idx="10053">
                  <c:v>0.661402529</c:v>
                </c:pt>
                <c:pt idx="10054">
                  <c:v>0.661453308</c:v>
                </c:pt>
                <c:pt idx="10055">
                  <c:v>0.661554867</c:v>
                </c:pt>
                <c:pt idx="10056">
                  <c:v>0.661961103</c:v>
                </c:pt>
                <c:pt idx="10057">
                  <c:v>0.661961103</c:v>
                </c:pt>
                <c:pt idx="10058">
                  <c:v>0.662011882</c:v>
                </c:pt>
                <c:pt idx="10059">
                  <c:v>0.662316559</c:v>
                </c:pt>
                <c:pt idx="10060">
                  <c:v>0.662316559</c:v>
                </c:pt>
                <c:pt idx="10061">
                  <c:v>0.662316559</c:v>
                </c:pt>
                <c:pt idx="10062">
                  <c:v>0.662418118</c:v>
                </c:pt>
                <c:pt idx="10063">
                  <c:v>0.662621236</c:v>
                </c:pt>
                <c:pt idx="10064">
                  <c:v>0.662672015</c:v>
                </c:pt>
                <c:pt idx="10065">
                  <c:v>0.662672015</c:v>
                </c:pt>
                <c:pt idx="10066">
                  <c:v>0.663078251</c:v>
                </c:pt>
                <c:pt idx="10067">
                  <c:v>0.663078251</c:v>
                </c:pt>
                <c:pt idx="10068">
                  <c:v>0.66317981</c:v>
                </c:pt>
                <c:pt idx="10069">
                  <c:v>0.663433707</c:v>
                </c:pt>
                <c:pt idx="10070">
                  <c:v>0.663433707</c:v>
                </c:pt>
                <c:pt idx="10071">
                  <c:v>0.663535266</c:v>
                </c:pt>
                <c:pt idx="10072">
                  <c:v>0.663636825</c:v>
                </c:pt>
                <c:pt idx="10073">
                  <c:v>0.663839943</c:v>
                </c:pt>
                <c:pt idx="10074">
                  <c:v>0.663839943</c:v>
                </c:pt>
                <c:pt idx="10075">
                  <c:v>0.663941502</c:v>
                </c:pt>
                <c:pt idx="10076">
                  <c:v>0.664296958</c:v>
                </c:pt>
                <c:pt idx="10077">
                  <c:v>0.664296958</c:v>
                </c:pt>
                <c:pt idx="10078">
                  <c:v>0.664398517</c:v>
                </c:pt>
                <c:pt idx="10079">
                  <c:v>0.664449297</c:v>
                </c:pt>
                <c:pt idx="10080">
                  <c:v>0.664449297</c:v>
                </c:pt>
                <c:pt idx="10081">
                  <c:v>0.664500076</c:v>
                </c:pt>
                <c:pt idx="10082">
                  <c:v>0.664500076</c:v>
                </c:pt>
                <c:pt idx="10083">
                  <c:v>0.664550856</c:v>
                </c:pt>
                <c:pt idx="10084">
                  <c:v>0.664703194</c:v>
                </c:pt>
                <c:pt idx="10085">
                  <c:v>0.664855532</c:v>
                </c:pt>
                <c:pt idx="10086">
                  <c:v>0.66510943</c:v>
                </c:pt>
                <c:pt idx="10087">
                  <c:v>0.665210989</c:v>
                </c:pt>
                <c:pt idx="10088">
                  <c:v>0.665312548</c:v>
                </c:pt>
                <c:pt idx="10089">
                  <c:v>0.665312548</c:v>
                </c:pt>
                <c:pt idx="10090">
                  <c:v>0.665515665</c:v>
                </c:pt>
                <c:pt idx="10091">
                  <c:v>0.665617224</c:v>
                </c:pt>
                <c:pt idx="10092">
                  <c:v>0.665617224</c:v>
                </c:pt>
                <c:pt idx="10093">
                  <c:v>0.665769563</c:v>
                </c:pt>
                <c:pt idx="10094">
                  <c:v>0.665769563</c:v>
                </c:pt>
                <c:pt idx="10095">
                  <c:v>0.665871122</c:v>
                </c:pt>
                <c:pt idx="10096">
                  <c:v>0.66602346</c:v>
                </c:pt>
                <c:pt idx="10097">
                  <c:v>0.666175799</c:v>
                </c:pt>
                <c:pt idx="10098">
                  <c:v>0.666175799</c:v>
                </c:pt>
                <c:pt idx="10099">
                  <c:v>0.666226578</c:v>
                </c:pt>
                <c:pt idx="10100">
                  <c:v>0.666277357</c:v>
                </c:pt>
                <c:pt idx="10101">
                  <c:v>0.666328137</c:v>
                </c:pt>
                <c:pt idx="10102">
                  <c:v>0.666378916</c:v>
                </c:pt>
                <c:pt idx="10103">
                  <c:v>0.667800741</c:v>
                </c:pt>
                <c:pt idx="10104">
                  <c:v>0.6679023</c:v>
                </c:pt>
                <c:pt idx="10105">
                  <c:v>0.668003859</c:v>
                </c:pt>
                <c:pt idx="10106">
                  <c:v>0.668003859</c:v>
                </c:pt>
                <c:pt idx="10107">
                  <c:v>0.668359315</c:v>
                </c:pt>
                <c:pt idx="10108">
                  <c:v>0.668359315</c:v>
                </c:pt>
                <c:pt idx="10109">
                  <c:v>0.668562433</c:v>
                </c:pt>
                <c:pt idx="10110">
                  <c:v>0.668562433</c:v>
                </c:pt>
                <c:pt idx="10111">
                  <c:v>0.668765551</c:v>
                </c:pt>
                <c:pt idx="10112">
                  <c:v>0.668765551</c:v>
                </c:pt>
                <c:pt idx="10113">
                  <c:v>0.66891789</c:v>
                </c:pt>
                <c:pt idx="10114">
                  <c:v>0.66891789</c:v>
                </c:pt>
                <c:pt idx="10115">
                  <c:v>0.668968669</c:v>
                </c:pt>
                <c:pt idx="10116">
                  <c:v>0.669171787</c:v>
                </c:pt>
                <c:pt idx="10117">
                  <c:v>0.669324125</c:v>
                </c:pt>
                <c:pt idx="10118">
                  <c:v>0.669324125</c:v>
                </c:pt>
                <c:pt idx="10119">
                  <c:v>0.669374905</c:v>
                </c:pt>
                <c:pt idx="10120">
                  <c:v>0.669374905</c:v>
                </c:pt>
                <c:pt idx="10121">
                  <c:v>0.669679582</c:v>
                </c:pt>
                <c:pt idx="10122">
                  <c:v>0.669679582</c:v>
                </c:pt>
                <c:pt idx="10123">
                  <c:v>0.66983192</c:v>
                </c:pt>
                <c:pt idx="10124">
                  <c:v>0.670187376</c:v>
                </c:pt>
                <c:pt idx="10125">
                  <c:v>0.670390494</c:v>
                </c:pt>
                <c:pt idx="10126">
                  <c:v>0.670390494</c:v>
                </c:pt>
                <c:pt idx="10127">
                  <c:v>0.670492053</c:v>
                </c:pt>
                <c:pt idx="10128">
                  <c:v>0.670492053</c:v>
                </c:pt>
                <c:pt idx="10129">
                  <c:v>0.670542832</c:v>
                </c:pt>
                <c:pt idx="10130">
                  <c:v>0.670949068</c:v>
                </c:pt>
                <c:pt idx="10131">
                  <c:v>0.670949068</c:v>
                </c:pt>
                <c:pt idx="10132">
                  <c:v>0.671050627</c:v>
                </c:pt>
                <c:pt idx="10133">
                  <c:v>0.671304524</c:v>
                </c:pt>
                <c:pt idx="10134">
                  <c:v>0.671304524</c:v>
                </c:pt>
                <c:pt idx="10135">
                  <c:v>0.671355304</c:v>
                </c:pt>
                <c:pt idx="10136">
                  <c:v>0.671507642</c:v>
                </c:pt>
                <c:pt idx="10137">
                  <c:v>0.671659981</c:v>
                </c:pt>
                <c:pt idx="10138">
                  <c:v>0.671659981</c:v>
                </c:pt>
                <c:pt idx="10139">
                  <c:v>0.67176154</c:v>
                </c:pt>
                <c:pt idx="10140">
                  <c:v>0.671812319</c:v>
                </c:pt>
                <c:pt idx="10141">
                  <c:v>0.671812319</c:v>
                </c:pt>
                <c:pt idx="10142">
                  <c:v>0.671964657</c:v>
                </c:pt>
                <c:pt idx="10143">
                  <c:v>0.672015437</c:v>
                </c:pt>
                <c:pt idx="10144">
                  <c:v>0.672015437</c:v>
                </c:pt>
                <c:pt idx="10145">
                  <c:v>0.672066216</c:v>
                </c:pt>
                <c:pt idx="10146">
                  <c:v>0.672218555</c:v>
                </c:pt>
                <c:pt idx="10147">
                  <c:v>0.672320114</c:v>
                </c:pt>
                <c:pt idx="10148">
                  <c:v>0.672320114</c:v>
                </c:pt>
                <c:pt idx="10149">
                  <c:v>0.672574011</c:v>
                </c:pt>
                <c:pt idx="10150">
                  <c:v>0.672574011</c:v>
                </c:pt>
                <c:pt idx="10151">
                  <c:v>0.67267557</c:v>
                </c:pt>
                <c:pt idx="10152">
                  <c:v>0.67267557</c:v>
                </c:pt>
                <c:pt idx="10153">
                  <c:v>0.672777129</c:v>
                </c:pt>
                <c:pt idx="10154">
                  <c:v>0.672777129</c:v>
                </c:pt>
                <c:pt idx="10155">
                  <c:v>0.672929467</c:v>
                </c:pt>
                <c:pt idx="10156">
                  <c:v>0.672929467</c:v>
                </c:pt>
                <c:pt idx="10157">
                  <c:v>0.672980247</c:v>
                </c:pt>
                <c:pt idx="10158">
                  <c:v>0.672980247</c:v>
                </c:pt>
                <c:pt idx="10159">
                  <c:v>0.673031026</c:v>
                </c:pt>
                <c:pt idx="10160">
                  <c:v>0.673031026</c:v>
                </c:pt>
                <c:pt idx="10161">
                  <c:v>0.673284924</c:v>
                </c:pt>
                <c:pt idx="10162">
                  <c:v>0.673284924</c:v>
                </c:pt>
                <c:pt idx="10163">
                  <c:v>0.673335703</c:v>
                </c:pt>
                <c:pt idx="10164">
                  <c:v>0.673335703</c:v>
                </c:pt>
                <c:pt idx="10165">
                  <c:v>0.673437262</c:v>
                </c:pt>
                <c:pt idx="10166">
                  <c:v>0.673488041</c:v>
                </c:pt>
                <c:pt idx="10167">
                  <c:v>0.673488041</c:v>
                </c:pt>
                <c:pt idx="10168">
                  <c:v>0.673538821</c:v>
                </c:pt>
                <c:pt idx="10169">
                  <c:v>0.67364038</c:v>
                </c:pt>
                <c:pt idx="10170">
                  <c:v>0.673691159</c:v>
                </c:pt>
                <c:pt idx="10171">
                  <c:v>0.673691159</c:v>
                </c:pt>
                <c:pt idx="10172">
                  <c:v>0.673741939</c:v>
                </c:pt>
                <c:pt idx="10173">
                  <c:v>0.673792718</c:v>
                </c:pt>
                <c:pt idx="10174">
                  <c:v>0.673792718</c:v>
                </c:pt>
                <c:pt idx="10175">
                  <c:v>0.674097395</c:v>
                </c:pt>
                <c:pt idx="10176">
                  <c:v>0.674097395</c:v>
                </c:pt>
                <c:pt idx="10177">
                  <c:v>0.674148174</c:v>
                </c:pt>
                <c:pt idx="10178">
                  <c:v>0.674148174</c:v>
                </c:pt>
                <c:pt idx="10179">
                  <c:v>0.674452851</c:v>
                </c:pt>
                <c:pt idx="10180">
                  <c:v>0.674452851</c:v>
                </c:pt>
                <c:pt idx="10181">
                  <c:v>0.67460519</c:v>
                </c:pt>
                <c:pt idx="10182">
                  <c:v>0.67460519</c:v>
                </c:pt>
                <c:pt idx="10183">
                  <c:v>0.674706749</c:v>
                </c:pt>
                <c:pt idx="10184">
                  <c:v>0.674706749</c:v>
                </c:pt>
                <c:pt idx="10185">
                  <c:v>0.674808308</c:v>
                </c:pt>
                <c:pt idx="10186">
                  <c:v>0.675011425</c:v>
                </c:pt>
                <c:pt idx="10187">
                  <c:v>0.675011425</c:v>
                </c:pt>
                <c:pt idx="10188">
                  <c:v>0.675671558</c:v>
                </c:pt>
                <c:pt idx="10189">
                  <c:v>0.675671558</c:v>
                </c:pt>
                <c:pt idx="10190">
                  <c:v>0.675722338</c:v>
                </c:pt>
                <c:pt idx="10191">
                  <c:v>0.675823897</c:v>
                </c:pt>
                <c:pt idx="10192">
                  <c:v>0.675976235</c:v>
                </c:pt>
                <c:pt idx="10193">
                  <c:v>0.676077794</c:v>
                </c:pt>
                <c:pt idx="10194">
                  <c:v>0.676128574</c:v>
                </c:pt>
                <c:pt idx="10195">
                  <c:v>0.676128574</c:v>
                </c:pt>
                <c:pt idx="10196">
                  <c:v>0.676230133</c:v>
                </c:pt>
                <c:pt idx="10197">
                  <c:v>0.676230133</c:v>
                </c:pt>
                <c:pt idx="10198">
                  <c:v>0.676230133</c:v>
                </c:pt>
                <c:pt idx="10199">
                  <c:v>0.677296501</c:v>
                </c:pt>
                <c:pt idx="10200">
                  <c:v>0.67739806</c:v>
                </c:pt>
                <c:pt idx="10201">
                  <c:v>0.67744884</c:v>
                </c:pt>
                <c:pt idx="10202">
                  <c:v>0.677804296</c:v>
                </c:pt>
                <c:pt idx="10203">
                  <c:v>0.677804296</c:v>
                </c:pt>
                <c:pt idx="10204">
                  <c:v>0.677905855</c:v>
                </c:pt>
                <c:pt idx="10205">
                  <c:v>0.678058193</c:v>
                </c:pt>
                <c:pt idx="10206">
                  <c:v>0.678312091</c:v>
                </c:pt>
                <c:pt idx="10207">
                  <c:v>0.678312091</c:v>
                </c:pt>
                <c:pt idx="10208">
                  <c:v>0.67836287</c:v>
                </c:pt>
                <c:pt idx="10209">
                  <c:v>0.678667547</c:v>
                </c:pt>
                <c:pt idx="10210">
                  <c:v>0.678718326</c:v>
                </c:pt>
                <c:pt idx="10211">
                  <c:v>0.678718326</c:v>
                </c:pt>
                <c:pt idx="10212">
                  <c:v>0.678769106</c:v>
                </c:pt>
                <c:pt idx="10213">
                  <c:v>0.678870665</c:v>
                </c:pt>
                <c:pt idx="10214">
                  <c:v>0.678870665</c:v>
                </c:pt>
                <c:pt idx="10215">
                  <c:v>0.678972224</c:v>
                </c:pt>
                <c:pt idx="10216">
                  <c:v>0.679124562</c:v>
                </c:pt>
                <c:pt idx="10217">
                  <c:v>0.679124562</c:v>
                </c:pt>
                <c:pt idx="10218">
                  <c:v>0.679530798</c:v>
                </c:pt>
                <c:pt idx="10219">
                  <c:v>0.679784695</c:v>
                </c:pt>
                <c:pt idx="10220">
                  <c:v>0.680140151</c:v>
                </c:pt>
                <c:pt idx="10221">
                  <c:v>0.68024171</c:v>
                </c:pt>
                <c:pt idx="10222">
                  <c:v>0.68029249</c:v>
                </c:pt>
                <c:pt idx="10223">
                  <c:v>0.68029249</c:v>
                </c:pt>
                <c:pt idx="10224">
                  <c:v>0.680343269</c:v>
                </c:pt>
                <c:pt idx="10225">
                  <c:v>0.680343269</c:v>
                </c:pt>
                <c:pt idx="10226">
                  <c:v>0.680444828</c:v>
                </c:pt>
                <c:pt idx="10227">
                  <c:v>0.680444828</c:v>
                </c:pt>
                <c:pt idx="10228">
                  <c:v>0.680444828</c:v>
                </c:pt>
                <c:pt idx="10229">
                  <c:v>0.680444828</c:v>
                </c:pt>
                <c:pt idx="10230">
                  <c:v>0.680749505</c:v>
                </c:pt>
                <c:pt idx="10231">
                  <c:v>0.680749505</c:v>
                </c:pt>
                <c:pt idx="10232">
                  <c:v>0.680901843</c:v>
                </c:pt>
                <c:pt idx="10233">
                  <c:v>0.680901843</c:v>
                </c:pt>
                <c:pt idx="10234">
                  <c:v>0.6812573</c:v>
                </c:pt>
                <c:pt idx="10235">
                  <c:v>0.681409638</c:v>
                </c:pt>
                <c:pt idx="10236">
                  <c:v>0.681511197</c:v>
                </c:pt>
                <c:pt idx="10237">
                  <c:v>0.681511197</c:v>
                </c:pt>
                <c:pt idx="10238">
                  <c:v>0.681663535</c:v>
                </c:pt>
                <c:pt idx="10239">
                  <c:v>0.681765094</c:v>
                </c:pt>
                <c:pt idx="10240">
                  <c:v>0.681815874</c:v>
                </c:pt>
                <c:pt idx="10241">
                  <c:v>0.681815874</c:v>
                </c:pt>
                <c:pt idx="10242">
                  <c:v>0.681866653</c:v>
                </c:pt>
                <c:pt idx="10243">
                  <c:v>0.681866653</c:v>
                </c:pt>
                <c:pt idx="10244">
                  <c:v>0.681917433</c:v>
                </c:pt>
                <c:pt idx="10245">
                  <c:v>0.681917433</c:v>
                </c:pt>
                <c:pt idx="10246">
                  <c:v>0.681968212</c:v>
                </c:pt>
                <c:pt idx="10247">
                  <c:v>0.681968212</c:v>
                </c:pt>
                <c:pt idx="10248">
                  <c:v>0.682018992</c:v>
                </c:pt>
                <c:pt idx="10249">
                  <c:v>0.68212055</c:v>
                </c:pt>
                <c:pt idx="10250">
                  <c:v>0.682323668</c:v>
                </c:pt>
                <c:pt idx="10251">
                  <c:v>0.682323668</c:v>
                </c:pt>
                <c:pt idx="10252">
                  <c:v>0.682729904</c:v>
                </c:pt>
                <c:pt idx="10253">
                  <c:v>0.682831463</c:v>
                </c:pt>
                <c:pt idx="10254">
                  <c:v>0.682831463</c:v>
                </c:pt>
                <c:pt idx="10255">
                  <c:v>0.682882242</c:v>
                </c:pt>
                <c:pt idx="10256">
                  <c:v>0.682933022</c:v>
                </c:pt>
                <c:pt idx="10257">
                  <c:v>0.682983801</c:v>
                </c:pt>
                <c:pt idx="10258">
                  <c:v>0.682983801</c:v>
                </c:pt>
                <c:pt idx="10259">
                  <c:v>0.68313614</c:v>
                </c:pt>
                <c:pt idx="10260">
                  <c:v>0.683440817</c:v>
                </c:pt>
                <c:pt idx="10261">
                  <c:v>0.683440817</c:v>
                </c:pt>
                <c:pt idx="10262">
                  <c:v>0.683542375</c:v>
                </c:pt>
                <c:pt idx="10263">
                  <c:v>0.683542375</c:v>
                </c:pt>
                <c:pt idx="10264">
                  <c:v>0.683948611</c:v>
                </c:pt>
                <c:pt idx="10265">
                  <c:v>0.683948611</c:v>
                </c:pt>
                <c:pt idx="10266">
                  <c:v>0.68410095</c:v>
                </c:pt>
                <c:pt idx="10267">
                  <c:v>0.68410095</c:v>
                </c:pt>
                <c:pt idx="10268">
                  <c:v>0.684253288</c:v>
                </c:pt>
                <c:pt idx="10269">
                  <c:v>0.684253288</c:v>
                </c:pt>
                <c:pt idx="10270">
                  <c:v>0.684811862</c:v>
                </c:pt>
                <c:pt idx="10271">
                  <c:v>0.684811862</c:v>
                </c:pt>
                <c:pt idx="10272">
                  <c:v>0.685065759</c:v>
                </c:pt>
                <c:pt idx="10273">
                  <c:v>0.685065759</c:v>
                </c:pt>
                <c:pt idx="10274">
                  <c:v>0.685167318</c:v>
                </c:pt>
                <c:pt idx="10275">
                  <c:v>0.685167318</c:v>
                </c:pt>
                <c:pt idx="10276">
                  <c:v>0.685319657</c:v>
                </c:pt>
                <c:pt idx="10277">
                  <c:v>0.685319657</c:v>
                </c:pt>
                <c:pt idx="10278">
                  <c:v>0.685421216</c:v>
                </c:pt>
                <c:pt idx="10279">
                  <c:v>0.685421216</c:v>
                </c:pt>
                <c:pt idx="10280">
                  <c:v>0.685421216</c:v>
                </c:pt>
                <c:pt idx="10281">
                  <c:v>0.685624334</c:v>
                </c:pt>
                <c:pt idx="10282">
                  <c:v>0.685624334</c:v>
                </c:pt>
                <c:pt idx="10283">
                  <c:v>0.685675113</c:v>
                </c:pt>
                <c:pt idx="10284">
                  <c:v>0.685675113</c:v>
                </c:pt>
                <c:pt idx="10285">
                  <c:v>0.685725892</c:v>
                </c:pt>
                <c:pt idx="10286">
                  <c:v>0.686132128</c:v>
                </c:pt>
                <c:pt idx="10287">
                  <c:v>0.686132128</c:v>
                </c:pt>
                <c:pt idx="10288">
                  <c:v>0.686386025</c:v>
                </c:pt>
                <c:pt idx="10289">
                  <c:v>0.686538364</c:v>
                </c:pt>
                <c:pt idx="10290">
                  <c:v>0.686690702</c:v>
                </c:pt>
                <c:pt idx="10291">
                  <c:v>0.686690702</c:v>
                </c:pt>
                <c:pt idx="10292">
                  <c:v>0.686792261</c:v>
                </c:pt>
                <c:pt idx="10293">
                  <c:v>0.686792261</c:v>
                </c:pt>
                <c:pt idx="10294">
                  <c:v>0.6869446</c:v>
                </c:pt>
                <c:pt idx="10295">
                  <c:v>0.6869446</c:v>
                </c:pt>
                <c:pt idx="10296">
                  <c:v>0.687046159</c:v>
                </c:pt>
                <c:pt idx="10297">
                  <c:v>0.687147717</c:v>
                </c:pt>
                <c:pt idx="10298">
                  <c:v>0.687300056</c:v>
                </c:pt>
                <c:pt idx="10299">
                  <c:v>0.687401615</c:v>
                </c:pt>
                <c:pt idx="10300">
                  <c:v>0.687604733</c:v>
                </c:pt>
                <c:pt idx="10301">
                  <c:v>0.687604733</c:v>
                </c:pt>
                <c:pt idx="10302">
                  <c:v>0.687757071</c:v>
                </c:pt>
                <c:pt idx="10303">
                  <c:v>0.687757071</c:v>
                </c:pt>
                <c:pt idx="10304">
                  <c:v>0.68785863</c:v>
                </c:pt>
                <c:pt idx="10305">
                  <c:v>0.68785863</c:v>
                </c:pt>
                <c:pt idx="10306">
                  <c:v>0.687909409</c:v>
                </c:pt>
                <c:pt idx="10307">
                  <c:v>0.687909409</c:v>
                </c:pt>
                <c:pt idx="10308">
                  <c:v>0.688010968</c:v>
                </c:pt>
                <c:pt idx="10309">
                  <c:v>0.688010968</c:v>
                </c:pt>
                <c:pt idx="10310">
                  <c:v>0.688112527</c:v>
                </c:pt>
                <c:pt idx="10311">
                  <c:v>0.688264866</c:v>
                </c:pt>
                <c:pt idx="10312">
                  <c:v>0.688366425</c:v>
                </c:pt>
                <c:pt idx="10313">
                  <c:v>0.688467984</c:v>
                </c:pt>
                <c:pt idx="10314">
                  <c:v>0.688467984</c:v>
                </c:pt>
                <c:pt idx="10315">
                  <c:v>0.688620322</c:v>
                </c:pt>
                <c:pt idx="10316">
                  <c:v>0.688620322</c:v>
                </c:pt>
                <c:pt idx="10317">
                  <c:v>0.688721881</c:v>
                </c:pt>
                <c:pt idx="10318">
                  <c:v>0.688924999</c:v>
                </c:pt>
                <c:pt idx="10319">
                  <c:v>0.689128117</c:v>
                </c:pt>
                <c:pt idx="10320">
                  <c:v>0.689280455</c:v>
                </c:pt>
                <c:pt idx="10321">
                  <c:v>0.689331234</c:v>
                </c:pt>
                <c:pt idx="10322">
                  <c:v>0.689331234</c:v>
                </c:pt>
                <c:pt idx="10323">
                  <c:v>0.690143706</c:v>
                </c:pt>
                <c:pt idx="10324">
                  <c:v>0.690143706</c:v>
                </c:pt>
                <c:pt idx="10325">
                  <c:v>0.690499162</c:v>
                </c:pt>
                <c:pt idx="10326">
                  <c:v>0.690549942</c:v>
                </c:pt>
                <c:pt idx="10327">
                  <c:v>0.69070228</c:v>
                </c:pt>
                <c:pt idx="10328">
                  <c:v>0.69070228</c:v>
                </c:pt>
                <c:pt idx="10329">
                  <c:v>0.690854618</c:v>
                </c:pt>
                <c:pt idx="10330">
                  <c:v>0.690854618</c:v>
                </c:pt>
                <c:pt idx="10331">
                  <c:v>0.691057736</c:v>
                </c:pt>
                <c:pt idx="10332">
                  <c:v>0.691057736</c:v>
                </c:pt>
                <c:pt idx="10333">
                  <c:v>0.691108516</c:v>
                </c:pt>
                <c:pt idx="10334">
                  <c:v>0.691108516</c:v>
                </c:pt>
                <c:pt idx="10335">
                  <c:v>0.691565531</c:v>
                </c:pt>
                <c:pt idx="10336">
                  <c:v>0.691565531</c:v>
                </c:pt>
                <c:pt idx="10337">
                  <c:v>0.691971767</c:v>
                </c:pt>
                <c:pt idx="10338">
                  <c:v>0.691971767</c:v>
                </c:pt>
                <c:pt idx="10339">
                  <c:v>0.692022546</c:v>
                </c:pt>
                <c:pt idx="10340">
                  <c:v>0.692124105</c:v>
                </c:pt>
                <c:pt idx="10341">
                  <c:v>0.692124105</c:v>
                </c:pt>
                <c:pt idx="10342">
                  <c:v>0.692225664</c:v>
                </c:pt>
                <c:pt idx="10343">
                  <c:v>0.692276443</c:v>
                </c:pt>
                <c:pt idx="10344">
                  <c:v>0.692276443</c:v>
                </c:pt>
                <c:pt idx="10345">
                  <c:v>0.692378002</c:v>
                </c:pt>
                <c:pt idx="10346">
                  <c:v>0.692378002</c:v>
                </c:pt>
                <c:pt idx="10347">
                  <c:v>0.692428782</c:v>
                </c:pt>
                <c:pt idx="10348">
                  <c:v>0.692530341</c:v>
                </c:pt>
                <c:pt idx="10349">
                  <c:v>0.69258112</c:v>
                </c:pt>
                <c:pt idx="10350">
                  <c:v>0.69258112</c:v>
                </c:pt>
                <c:pt idx="10351">
                  <c:v>0.6926319</c:v>
                </c:pt>
                <c:pt idx="10352">
                  <c:v>0.692733459</c:v>
                </c:pt>
                <c:pt idx="10353">
                  <c:v>0.692733459</c:v>
                </c:pt>
                <c:pt idx="10354">
                  <c:v>0.693038135</c:v>
                </c:pt>
                <c:pt idx="10355">
                  <c:v>0.693038135</c:v>
                </c:pt>
                <c:pt idx="10356">
                  <c:v>0.693088915</c:v>
                </c:pt>
                <c:pt idx="10357">
                  <c:v>0.693088915</c:v>
                </c:pt>
                <c:pt idx="10358">
                  <c:v>0.693139694</c:v>
                </c:pt>
                <c:pt idx="10359">
                  <c:v>0.693139694</c:v>
                </c:pt>
                <c:pt idx="10360">
                  <c:v>0.693139694</c:v>
                </c:pt>
                <c:pt idx="10361">
                  <c:v>0.693393592</c:v>
                </c:pt>
                <c:pt idx="10362">
                  <c:v>0.693393592</c:v>
                </c:pt>
                <c:pt idx="10363">
                  <c:v>0.693444371</c:v>
                </c:pt>
                <c:pt idx="10364">
                  <c:v>0.693596709</c:v>
                </c:pt>
                <c:pt idx="10365">
                  <c:v>0.693647489</c:v>
                </c:pt>
                <c:pt idx="10366">
                  <c:v>0.693799827</c:v>
                </c:pt>
                <c:pt idx="10367">
                  <c:v>0.693901386</c:v>
                </c:pt>
                <c:pt idx="10368">
                  <c:v>0.693901386</c:v>
                </c:pt>
                <c:pt idx="10369">
                  <c:v>0.694053725</c:v>
                </c:pt>
                <c:pt idx="10370">
                  <c:v>0.694104504</c:v>
                </c:pt>
                <c:pt idx="10371">
                  <c:v>0.694104504</c:v>
                </c:pt>
                <c:pt idx="10372">
                  <c:v>0.694206063</c:v>
                </c:pt>
                <c:pt idx="10373">
                  <c:v>0.694561519</c:v>
                </c:pt>
                <c:pt idx="10374">
                  <c:v>0.694561519</c:v>
                </c:pt>
                <c:pt idx="10375">
                  <c:v>0.694612299</c:v>
                </c:pt>
                <c:pt idx="10376">
                  <c:v>0.694612299</c:v>
                </c:pt>
                <c:pt idx="10377">
                  <c:v>0.695170873</c:v>
                </c:pt>
                <c:pt idx="10378">
                  <c:v>0.695170873</c:v>
                </c:pt>
                <c:pt idx="10379">
                  <c:v>0.695373991</c:v>
                </c:pt>
                <c:pt idx="10380">
                  <c:v>0.695373991</c:v>
                </c:pt>
                <c:pt idx="10381">
                  <c:v>0.695526329</c:v>
                </c:pt>
                <c:pt idx="10382">
                  <c:v>0.695627888</c:v>
                </c:pt>
                <c:pt idx="10383">
                  <c:v>0.696592698</c:v>
                </c:pt>
                <c:pt idx="10384">
                  <c:v>0.696694257</c:v>
                </c:pt>
                <c:pt idx="10385">
                  <c:v>0.696795816</c:v>
                </c:pt>
                <c:pt idx="10386">
                  <c:v>0.696795816</c:v>
                </c:pt>
                <c:pt idx="10387">
                  <c:v>0.696998934</c:v>
                </c:pt>
                <c:pt idx="10388">
                  <c:v>0.696998934</c:v>
                </c:pt>
                <c:pt idx="10389">
                  <c:v>0.697912964</c:v>
                </c:pt>
                <c:pt idx="10390">
                  <c:v>0.697912964</c:v>
                </c:pt>
                <c:pt idx="10391">
                  <c:v>0.698014523</c:v>
                </c:pt>
                <c:pt idx="10392">
                  <c:v>0.69826842</c:v>
                </c:pt>
                <c:pt idx="10393">
                  <c:v>0.6983192</c:v>
                </c:pt>
                <c:pt idx="10394">
                  <c:v>0.6983192</c:v>
                </c:pt>
                <c:pt idx="10395">
                  <c:v>0.698471538</c:v>
                </c:pt>
                <c:pt idx="10396">
                  <c:v>0.698471538</c:v>
                </c:pt>
                <c:pt idx="10397">
                  <c:v>0.698573097</c:v>
                </c:pt>
                <c:pt idx="10398">
                  <c:v>0.698573097</c:v>
                </c:pt>
                <c:pt idx="10399">
                  <c:v>0.699080892</c:v>
                </c:pt>
                <c:pt idx="10400">
                  <c:v>0.699080892</c:v>
                </c:pt>
                <c:pt idx="10401">
                  <c:v>0.699131671</c:v>
                </c:pt>
                <c:pt idx="10402">
                  <c:v>0.69923323</c:v>
                </c:pt>
                <c:pt idx="10403">
                  <c:v>0.699334789</c:v>
                </c:pt>
                <c:pt idx="10404">
                  <c:v>0.699334789</c:v>
                </c:pt>
                <c:pt idx="10405">
                  <c:v>0.699639466</c:v>
                </c:pt>
                <c:pt idx="10406">
                  <c:v>0.699639466</c:v>
                </c:pt>
                <c:pt idx="10407">
                  <c:v>0.699741025</c:v>
                </c:pt>
                <c:pt idx="10408">
                  <c:v>0.699741025</c:v>
                </c:pt>
                <c:pt idx="10409">
                  <c:v>0.699842584</c:v>
                </c:pt>
                <c:pt idx="10410">
                  <c:v>0.699893363</c:v>
                </c:pt>
                <c:pt idx="10411">
                  <c:v>0.699893363</c:v>
                </c:pt>
                <c:pt idx="10412">
                  <c:v>0.70014726</c:v>
                </c:pt>
                <c:pt idx="10413">
                  <c:v>0.70014726</c:v>
                </c:pt>
                <c:pt idx="10414">
                  <c:v>0.700299599</c:v>
                </c:pt>
                <c:pt idx="10415">
                  <c:v>0.700502717</c:v>
                </c:pt>
                <c:pt idx="10416">
                  <c:v>0.700604276</c:v>
                </c:pt>
                <c:pt idx="10417">
                  <c:v>0.700756614</c:v>
                </c:pt>
                <c:pt idx="10418">
                  <c:v>0.700756614</c:v>
                </c:pt>
                <c:pt idx="10419">
                  <c:v>0.70111207</c:v>
                </c:pt>
                <c:pt idx="10420">
                  <c:v>0.70111207</c:v>
                </c:pt>
                <c:pt idx="10421">
                  <c:v>0.701569085</c:v>
                </c:pt>
                <c:pt idx="10422">
                  <c:v>0.701569085</c:v>
                </c:pt>
                <c:pt idx="10423">
                  <c:v>0.701670644</c:v>
                </c:pt>
                <c:pt idx="10424">
                  <c:v>0.701721424</c:v>
                </c:pt>
                <c:pt idx="10425">
                  <c:v>0.701924542</c:v>
                </c:pt>
                <c:pt idx="10426">
                  <c:v>0.702178439</c:v>
                </c:pt>
                <c:pt idx="10427">
                  <c:v>0.702330777</c:v>
                </c:pt>
                <c:pt idx="10428">
                  <c:v>0.702330777</c:v>
                </c:pt>
                <c:pt idx="10429">
                  <c:v>0.702483116</c:v>
                </c:pt>
                <c:pt idx="10430">
                  <c:v>0.702787793</c:v>
                </c:pt>
                <c:pt idx="10431">
                  <c:v>0.702838572</c:v>
                </c:pt>
                <c:pt idx="10432">
                  <c:v>0.702838572</c:v>
                </c:pt>
                <c:pt idx="10433">
                  <c:v>0.702940131</c:v>
                </c:pt>
                <c:pt idx="10434">
                  <c:v>0.70304169</c:v>
                </c:pt>
                <c:pt idx="10435">
                  <c:v>0.703092469</c:v>
                </c:pt>
                <c:pt idx="10436">
                  <c:v>0.703092469</c:v>
                </c:pt>
                <c:pt idx="10437">
                  <c:v>0.703194028</c:v>
                </c:pt>
                <c:pt idx="10438">
                  <c:v>0.703194028</c:v>
                </c:pt>
                <c:pt idx="10439">
                  <c:v>0.703447926</c:v>
                </c:pt>
                <c:pt idx="10440">
                  <c:v>0.703447926</c:v>
                </c:pt>
                <c:pt idx="10441">
                  <c:v>0.703600264</c:v>
                </c:pt>
                <c:pt idx="10442">
                  <c:v>0.703803382</c:v>
                </c:pt>
                <c:pt idx="10443">
                  <c:v>0.703904941</c:v>
                </c:pt>
                <c:pt idx="10444">
                  <c:v>0.703904941</c:v>
                </c:pt>
                <c:pt idx="10445">
                  <c:v>0.704158838</c:v>
                </c:pt>
                <c:pt idx="10446">
                  <c:v>0.704158838</c:v>
                </c:pt>
                <c:pt idx="10447">
                  <c:v>0.704311177</c:v>
                </c:pt>
                <c:pt idx="10448">
                  <c:v>0.704412735</c:v>
                </c:pt>
                <c:pt idx="10449">
                  <c:v>0.704514294</c:v>
                </c:pt>
                <c:pt idx="10450">
                  <c:v>0.706190017</c:v>
                </c:pt>
                <c:pt idx="10451">
                  <c:v>0.706190017</c:v>
                </c:pt>
                <c:pt idx="10452">
                  <c:v>0.706342355</c:v>
                </c:pt>
                <c:pt idx="10453">
                  <c:v>0.706342355</c:v>
                </c:pt>
                <c:pt idx="10454">
                  <c:v>0.706443914</c:v>
                </c:pt>
                <c:pt idx="10455">
                  <c:v>0.706443914</c:v>
                </c:pt>
                <c:pt idx="10456">
                  <c:v>0.706596252</c:v>
                </c:pt>
                <c:pt idx="10457">
                  <c:v>0.706647032</c:v>
                </c:pt>
                <c:pt idx="10458">
                  <c:v>0.706647032</c:v>
                </c:pt>
                <c:pt idx="10459">
                  <c:v>0.707459503</c:v>
                </c:pt>
                <c:pt idx="10460">
                  <c:v>0.707459503</c:v>
                </c:pt>
                <c:pt idx="10461">
                  <c:v>0.707611842</c:v>
                </c:pt>
                <c:pt idx="10462">
                  <c:v>0.707611842</c:v>
                </c:pt>
                <c:pt idx="10463">
                  <c:v>0.70776418</c:v>
                </c:pt>
                <c:pt idx="10464">
                  <c:v>0.70776418</c:v>
                </c:pt>
                <c:pt idx="10465">
                  <c:v>0.708119636</c:v>
                </c:pt>
                <c:pt idx="10466">
                  <c:v>0.708119636</c:v>
                </c:pt>
                <c:pt idx="10467">
                  <c:v>0.708271975</c:v>
                </c:pt>
                <c:pt idx="10468">
                  <c:v>0.708271975</c:v>
                </c:pt>
                <c:pt idx="10469">
                  <c:v>0.708322754</c:v>
                </c:pt>
                <c:pt idx="10470">
                  <c:v>0.708322754</c:v>
                </c:pt>
                <c:pt idx="10471">
                  <c:v>0.708475093</c:v>
                </c:pt>
                <c:pt idx="10472">
                  <c:v>0.708576652</c:v>
                </c:pt>
                <c:pt idx="10473">
                  <c:v>0.708576652</c:v>
                </c:pt>
                <c:pt idx="10474">
                  <c:v>0.708779769</c:v>
                </c:pt>
                <c:pt idx="10475">
                  <c:v>0.708779769</c:v>
                </c:pt>
                <c:pt idx="10476">
                  <c:v>0.708830549</c:v>
                </c:pt>
                <c:pt idx="10477">
                  <c:v>0.708830549</c:v>
                </c:pt>
                <c:pt idx="10478">
                  <c:v>0.708881328</c:v>
                </c:pt>
                <c:pt idx="10479">
                  <c:v>0.708881328</c:v>
                </c:pt>
                <c:pt idx="10480">
                  <c:v>0.709135226</c:v>
                </c:pt>
                <c:pt idx="10481">
                  <c:v>0.709439903</c:v>
                </c:pt>
                <c:pt idx="10482">
                  <c:v>0.709439903</c:v>
                </c:pt>
                <c:pt idx="10483">
                  <c:v>0.70964302</c:v>
                </c:pt>
                <c:pt idx="10484">
                  <c:v>0.70964302</c:v>
                </c:pt>
                <c:pt idx="10485">
                  <c:v>0.7096938</c:v>
                </c:pt>
                <c:pt idx="10486">
                  <c:v>0.7096938</c:v>
                </c:pt>
                <c:pt idx="10487">
                  <c:v>0.709947697</c:v>
                </c:pt>
                <c:pt idx="10488">
                  <c:v>0.710100036</c:v>
                </c:pt>
                <c:pt idx="10489">
                  <c:v>0.710100036</c:v>
                </c:pt>
                <c:pt idx="10490">
                  <c:v>0.710353933</c:v>
                </c:pt>
                <c:pt idx="10491">
                  <c:v>0.710353933</c:v>
                </c:pt>
                <c:pt idx="10492">
                  <c:v>0.710404712</c:v>
                </c:pt>
                <c:pt idx="10493">
                  <c:v>0.710404712</c:v>
                </c:pt>
                <c:pt idx="10494">
                  <c:v>0.710455492</c:v>
                </c:pt>
                <c:pt idx="10495">
                  <c:v>0.710506271</c:v>
                </c:pt>
                <c:pt idx="10496">
                  <c:v>0.710557051</c:v>
                </c:pt>
                <c:pt idx="10497">
                  <c:v>0.71060783</c:v>
                </c:pt>
                <c:pt idx="10498">
                  <c:v>0.710861728</c:v>
                </c:pt>
                <c:pt idx="10499">
                  <c:v>0.710861728</c:v>
                </c:pt>
                <c:pt idx="10500">
                  <c:v>0.711014066</c:v>
                </c:pt>
                <c:pt idx="10501">
                  <c:v>0.711014066</c:v>
                </c:pt>
                <c:pt idx="10502">
                  <c:v>0.711166404</c:v>
                </c:pt>
                <c:pt idx="10503">
                  <c:v>0.711166404</c:v>
                </c:pt>
                <c:pt idx="10504">
                  <c:v>0.711217184</c:v>
                </c:pt>
                <c:pt idx="10505">
                  <c:v>0.711318743</c:v>
                </c:pt>
                <c:pt idx="10506">
                  <c:v>0.711369522</c:v>
                </c:pt>
                <c:pt idx="10507">
                  <c:v>0.711471081</c:v>
                </c:pt>
                <c:pt idx="10508">
                  <c:v>0.711724978</c:v>
                </c:pt>
                <c:pt idx="10509">
                  <c:v>0.711724978</c:v>
                </c:pt>
                <c:pt idx="10510">
                  <c:v>0.711826537</c:v>
                </c:pt>
                <c:pt idx="10511">
                  <c:v>0.711826537</c:v>
                </c:pt>
                <c:pt idx="10512">
                  <c:v>0.712029655</c:v>
                </c:pt>
                <c:pt idx="10513">
                  <c:v>0.712029655</c:v>
                </c:pt>
                <c:pt idx="10514">
                  <c:v>0.712080435</c:v>
                </c:pt>
                <c:pt idx="10515">
                  <c:v>0.712080435</c:v>
                </c:pt>
                <c:pt idx="10516">
                  <c:v>0.712283553</c:v>
                </c:pt>
                <c:pt idx="10517">
                  <c:v>0.712283553</c:v>
                </c:pt>
                <c:pt idx="10518">
                  <c:v>0.712435891</c:v>
                </c:pt>
                <c:pt idx="10519">
                  <c:v>0.712435891</c:v>
                </c:pt>
                <c:pt idx="10520">
                  <c:v>0.71253745</c:v>
                </c:pt>
                <c:pt idx="10521">
                  <c:v>0.712740568</c:v>
                </c:pt>
                <c:pt idx="10522">
                  <c:v>0.712943686</c:v>
                </c:pt>
                <c:pt idx="10523">
                  <c:v>0.712943686</c:v>
                </c:pt>
                <c:pt idx="10524">
                  <c:v>0.713197583</c:v>
                </c:pt>
                <c:pt idx="10525">
                  <c:v>0.713197583</c:v>
                </c:pt>
                <c:pt idx="10526">
                  <c:v>0.713248362</c:v>
                </c:pt>
                <c:pt idx="10527">
                  <c:v>0.71350226</c:v>
                </c:pt>
                <c:pt idx="10528">
                  <c:v>0.713705378</c:v>
                </c:pt>
                <c:pt idx="10529">
                  <c:v>0.713705378</c:v>
                </c:pt>
                <c:pt idx="10530">
                  <c:v>0.713806936</c:v>
                </c:pt>
                <c:pt idx="10531">
                  <c:v>0.713806936</c:v>
                </c:pt>
                <c:pt idx="10532">
                  <c:v>0.713857716</c:v>
                </c:pt>
                <c:pt idx="10533">
                  <c:v>0.713857716</c:v>
                </c:pt>
                <c:pt idx="10534">
                  <c:v>0.714010054</c:v>
                </c:pt>
                <c:pt idx="10535">
                  <c:v>0.714010054</c:v>
                </c:pt>
                <c:pt idx="10536">
                  <c:v>0.714060834</c:v>
                </c:pt>
                <c:pt idx="10537">
                  <c:v>0.714060834</c:v>
                </c:pt>
                <c:pt idx="10538">
                  <c:v>0.714111613</c:v>
                </c:pt>
                <c:pt idx="10539">
                  <c:v>0.714111613</c:v>
                </c:pt>
                <c:pt idx="10540">
                  <c:v>0.714213172</c:v>
                </c:pt>
                <c:pt idx="10541">
                  <c:v>0.714213172</c:v>
                </c:pt>
                <c:pt idx="10542">
                  <c:v>0.71446707</c:v>
                </c:pt>
                <c:pt idx="10543">
                  <c:v>0.71446707</c:v>
                </c:pt>
                <c:pt idx="10544">
                  <c:v>0.71446707</c:v>
                </c:pt>
                <c:pt idx="10545">
                  <c:v>0.714568628</c:v>
                </c:pt>
                <c:pt idx="10546">
                  <c:v>0.714568628</c:v>
                </c:pt>
                <c:pt idx="10547">
                  <c:v>0.714924085</c:v>
                </c:pt>
                <c:pt idx="10548">
                  <c:v>0.714924085</c:v>
                </c:pt>
                <c:pt idx="10549">
                  <c:v>0.715177982</c:v>
                </c:pt>
                <c:pt idx="10550">
                  <c:v>0.715177982</c:v>
                </c:pt>
                <c:pt idx="10551">
                  <c:v>0.715431879</c:v>
                </c:pt>
                <c:pt idx="10552">
                  <c:v>0.715533438</c:v>
                </c:pt>
                <c:pt idx="10553">
                  <c:v>0.715533438</c:v>
                </c:pt>
                <c:pt idx="10554">
                  <c:v>0.715533438</c:v>
                </c:pt>
                <c:pt idx="10555">
                  <c:v>0.715584218</c:v>
                </c:pt>
                <c:pt idx="10556">
                  <c:v>0.715584218</c:v>
                </c:pt>
                <c:pt idx="10557">
                  <c:v>0.715634997</c:v>
                </c:pt>
                <c:pt idx="10558">
                  <c:v>0.715634997</c:v>
                </c:pt>
                <c:pt idx="10559">
                  <c:v>0.715736556</c:v>
                </c:pt>
                <c:pt idx="10560">
                  <c:v>0.715736556</c:v>
                </c:pt>
                <c:pt idx="10561">
                  <c:v>0.716041233</c:v>
                </c:pt>
                <c:pt idx="10562">
                  <c:v>0.716041233</c:v>
                </c:pt>
                <c:pt idx="10563">
                  <c:v>0.716193571</c:v>
                </c:pt>
                <c:pt idx="10564">
                  <c:v>0.716193571</c:v>
                </c:pt>
                <c:pt idx="10565">
                  <c:v>0.716447469</c:v>
                </c:pt>
                <c:pt idx="10566">
                  <c:v>0.716447469</c:v>
                </c:pt>
                <c:pt idx="10567">
                  <c:v>0.716549028</c:v>
                </c:pt>
                <c:pt idx="10568">
                  <c:v>0.716549028</c:v>
                </c:pt>
                <c:pt idx="10569">
                  <c:v>0.716599807</c:v>
                </c:pt>
                <c:pt idx="10570">
                  <c:v>0.716599807</c:v>
                </c:pt>
                <c:pt idx="10571">
                  <c:v>0.716650587</c:v>
                </c:pt>
                <c:pt idx="10572">
                  <c:v>0.716650587</c:v>
                </c:pt>
                <c:pt idx="10573">
                  <c:v>0.716701366</c:v>
                </c:pt>
                <c:pt idx="10574">
                  <c:v>0.716802925</c:v>
                </c:pt>
                <c:pt idx="10575">
                  <c:v>0.716853704</c:v>
                </c:pt>
                <c:pt idx="10576">
                  <c:v>0.716853704</c:v>
                </c:pt>
                <c:pt idx="10577">
                  <c:v>0.717056822</c:v>
                </c:pt>
                <c:pt idx="10578">
                  <c:v>0.717209161</c:v>
                </c:pt>
                <c:pt idx="10579">
                  <c:v>0.717209161</c:v>
                </c:pt>
                <c:pt idx="10580">
                  <c:v>0.717361499</c:v>
                </c:pt>
                <c:pt idx="10581">
                  <c:v>0.717361499</c:v>
                </c:pt>
                <c:pt idx="10582">
                  <c:v>0.717564617</c:v>
                </c:pt>
                <c:pt idx="10583">
                  <c:v>0.717564617</c:v>
                </c:pt>
                <c:pt idx="10584">
                  <c:v>0.717666176</c:v>
                </c:pt>
                <c:pt idx="10585">
                  <c:v>0.717869294</c:v>
                </c:pt>
                <c:pt idx="10586">
                  <c:v>0.717920073</c:v>
                </c:pt>
                <c:pt idx="10587">
                  <c:v>0.717920073</c:v>
                </c:pt>
                <c:pt idx="10588">
                  <c:v>0.717970853</c:v>
                </c:pt>
                <c:pt idx="10589">
                  <c:v>0.718072412</c:v>
                </c:pt>
                <c:pt idx="10590">
                  <c:v>0.71822475</c:v>
                </c:pt>
                <c:pt idx="10591">
                  <c:v>0.71822475</c:v>
                </c:pt>
                <c:pt idx="10592">
                  <c:v>0.718326309</c:v>
                </c:pt>
                <c:pt idx="10593">
                  <c:v>0.718326309</c:v>
                </c:pt>
                <c:pt idx="10594">
                  <c:v>0.718580206</c:v>
                </c:pt>
                <c:pt idx="10595">
                  <c:v>0.718681765</c:v>
                </c:pt>
                <c:pt idx="10596">
                  <c:v>0.718935662</c:v>
                </c:pt>
                <c:pt idx="10597">
                  <c:v>0.719037221</c:v>
                </c:pt>
                <c:pt idx="10598">
                  <c:v>0.719088001</c:v>
                </c:pt>
                <c:pt idx="10599">
                  <c:v>0.719088001</c:v>
                </c:pt>
                <c:pt idx="10600">
                  <c:v>0.719341898</c:v>
                </c:pt>
                <c:pt idx="10601">
                  <c:v>0.719443457</c:v>
                </c:pt>
                <c:pt idx="10602">
                  <c:v>0.719951252</c:v>
                </c:pt>
                <c:pt idx="10603">
                  <c:v>0.719951252</c:v>
                </c:pt>
                <c:pt idx="10604">
                  <c:v>0.720357487</c:v>
                </c:pt>
                <c:pt idx="10605">
                  <c:v>0.720357487</c:v>
                </c:pt>
                <c:pt idx="10606">
                  <c:v>0.720408267</c:v>
                </c:pt>
                <c:pt idx="10607">
                  <c:v>0.720408267</c:v>
                </c:pt>
                <c:pt idx="10608">
                  <c:v>0.720611385</c:v>
                </c:pt>
                <c:pt idx="10609">
                  <c:v>0.720611385</c:v>
                </c:pt>
                <c:pt idx="10610">
                  <c:v>0.720814503</c:v>
                </c:pt>
                <c:pt idx="10611">
                  <c:v>0.720916062</c:v>
                </c:pt>
                <c:pt idx="10612">
                  <c:v>0.721220738</c:v>
                </c:pt>
                <c:pt idx="10613">
                  <c:v>0.721220738</c:v>
                </c:pt>
                <c:pt idx="10614">
                  <c:v>0.721322297</c:v>
                </c:pt>
                <c:pt idx="10615">
                  <c:v>0.721474636</c:v>
                </c:pt>
                <c:pt idx="10616">
                  <c:v>0.721576195</c:v>
                </c:pt>
                <c:pt idx="10617">
                  <c:v>0.721779312</c:v>
                </c:pt>
                <c:pt idx="10618">
                  <c:v>0.721880871</c:v>
                </c:pt>
                <c:pt idx="10619">
                  <c:v>0.72198243</c:v>
                </c:pt>
                <c:pt idx="10620">
                  <c:v>0.72203321</c:v>
                </c:pt>
                <c:pt idx="10621">
                  <c:v>0.722134769</c:v>
                </c:pt>
                <c:pt idx="10622">
                  <c:v>0.722236328</c:v>
                </c:pt>
                <c:pt idx="10623">
                  <c:v>0.722337887</c:v>
                </c:pt>
                <c:pt idx="10624">
                  <c:v>0.722388666</c:v>
                </c:pt>
                <c:pt idx="10625">
                  <c:v>0.722439445</c:v>
                </c:pt>
                <c:pt idx="10626">
                  <c:v>0.722541004</c:v>
                </c:pt>
                <c:pt idx="10627">
                  <c:v>0.722642563</c:v>
                </c:pt>
                <c:pt idx="10628">
                  <c:v>0.722642563</c:v>
                </c:pt>
                <c:pt idx="10629">
                  <c:v>0.722693343</c:v>
                </c:pt>
                <c:pt idx="10630">
                  <c:v>0.722794902</c:v>
                </c:pt>
                <c:pt idx="10631">
                  <c:v>0.72294724</c:v>
                </c:pt>
                <c:pt idx="10632">
                  <c:v>0.72294724</c:v>
                </c:pt>
                <c:pt idx="10633">
                  <c:v>0.72299802</c:v>
                </c:pt>
                <c:pt idx="10634">
                  <c:v>0.72299802</c:v>
                </c:pt>
                <c:pt idx="10635">
                  <c:v>0.723099579</c:v>
                </c:pt>
                <c:pt idx="10636">
                  <c:v>0.723201137</c:v>
                </c:pt>
                <c:pt idx="10637">
                  <c:v>0.723251917</c:v>
                </c:pt>
                <c:pt idx="10638">
                  <c:v>0.723404255</c:v>
                </c:pt>
                <c:pt idx="10639">
                  <c:v>0.723505814</c:v>
                </c:pt>
                <c:pt idx="10640">
                  <c:v>0.723556594</c:v>
                </c:pt>
                <c:pt idx="10641">
                  <c:v>0.723658153</c:v>
                </c:pt>
                <c:pt idx="10642">
                  <c:v>0.723759712</c:v>
                </c:pt>
                <c:pt idx="10643">
                  <c:v>0.723759712</c:v>
                </c:pt>
                <c:pt idx="10644">
                  <c:v>0.72391205</c:v>
                </c:pt>
                <c:pt idx="10645">
                  <c:v>0.72391205</c:v>
                </c:pt>
                <c:pt idx="10646">
                  <c:v>0.724064388</c:v>
                </c:pt>
                <c:pt idx="10647">
                  <c:v>0.724064388</c:v>
                </c:pt>
                <c:pt idx="10648">
                  <c:v>0.724216727</c:v>
                </c:pt>
                <c:pt idx="10649">
                  <c:v>0.724318286</c:v>
                </c:pt>
                <c:pt idx="10650">
                  <c:v>0.724521404</c:v>
                </c:pt>
                <c:pt idx="10651">
                  <c:v>0.724521404</c:v>
                </c:pt>
                <c:pt idx="10652">
                  <c:v>0.724673742</c:v>
                </c:pt>
                <c:pt idx="10653">
                  <c:v>0.724673742</c:v>
                </c:pt>
                <c:pt idx="10654">
                  <c:v>0.724724521</c:v>
                </c:pt>
                <c:pt idx="10655">
                  <c:v>0.72482608</c:v>
                </c:pt>
                <c:pt idx="10656">
                  <c:v>0.725079978</c:v>
                </c:pt>
                <c:pt idx="10657">
                  <c:v>0.725181537</c:v>
                </c:pt>
                <c:pt idx="10658">
                  <c:v>0.725232316</c:v>
                </c:pt>
                <c:pt idx="10659">
                  <c:v>0.725333875</c:v>
                </c:pt>
                <c:pt idx="10660">
                  <c:v>0.725384654</c:v>
                </c:pt>
                <c:pt idx="10661">
                  <c:v>0.725384654</c:v>
                </c:pt>
                <c:pt idx="10662">
                  <c:v>0.725587772</c:v>
                </c:pt>
                <c:pt idx="10663">
                  <c:v>0.725587772</c:v>
                </c:pt>
                <c:pt idx="10664">
                  <c:v>0.725638552</c:v>
                </c:pt>
                <c:pt idx="10665">
                  <c:v>0.725740111</c:v>
                </c:pt>
                <c:pt idx="10666">
                  <c:v>0.725740111</c:v>
                </c:pt>
                <c:pt idx="10667">
                  <c:v>0.72579089</c:v>
                </c:pt>
                <c:pt idx="10668">
                  <c:v>0.725892449</c:v>
                </c:pt>
                <c:pt idx="10669">
                  <c:v>0.725892449</c:v>
                </c:pt>
                <c:pt idx="10670">
                  <c:v>0.726044787</c:v>
                </c:pt>
                <c:pt idx="10671">
                  <c:v>0.726146346</c:v>
                </c:pt>
                <c:pt idx="10672">
                  <c:v>0.726451023</c:v>
                </c:pt>
                <c:pt idx="10673">
                  <c:v>0.726451023</c:v>
                </c:pt>
                <c:pt idx="10674">
                  <c:v>0.726806479</c:v>
                </c:pt>
                <c:pt idx="10675">
                  <c:v>0.726806479</c:v>
                </c:pt>
                <c:pt idx="10676">
                  <c:v>0.726958818</c:v>
                </c:pt>
                <c:pt idx="10677">
                  <c:v>0.727060377</c:v>
                </c:pt>
                <c:pt idx="10678">
                  <c:v>0.727060377</c:v>
                </c:pt>
                <c:pt idx="10679">
                  <c:v>0.727466613</c:v>
                </c:pt>
                <c:pt idx="10680">
                  <c:v>0.727466613</c:v>
                </c:pt>
                <c:pt idx="10681">
                  <c:v>0.727517392</c:v>
                </c:pt>
                <c:pt idx="10682">
                  <c:v>0.727517392</c:v>
                </c:pt>
                <c:pt idx="10683">
                  <c:v>0.72766973</c:v>
                </c:pt>
                <c:pt idx="10684">
                  <c:v>0.728025187</c:v>
                </c:pt>
                <c:pt idx="10685">
                  <c:v>0.728025187</c:v>
                </c:pt>
                <c:pt idx="10686">
                  <c:v>0.728126746</c:v>
                </c:pt>
                <c:pt idx="10687">
                  <c:v>0.728228304</c:v>
                </c:pt>
                <c:pt idx="10688">
                  <c:v>0.728279084</c:v>
                </c:pt>
                <c:pt idx="10689">
                  <c:v>0.728329863</c:v>
                </c:pt>
                <c:pt idx="10690">
                  <c:v>0.728532981</c:v>
                </c:pt>
                <c:pt idx="10691">
                  <c:v>0.728532981</c:v>
                </c:pt>
                <c:pt idx="10692">
                  <c:v>0.72863454</c:v>
                </c:pt>
                <c:pt idx="10693">
                  <c:v>0.72863454</c:v>
                </c:pt>
                <c:pt idx="10694">
                  <c:v>0.72868532</c:v>
                </c:pt>
                <c:pt idx="10695">
                  <c:v>0.72868532</c:v>
                </c:pt>
                <c:pt idx="10696">
                  <c:v>0.728736099</c:v>
                </c:pt>
                <c:pt idx="10697">
                  <c:v>0.728736099</c:v>
                </c:pt>
                <c:pt idx="10698">
                  <c:v>0.728989996</c:v>
                </c:pt>
                <c:pt idx="10699">
                  <c:v>0.728989996</c:v>
                </c:pt>
                <c:pt idx="10700">
                  <c:v>0.729294673</c:v>
                </c:pt>
                <c:pt idx="10701">
                  <c:v>0.729294673</c:v>
                </c:pt>
                <c:pt idx="10702">
                  <c:v>0.729548571</c:v>
                </c:pt>
                <c:pt idx="10703">
                  <c:v>0.729548571</c:v>
                </c:pt>
                <c:pt idx="10704">
                  <c:v>0.729650129</c:v>
                </c:pt>
                <c:pt idx="10705">
                  <c:v>0.729802468</c:v>
                </c:pt>
                <c:pt idx="10706">
                  <c:v>0.730005586</c:v>
                </c:pt>
                <c:pt idx="10707">
                  <c:v>0.730005586</c:v>
                </c:pt>
                <c:pt idx="10708">
                  <c:v>0.730056365</c:v>
                </c:pt>
                <c:pt idx="10709">
                  <c:v>0.730056365</c:v>
                </c:pt>
                <c:pt idx="10710">
                  <c:v>0.730107145</c:v>
                </c:pt>
                <c:pt idx="10711">
                  <c:v>0.730107145</c:v>
                </c:pt>
                <c:pt idx="10712">
                  <c:v>0.730208704</c:v>
                </c:pt>
                <c:pt idx="10713">
                  <c:v>0.730310263</c:v>
                </c:pt>
                <c:pt idx="10714">
                  <c:v>0.730411821</c:v>
                </c:pt>
                <c:pt idx="10715">
                  <c:v>0.730462601</c:v>
                </c:pt>
                <c:pt idx="10716">
                  <c:v>0.730462601</c:v>
                </c:pt>
                <c:pt idx="10717">
                  <c:v>0.731224293</c:v>
                </c:pt>
                <c:pt idx="10718">
                  <c:v>0.731224293</c:v>
                </c:pt>
                <c:pt idx="10719">
                  <c:v>0.731325852</c:v>
                </c:pt>
                <c:pt idx="10720">
                  <c:v>0.731325852</c:v>
                </c:pt>
                <c:pt idx="10721">
                  <c:v>0.73147819</c:v>
                </c:pt>
                <c:pt idx="10722">
                  <c:v>0.73147819</c:v>
                </c:pt>
                <c:pt idx="10723">
                  <c:v>0.731681308</c:v>
                </c:pt>
                <c:pt idx="10724">
                  <c:v>0.731681308</c:v>
                </c:pt>
                <c:pt idx="10725">
                  <c:v>0.731985985</c:v>
                </c:pt>
                <c:pt idx="10726">
                  <c:v>0.731985985</c:v>
                </c:pt>
                <c:pt idx="10727">
                  <c:v>0.732036764</c:v>
                </c:pt>
                <c:pt idx="10728">
                  <c:v>0.732036764</c:v>
                </c:pt>
                <c:pt idx="10729">
                  <c:v>0.732087544</c:v>
                </c:pt>
                <c:pt idx="10730">
                  <c:v>0.732087544</c:v>
                </c:pt>
                <c:pt idx="10731">
                  <c:v>0.732189103</c:v>
                </c:pt>
                <c:pt idx="10732">
                  <c:v>0.732290662</c:v>
                </c:pt>
                <c:pt idx="10733">
                  <c:v>0.73249378</c:v>
                </c:pt>
                <c:pt idx="10734">
                  <c:v>0.73249378</c:v>
                </c:pt>
                <c:pt idx="10735">
                  <c:v>0.732544559</c:v>
                </c:pt>
                <c:pt idx="10736">
                  <c:v>0.732544559</c:v>
                </c:pt>
                <c:pt idx="10737">
                  <c:v>0.732798456</c:v>
                </c:pt>
                <c:pt idx="10738">
                  <c:v>0.732798456</c:v>
                </c:pt>
                <c:pt idx="10739">
                  <c:v>0.732950795</c:v>
                </c:pt>
                <c:pt idx="10740">
                  <c:v>0.732950795</c:v>
                </c:pt>
                <c:pt idx="10741">
                  <c:v>0.733001574</c:v>
                </c:pt>
                <c:pt idx="10742">
                  <c:v>0.733001574</c:v>
                </c:pt>
                <c:pt idx="10743">
                  <c:v>0.733052354</c:v>
                </c:pt>
                <c:pt idx="10744">
                  <c:v>0.733052354</c:v>
                </c:pt>
                <c:pt idx="10745">
                  <c:v>0.733153913</c:v>
                </c:pt>
                <c:pt idx="10746">
                  <c:v>0.733255471</c:v>
                </c:pt>
                <c:pt idx="10747">
                  <c:v>0.733509369</c:v>
                </c:pt>
                <c:pt idx="10748">
                  <c:v>0.733509369</c:v>
                </c:pt>
                <c:pt idx="10749">
                  <c:v>0.733560148</c:v>
                </c:pt>
                <c:pt idx="10750">
                  <c:v>0.733763266</c:v>
                </c:pt>
                <c:pt idx="10751">
                  <c:v>0.733915605</c:v>
                </c:pt>
                <c:pt idx="10752">
                  <c:v>0.733915605</c:v>
                </c:pt>
                <c:pt idx="10753">
                  <c:v>0.734017163</c:v>
                </c:pt>
                <c:pt idx="10754">
                  <c:v>0.734017163</c:v>
                </c:pt>
                <c:pt idx="10755">
                  <c:v>0.734118722</c:v>
                </c:pt>
                <c:pt idx="10756">
                  <c:v>0.734118722</c:v>
                </c:pt>
                <c:pt idx="10757">
                  <c:v>0.734220281</c:v>
                </c:pt>
                <c:pt idx="10758">
                  <c:v>0.734220281</c:v>
                </c:pt>
                <c:pt idx="10759">
                  <c:v>0.734423399</c:v>
                </c:pt>
                <c:pt idx="10760">
                  <c:v>0.734423399</c:v>
                </c:pt>
                <c:pt idx="10761">
                  <c:v>0.734575738</c:v>
                </c:pt>
                <c:pt idx="10762">
                  <c:v>0.734575738</c:v>
                </c:pt>
                <c:pt idx="10763">
                  <c:v>0.734880414</c:v>
                </c:pt>
                <c:pt idx="10764">
                  <c:v>0.734880414</c:v>
                </c:pt>
                <c:pt idx="10765">
                  <c:v>0.734981973</c:v>
                </c:pt>
                <c:pt idx="10766">
                  <c:v>0.734981973</c:v>
                </c:pt>
                <c:pt idx="10767">
                  <c:v>0.73533743</c:v>
                </c:pt>
                <c:pt idx="10768">
                  <c:v>0.735438988</c:v>
                </c:pt>
                <c:pt idx="10769">
                  <c:v>0.735438988</c:v>
                </c:pt>
                <c:pt idx="10770">
                  <c:v>0.735489768</c:v>
                </c:pt>
                <c:pt idx="10771">
                  <c:v>0.735489768</c:v>
                </c:pt>
                <c:pt idx="10772">
                  <c:v>0.73620068</c:v>
                </c:pt>
                <c:pt idx="10773">
                  <c:v>0.736403798</c:v>
                </c:pt>
                <c:pt idx="10774">
                  <c:v>0.736454578</c:v>
                </c:pt>
                <c:pt idx="10775">
                  <c:v>0.736657696</c:v>
                </c:pt>
                <c:pt idx="10776">
                  <c:v>0.736759255</c:v>
                </c:pt>
                <c:pt idx="10777">
                  <c:v>0.736810034</c:v>
                </c:pt>
                <c:pt idx="10778">
                  <c:v>0.737013152</c:v>
                </c:pt>
                <c:pt idx="10779">
                  <c:v>0.737114711</c:v>
                </c:pt>
                <c:pt idx="10780">
                  <c:v>0.73716549</c:v>
                </c:pt>
                <c:pt idx="10781">
                  <c:v>0.73716549</c:v>
                </c:pt>
                <c:pt idx="10782">
                  <c:v>0.737267049</c:v>
                </c:pt>
                <c:pt idx="10783">
                  <c:v>0.737317829</c:v>
                </c:pt>
                <c:pt idx="10784">
                  <c:v>0.737317829</c:v>
                </c:pt>
                <c:pt idx="10785">
                  <c:v>0.737520947</c:v>
                </c:pt>
                <c:pt idx="10786">
                  <c:v>0.737520947</c:v>
                </c:pt>
                <c:pt idx="10787">
                  <c:v>0.737571726</c:v>
                </c:pt>
                <c:pt idx="10788">
                  <c:v>0.737571726</c:v>
                </c:pt>
                <c:pt idx="10789">
                  <c:v>0.738333418</c:v>
                </c:pt>
                <c:pt idx="10790">
                  <c:v>0.738333418</c:v>
                </c:pt>
                <c:pt idx="10791">
                  <c:v>0.738587315</c:v>
                </c:pt>
                <c:pt idx="10792">
                  <c:v>0.738587315</c:v>
                </c:pt>
                <c:pt idx="10793">
                  <c:v>0.738739654</c:v>
                </c:pt>
                <c:pt idx="10794">
                  <c:v>0.738993551</c:v>
                </c:pt>
                <c:pt idx="10795">
                  <c:v>0.738993551</c:v>
                </c:pt>
                <c:pt idx="10796">
                  <c:v>0.73904433</c:v>
                </c:pt>
                <c:pt idx="10797">
                  <c:v>0.739145889</c:v>
                </c:pt>
                <c:pt idx="10798">
                  <c:v>0.739349007</c:v>
                </c:pt>
                <c:pt idx="10799">
                  <c:v>0.739349007</c:v>
                </c:pt>
                <c:pt idx="10800">
                  <c:v>0.739450566</c:v>
                </c:pt>
                <c:pt idx="10801">
                  <c:v>0.739450566</c:v>
                </c:pt>
                <c:pt idx="10802">
                  <c:v>0.739552125</c:v>
                </c:pt>
                <c:pt idx="10803">
                  <c:v>0.74005992</c:v>
                </c:pt>
                <c:pt idx="10804">
                  <c:v>0.740161479</c:v>
                </c:pt>
                <c:pt idx="10805">
                  <c:v>0.740567714</c:v>
                </c:pt>
                <c:pt idx="10806">
                  <c:v>0.740567714</c:v>
                </c:pt>
                <c:pt idx="10807">
                  <c:v>0.741126289</c:v>
                </c:pt>
                <c:pt idx="10808">
                  <c:v>0.741126289</c:v>
                </c:pt>
                <c:pt idx="10809">
                  <c:v>0.741380186</c:v>
                </c:pt>
                <c:pt idx="10810">
                  <c:v>0.741380186</c:v>
                </c:pt>
                <c:pt idx="10811">
                  <c:v>0.741532524</c:v>
                </c:pt>
                <c:pt idx="10812">
                  <c:v>0.741532524</c:v>
                </c:pt>
                <c:pt idx="10813">
                  <c:v>0.741583304</c:v>
                </c:pt>
                <c:pt idx="10814">
                  <c:v>0.741684863</c:v>
                </c:pt>
                <c:pt idx="10815">
                  <c:v>0.741989539</c:v>
                </c:pt>
                <c:pt idx="10816">
                  <c:v>0.742192657</c:v>
                </c:pt>
                <c:pt idx="10817">
                  <c:v>0.742598893</c:v>
                </c:pt>
                <c:pt idx="10818">
                  <c:v>0.743157467</c:v>
                </c:pt>
                <c:pt idx="10819">
                  <c:v>0.743157467</c:v>
                </c:pt>
                <c:pt idx="10820">
                  <c:v>0.743259026</c:v>
                </c:pt>
                <c:pt idx="10821">
                  <c:v>0.743563703</c:v>
                </c:pt>
                <c:pt idx="10822">
                  <c:v>0.743665262</c:v>
                </c:pt>
                <c:pt idx="10823">
                  <c:v>0.743716041</c:v>
                </c:pt>
                <c:pt idx="10824">
                  <c:v>0.743716041</c:v>
                </c:pt>
                <c:pt idx="10825">
                  <c:v>0.74386838</c:v>
                </c:pt>
                <c:pt idx="10826">
                  <c:v>0.743969939</c:v>
                </c:pt>
                <c:pt idx="10827">
                  <c:v>0.744477733</c:v>
                </c:pt>
                <c:pt idx="10828">
                  <c:v>0.744528513</c:v>
                </c:pt>
                <c:pt idx="10829">
                  <c:v>0.744680851</c:v>
                </c:pt>
                <c:pt idx="10830">
                  <c:v>0.74478241</c:v>
                </c:pt>
                <c:pt idx="10831">
                  <c:v>0.744883969</c:v>
                </c:pt>
                <c:pt idx="10832">
                  <c:v>0.744985528</c:v>
                </c:pt>
                <c:pt idx="10833">
                  <c:v>0.744985528</c:v>
                </c:pt>
                <c:pt idx="10834">
                  <c:v>0.745137866</c:v>
                </c:pt>
                <c:pt idx="10835">
                  <c:v>0.745137866</c:v>
                </c:pt>
                <c:pt idx="10836">
                  <c:v>0.745493323</c:v>
                </c:pt>
                <c:pt idx="10837">
                  <c:v>0.745493323</c:v>
                </c:pt>
                <c:pt idx="10838">
                  <c:v>0.745594881</c:v>
                </c:pt>
                <c:pt idx="10839">
                  <c:v>0.745594881</c:v>
                </c:pt>
                <c:pt idx="10840">
                  <c:v>0.74569644</c:v>
                </c:pt>
                <c:pt idx="10841">
                  <c:v>0.74569644</c:v>
                </c:pt>
                <c:pt idx="10842">
                  <c:v>0.74574722</c:v>
                </c:pt>
                <c:pt idx="10843">
                  <c:v>0.74574722</c:v>
                </c:pt>
                <c:pt idx="10844">
                  <c:v>0.745848779</c:v>
                </c:pt>
                <c:pt idx="10845">
                  <c:v>0.745950338</c:v>
                </c:pt>
                <c:pt idx="10846">
                  <c:v>0.746051897</c:v>
                </c:pt>
                <c:pt idx="10847">
                  <c:v>0.746051897</c:v>
                </c:pt>
                <c:pt idx="10848">
                  <c:v>0.746153456</c:v>
                </c:pt>
                <c:pt idx="10849">
                  <c:v>0.746204235</c:v>
                </c:pt>
                <c:pt idx="10850">
                  <c:v>0.746305794</c:v>
                </c:pt>
                <c:pt idx="10851">
                  <c:v>0.746407353</c:v>
                </c:pt>
                <c:pt idx="10852">
                  <c:v>0.746508912</c:v>
                </c:pt>
                <c:pt idx="10853">
                  <c:v>0.746813589</c:v>
                </c:pt>
                <c:pt idx="10854">
                  <c:v>0.747016706</c:v>
                </c:pt>
                <c:pt idx="10855">
                  <c:v>0.747118265</c:v>
                </c:pt>
                <c:pt idx="10856">
                  <c:v>0.747118265</c:v>
                </c:pt>
                <c:pt idx="10857">
                  <c:v>0.747372163</c:v>
                </c:pt>
                <c:pt idx="10858">
                  <c:v>0.747372163</c:v>
                </c:pt>
                <c:pt idx="10859">
                  <c:v>0.747575281</c:v>
                </c:pt>
                <c:pt idx="10860">
                  <c:v>0.747778398</c:v>
                </c:pt>
                <c:pt idx="10861">
                  <c:v>0.748184634</c:v>
                </c:pt>
                <c:pt idx="10862">
                  <c:v>0.748184634</c:v>
                </c:pt>
                <c:pt idx="10863">
                  <c:v>0.748336973</c:v>
                </c:pt>
                <c:pt idx="10864">
                  <c:v>0.748793988</c:v>
                </c:pt>
                <c:pt idx="10865">
                  <c:v>0.749301782</c:v>
                </c:pt>
                <c:pt idx="10866">
                  <c:v>0.749301782</c:v>
                </c:pt>
                <c:pt idx="10867">
                  <c:v>0.749352562</c:v>
                </c:pt>
                <c:pt idx="10868">
                  <c:v>0.749454121</c:v>
                </c:pt>
                <c:pt idx="10869">
                  <c:v>0.749454121</c:v>
                </c:pt>
                <c:pt idx="10870">
                  <c:v>0.74955568</c:v>
                </c:pt>
                <c:pt idx="10871">
                  <c:v>0.74955568</c:v>
                </c:pt>
                <c:pt idx="10872">
                  <c:v>0.749860356</c:v>
                </c:pt>
                <c:pt idx="10873">
                  <c:v>0.750215813</c:v>
                </c:pt>
                <c:pt idx="10874">
                  <c:v>0.750672828</c:v>
                </c:pt>
                <c:pt idx="10875">
                  <c:v>0.750672828</c:v>
                </c:pt>
                <c:pt idx="10876">
                  <c:v>0.751129843</c:v>
                </c:pt>
                <c:pt idx="10877">
                  <c:v>0.751129843</c:v>
                </c:pt>
                <c:pt idx="10878">
                  <c:v>0.751536079</c:v>
                </c:pt>
                <c:pt idx="10879">
                  <c:v>0.751536079</c:v>
                </c:pt>
                <c:pt idx="10880">
                  <c:v>0.751536079</c:v>
                </c:pt>
                <c:pt idx="10881">
                  <c:v>0.751586858</c:v>
                </c:pt>
                <c:pt idx="10882">
                  <c:v>0.751586858</c:v>
                </c:pt>
                <c:pt idx="10883">
                  <c:v>0.751688417</c:v>
                </c:pt>
                <c:pt idx="10884">
                  <c:v>0.751688417</c:v>
                </c:pt>
                <c:pt idx="10885">
                  <c:v>0.751789976</c:v>
                </c:pt>
                <c:pt idx="10886">
                  <c:v>0.751789976</c:v>
                </c:pt>
                <c:pt idx="10887">
                  <c:v>0.751840756</c:v>
                </c:pt>
                <c:pt idx="10888">
                  <c:v>0.751840756</c:v>
                </c:pt>
                <c:pt idx="10889">
                  <c:v>0.751942315</c:v>
                </c:pt>
                <c:pt idx="10890">
                  <c:v>0.751942315</c:v>
                </c:pt>
                <c:pt idx="10891">
                  <c:v>0.751942315</c:v>
                </c:pt>
                <c:pt idx="10892">
                  <c:v>0.752145432</c:v>
                </c:pt>
                <c:pt idx="10893">
                  <c:v>0.752246991</c:v>
                </c:pt>
                <c:pt idx="10894">
                  <c:v>0.752551668</c:v>
                </c:pt>
                <c:pt idx="10895">
                  <c:v>0.752653227</c:v>
                </c:pt>
                <c:pt idx="10896">
                  <c:v>0.752653227</c:v>
                </c:pt>
                <c:pt idx="10897">
                  <c:v>0.752856345</c:v>
                </c:pt>
                <c:pt idx="10898">
                  <c:v>0.752957904</c:v>
                </c:pt>
                <c:pt idx="10899">
                  <c:v>0.753059463</c:v>
                </c:pt>
                <c:pt idx="10900">
                  <c:v>0.753059463</c:v>
                </c:pt>
                <c:pt idx="10901">
                  <c:v>0.753211801</c:v>
                </c:pt>
                <c:pt idx="10902">
                  <c:v>0.753211801</c:v>
                </c:pt>
                <c:pt idx="10903">
                  <c:v>0.753465698</c:v>
                </c:pt>
                <c:pt idx="10904">
                  <c:v>0.753465698</c:v>
                </c:pt>
                <c:pt idx="10905">
                  <c:v>0.753516478</c:v>
                </c:pt>
                <c:pt idx="10906">
                  <c:v>0.753516478</c:v>
                </c:pt>
                <c:pt idx="10907">
                  <c:v>0.753567257</c:v>
                </c:pt>
                <c:pt idx="10908">
                  <c:v>0.753567257</c:v>
                </c:pt>
                <c:pt idx="10909">
                  <c:v>0.753668816</c:v>
                </c:pt>
                <c:pt idx="10910">
                  <c:v>0.753668816</c:v>
                </c:pt>
                <c:pt idx="10911">
                  <c:v>0.753770375</c:v>
                </c:pt>
                <c:pt idx="10912">
                  <c:v>0.753770375</c:v>
                </c:pt>
                <c:pt idx="10913">
                  <c:v>0.753871934</c:v>
                </c:pt>
                <c:pt idx="10914">
                  <c:v>0.753871934</c:v>
                </c:pt>
                <c:pt idx="10915">
                  <c:v>0.753973493</c:v>
                </c:pt>
                <c:pt idx="10916">
                  <c:v>0.753973493</c:v>
                </c:pt>
                <c:pt idx="10917">
                  <c:v>0.754125832</c:v>
                </c:pt>
                <c:pt idx="10918">
                  <c:v>0.754125832</c:v>
                </c:pt>
                <c:pt idx="10919">
                  <c:v>0.75422739</c:v>
                </c:pt>
                <c:pt idx="10920">
                  <c:v>0.75427817</c:v>
                </c:pt>
                <c:pt idx="10921">
                  <c:v>0.754379729</c:v>
                </c:pt>
                <c:pt idx="10922">
                  <c:v>0.754379729</c:v>
                </c:pt>
                <c:pt idx="10923">
                  <c:v>0.754836744</c:v>
                </c:pt>
                <c:pt idx="10924">
                  <c:v>0.754836744</c:v>
                </c:pt>
                <c:pt idx="10925">
                  <c:v>0.754938303</c:v>
                </c:pt>
                <c:pt idx="10926">
                  <c:v>0.754938303</c:v>
                </c:pt>
                <c:pt idx="10927">
                  <c:v>0.755141421</c:v>
                </c:pt>
                <c:pt idx="10928">
                  <c:v>0.755141421</c:v>
                </c:pt>
                <c:pt idx="10929">
                  <c:v>0.755293759</c:v>
                </c:pt>
                <c:pt idx="10930">
                  <c:v>0.755293759</c:v>
                </c:pt>
                <c:pt idx="10931">
                  <c:v>0.755344539</c:v>
                </c:pt>
                <c:pt idx="10932">
                  <c:v>0.755446098</c:v>
                </c:pt>
                <c:pt idx="10933">
                  <c:v>0.755496877</c:v>
                </c:pt>
                <c:pt idx="10934">
                  <c:v>0.755496877</c:v>
                </c:pt>
                <c:pt idx="10935">
                  <c:v>0.755750774</c:v>
                </c:pt>
                <c:pt idx="10936">
                  <c:v>0.755750774</c:v>
                </c:pt>
                <c:pt idx="10937">
                  <c:v>0.755903113</c:v>
                </c:pt>
                <c:pt idx="10938">
                  <c:v>0.756055451</c:v>
                </c:pt>
                <c:pt idx="10939">
                  <c:v>0.756055451</c:v>
                </c:pt>
                <c:pt idx="10940">
                  <c:v>0.756106231</c:v>
                </c:pt>
                <c:pt idx="10941">
                  <c:v>0.757680394</c:v>
                </c:pt>
                <c:pt idx="10942">
                  <c:v>0.757832732</c:v>
                </c:pt>
                <c:pt idx="10943">
                  <c:v>0.757934291</c:v>
                </c:pt>
                <c:pt idx="10944">
                  <c:v>0.75808663</c:v>
                </c:pt>
                <c:pt idx="10945">
                  <c:v>0.75808663</c:v>
                </c:pt>
                <c:pt idx="10946">
                  <c:v>0.758137409</c:v>
                </c:pt>
                <c:pt idx="10947">
                  <c:v>0.758137409</c:v>
                </c:pt>
                <c:pt idx="10948">
                  <c:v>0.758442086</c:v>
                </c:pt>
                <c:pt idx="10949">
                  <c:v>0.758442086</c:v>
                </c:pt>
                <c:pt idx="10950">
                  <c:v>0.758797542</c:v>
                </c:pt>
                <c:pt idx="10951">
                  <c:v>0.758797542</c:v>
                </c:pt>
                <c:pt idx="10952">
                  <c:v>0.758899101</c:v>
                </c:pt>
                <c:pt idx="10953">
                  <c:v>0.75900066</c:v>
                </c:pt>
                <c:pt idx="10954">
                  <c:v>0.759152999</c:v>
                </c:pt>
                <c:pt idx="10955">
                  <c:v>0.759152999</c:v>
                </c:pt>
                <c:pt idx="10956">
                  <c:v>0.759305337</c:v>
                </c:pt>
                <c:pt idx="10957">
                  <c:v>0.759508455</c:v>
                </c:pt>
                <c:pt idx="10958">
                  <c:v>0.759762352</c:v>
                </c:pt>
                <c:pt idx="10959">
                  <c:v>0.759762352</c:v>
                </c:pt>
                <c:pt idx="10960">
                  <c:v>0.760270147</c:v>
                </c:pt>
                <c:pt idx="10961">
                  <c:v>0.760270147</c:v>
                </c:pt>
                <c:pt idx="10962">
                  <c:v>0.760422485</c:v>
                </c:pt>
                <c:pt idx="10963">
                  <c:v>0.760524044</c:v>
                </c:pt>
                <c:pt idx="10964">
                  <c:v>0.760676382</c:v>
                </c:pt>
                <c:pt idx="10965">
                  <c:v>0.760676382</c:v>
                </c:pt>
                <c:pt idx="10966">
                  <c:v>0.761031839</c:v>
                </c:pt>
                <c:pt idx="10967">
                  <c:v>0.761031839</c:v>
                </c:pt>
                <c:pt idx="10968">
                  <c:v>0.761387295</c:v>
                </c:pt>
                <c:pt idx="10969">
                  <c:v>0.761387295</c:v>
                </c:pt>
                <c:pt idx="10970">
                  <c:v>0.761691972</c:v>
                </c:pt>
                <c:pt idx="10971">
                  <c:v>0.761793531</c:v>
                </c:pt>
                <c:pt idx="10972">
                  <c:v>0.761793531</c:v>
                </c:pt>
                <c:pt idx="10973">
                  <c:v>0.762301325</c:v>
                </c:pt>
                <c:pt idx="10974">
                  <c:v>0.762301325</c:v>
                </c:pt>
                <c:pt idx="10975">
                  <c:v>0.762555223</c:v>
                </c:pt>
                <c:pt idx="10976">
                  <c:v>0.762656782</c:v>
                </c:pt>
                <c:pt idx="10977">
                  <c:v>0.763164576</c:v>
                </c:pt>
                <c:pt idx="10978">
                  <c:v>0.763164576</c:v>
                </c:pt>
                <c:pt idx="10979">
                  <c:v>0.763316915</c:v>
                </c:pt>
                <c:pt idx="10980">
                  <c:v>0.763316915</c:v>
                </c:pt>
                <c:pt idx="10981">
                  <c:v>0.76372315</c:v>
                </c:pt>
                <c:pt idx="10982">
                  <c:v>0.76372315</c:v>
                </c:pt>
                <c:pt idx="10983">
                  <c:v>0.76377393</c:v>
                </c:pt>
                <c:pt idx="10984">
                  <c:v>0.763824709</c:v>
                </c:pt>
                <c:pt idx="10985">
                  <c:v>0.763824709</c:v>
                </c:pt>
                <c:pt idx="10986">
                  <c:v>0.763977048</c:v>
                </c:pt>
                <c:pt idx="10987">
                  <c:v>0.764078607</c:v>
                </c:pt>
                <c:pt idx="10988">
                  <c:v>0.764129386</c:v>
                </c:pt>
                <c:pt idx="10989">
                  <c:v>0.764230945</c:v>
                </c:pt>
                <c:pt idx="10990">
                  <c:v>0.764332504</c:v>
                </c:pt>
                <c:pt idx="10991">
                  <c:v>0.764332504</c:v>
                </c:pt>
                <c:pt idx="10992">
                  <c:v>0.764434063</c:v>
                </c:pt>
                <c:pt idx="10993">
                  <c:v>0.764434063</c:v>
                </c:pt>
                <c:pt idx="10994">
                  <c:v>0.764484842</c:v>
                </c:pt>
                <c:pt idx="10995">
                  <c:v>0.764586401</c:v>
                </c:pt>
                <c:pt idx="10996">
                  <c:v>0.764637181</c:v>
                </c:pt>
                <c:pt idx="10997">
                  <c:v>0.76473874</c:v>
                </c:pt>
                <c:pt idx="10998">
                  <c:v>0.764789519</c:v>
                </c:pt>
                <c:pt idx="10999">
                  <c:v>0.764789519</c:v>
                </c:pt>
                <c:pt idx="11000">
                  <c:v>0.765144975</c:v>
                </c:pt>
                <c:pt idx="11001">
                  <c:v>0.765246534</c:v>
                </c:pt>
                <c:pt idx="11002">
                  <c:v>0.765398873</c:v>
                </c:pt>
                <c:pt idx="11003">
                  <c:v>0.765500432</c:v>
                </c:pt>
                <c:pt idx="11004">
                  <c:v>0.765551211</c:v>
                </c:pt>
                <c:pt idx="11005">
                  <c:v>0.765551211</c:v>
                </c:pt>
                <c:pt idx="11006">
                  <c:v>0.765805108</c:v>
                </c:pt>
                <c:pt idx="11007">
                  <c:v>0.765906667</c:v>
                </c:pt>
                <c:pt idx="11008">
                  <c:v>0.765957447</c:v>
                </c:pt>
                <c:pt idx="11009">
                  <c:v>0.766059006</c:v>
                </c:pt>
                <c:pt idx="11010">
                  <c:v>0.766059006</c:v>
                </c:pt>
                <c:pt idx="11011">
                  <c:v>0.766059006</c:v>
                </c:pt>
                <c:pt idx="11012">
                  <c:v>0.766109785</c:v>
                </c:pt>
                <c:pt idx="11013">
                  <c:v>0.766211344</c:v>
                </c:pt>
                <c:pt idx="11014">
                  <c:v>0.766262124</c:v>
                </c:pt>
                <c:pt idx="11015">
                  <c:v>0.766262124</c:v>
                </c:pt>
                <c:pt idx="11016">
                  <c:v>0.766312903</c:v>
                </c:pt>
                <c:pt idx="11017">
                  <c:v>0.766312903</c:v>
                </c:pt>
                <c:pt idx="11018">
                  <c:v>0.766516021</c:v>
                </c:pt>
                <c:pt idx="11019">
                  <c:v>0.766516021</c:v>
                </c:pt>
                <c:pt idx="11020">
                  <c:v>0.7665668</c:v>
                </c:pt>
                <c:pt idx="11021">
                  <c:v>0.7665668</c:v>
                </c:pt>
                <c:pt idx="11022">
                  <c:v>0.766769918</c:v>
                </c:pt>
                <c:pt idx="11023">
                  <c:v>0.766871477</c:v>
                </c:pt>
                <c:pt idx="11024">
                  <c:v>0.767176154</c:v>
                </c:pt>
                <c:pt idx="11025">
                  <c:v>0.76758239</c:v>
                </c:pt>
                <c:pt idx="11026">
                  <c:v>0.767785508</c:v>
                </c:pt>
                <c:pt idx="11027">
                  <c:v>0.767988625</c:v>
                </c:pt>
                <c:pt idx="11028">
                  <c:v>0.767988625</c:v>
                </c:pt>
                <c:pt idx="11029">
                  <c:v>0.768242523</c:v>
                </c:pt>
                <c:pt idx="11030">
                  <c:v>0.768242523</c:v>
                </c:pt>
                <c:pt idx="11031">
                  <c:v>0.768293302</c:v>
                </c:pt>
                <c:pt idx="11032">
                  <c:v>0.768293302</c:v>
                </c:pt>
                <c:pt idx="11033">
                  <c:v>0.768445641</c:v>
                </c:pt>
                <c:pt idx="11034">
                  <c:v>0.768445641</c:v>
                </c:pt>
                <c:pt idx="11035">
                  <c:v>0.768953435</c:v>
                </c:pt>
                <c:pt idx="11036">
                  <c:v>0.768953435</c:v>
                </c:pt>
                <c:pt idx="11037">
                  <c:v>0.76946123</c:v>
                </c:pt>
                <c:pt idx="11038">
                  <c:v>0.769715127</c:v>
                </c:pt>
                <c:pt idx="11039">
                  <c:v>0.769715127</c:v>
                </c:pt>
                <c:pt idx="11040">
                  <c:v>0.770019804</c:v>
                </c:pt>
                <c:pt idx="11041">
                  <c:v>0.770121363</c:v>
                </c:pt>
                <c:pt idx="11042">
                  <c:v>0.770273701</c:v>
                </c:pt>
                <c:pt idx="11043">
                  <c:v>0.770273701</c:v>
                </c:pt>
                <c:pt idx="11044">
                  <c:v>0.770578378</c:v>
                </c:pt>
                <c:pt idx="11045">
                  <c:v>0.770730716</c:v>
                </c:pt>
                <c:pt idx="11046">
                  <c:v>0.770984614</c:v>
                </c:pt>
                <c:pt idx="11047">
                  <c:v>0.771492408</c:v>
                </c:pt>
                <c:pt idx="11048">
                  <c:v>0.771543188</c:v>
                </c:pt>
                <c:pt idx="11049">
                  <c:v>0.771543188</c:v>
                </c:pt>
                <c:pt idx="11050">
                  <c:v>0.771746306</c:v>
                </c:pt>
                <c:pt idx="11051">
                  <c:v>0.771746306</c:v>
                </c:pt>
                <c:pt idx="11052">
                  <c:v>0.771847865</c:v>
                </c:pt>
                <c:pt idx="11053">
                  <c:v>0.771898644</c:v>
                </c:pt>
                <c:pt idx="11054">
                  <c:v>0.771898644</c:v>
                </c:pt>
                <c:pt idx="11055">
                  <c:v>0.772050983</c:v>
                </c:pt>
                <c:pt idx="11056">
                  <c:v>0.772050983</c:v>
                </c:pt>
                <c:pt idx="11057">
                  <c:v>0.772152542</c:v>
                </c:pt>
                <c:pt idx="11058">
                  <c:v>0.7722541</c:v>
                </c:pt>
                <c:pt idx="11059">
                  <c:v>0.772355659</c:v>
                </c:pt>
                <c:pt idx="11060">
                  <c:v>0.772355659</c:v>
                </c:pt>
                <c:pt idx="11061">
                  <c:v>0.772507998</c:v>
                </c:pt>
                <c:pt idx="11062">
                  <c:v>0.772609557</c:v>
                </c:pt>
                <c:pt idx="11063">
                  <c:v>0.772812675</c:v>
                </c:pt>
                <c:pt idx="11064">
                  <c:v>0.772965013</c:v>
                </c:pt>
                <c:pt idx="11065">
                  <c:v>0.773066572</c:v>
                </c:pt>
                <c:pt idx="11066">
                  <c:v>0.773066572</c:v>
                </c:pt>
                <c:pt idx="11067">
                  <c:v>0.773117351</c:v>
                </c:pt>
                <c:pt idx="11068">
                  <c:v>0.773117351</c:v>
                </c:pt>
                <c:pt idx="11069">
                  <c:v>0.773371249</c:v>
                </c:pt>
                <c:pt idx="11070">
                  <c:v>0.773371249</c:v>
                </c:pt>
                <c:pt idx="11071">
                  <c:v>0.773422028</c:v>
                </c:pt>
                <c:pt idx="11072">
                  <c:v>0.773523587</c:v>
                </c:pt>
                <c:pt idx="11073">
                  <c:v>0.773523587</c:v>
                </c:pt>
                <c:pt idx="11074">
                  <c:v>0.773625146</c:v>
                </c:pt>
                <c:pt idx="11075">
                  <c:v>0.773625146</c:v>
                </c:pt>
                <c:pt idx="11076">
                  <c:v>0.774031382</c:v>
                </c:pt>
                <c:pt idx="11077">
                  <c:v>0.774031382</c:v>
                </c:pt>
                <c:pt idx="11078">
                  <c:v>0.774132941</c:v>
                </c:pt>
                <c:pt idx="11079">
                  <c:v>0.774132941</c:v>
                </c:pt>
                <c:pt idx="11080">
                  <c:v>0.774945412</c:v>
                </c:pt>
                <c:pt idx="11081">
                  <c:v>0.774945412</c:v>
                </c:pt>
                <c:pt idx="11082">
                  <c:v>0.774996192</c:v>
                </c:pt>
                <c:pt idx="11083">
                  <c:v>0.774996192</c:v>
                </c:pt>
                <c:pt idx="11084">
                  <c:v>0.77509775</c:v>
                </c:pt>
                <c:pt idx="11085">
                  <c:v>0.775351648</c:v>
                </c:pt>
                <c:pt idx="11086">
                  <c:v>0.775453207</c:v>
                </c:pt>
                <c:pt idx="11087">
                  <c:v>0.775605545</c:v>
                </c:pt>
                <c:pt idx="11088">
                  <c:v>0.775605545</c:v>
                </c:pt>
                <c:pt idx="11089">
                  <c:v>0.775808663</c:v>
                </c:pt>
                <c:pt idx="11090">
                  <c:v>0.775910222</c:v>
                </c:pt>
                <c:pt idx="11091">
                  <c:v>0.775910222</c:v>
                </c:pt>
                <c:pt idx="11092">
                  <c:v>0.77606256</c:v>
                </c:pt>
                <c:pt idx="11093">
                  <c:v>0.776164119</c:v>
                </c:pt>
                <c:pt idx="11094">
                  <c:v>0.776265678</c:v>
                </c:pt>
                <c:pt idx="11095">
                  <c:v>0.776570355</c:v>
                </c:pt>
                <c:pt idx="11096">
                  <c:v>0.776570355</c:v>
                </c:pt>
                <c:pt idx="11097">
                  <c:v>0.776621134</c:v>
                </c:pt>
                <c:pt idx="11098">
                  <c:v>0.776621134</c:v>
                </c:pt>
                <c:pt idx="11099">
                  <c:v>0.776773473</c:v>
                </c:pt>
                <c:pt idx="11100">
                  <c:v>0.776773473</c:v>
                </c:pt>
                <c:pt idx="11101">
                  <c:v>0.777128929</c:v>
                </c:pt>
                <c:pt idx="11102">
                  <c:v>0.777535165</c:v>
                </c:pt>
                <c:pt idx="11103">
                  <c:v>0.778042959</c:v>
                </c:pt>
                <c:pt idx="11104">
                  <c:v>0.778195298</c:v>
                </c:pt>
                <c:pt idx="11105">
                  <c:v>0.778195298</c:v>
                </c:pt>
                <c:pt idx="11106">
                  <c:v>0.778296857</c:v>
                </c:pt>
                <c:pt idx="11107">
                  <c:v>0.778449195</c:v>
                </c:pt>
                <c:pt idx="11108">
                  <c:v>0.778550754</c:v>
                </c:pt>
                <c:pt idx="11109">
                  <c:v>0.778652313</c:v>
                </c:pt>
                <c:pt idx="11110">
                  <c:v>0.778652313</c:v>
                </c:pt>
                <c:pt idx="11111">
                  <c:v>0.779058549</c:v>
                </c:pt>
                <c:pt idx="11112">
                  <c:v>0.779160108</c:v>
                </c:pt>
                <c:pt idx="11113">
                  <c:v>0.779210887</c:v>
                </c:pt>
                <c:pt idx="11114">
                  <c:v>0.779210887</c:v>
                </c:pt>
                <c:pt idx="11115">
                  <c:v>0.780074138</c:v>
                </c:pt>
                <c:pt idx="11116">
                  <c:v>0.780074138</c:v>
                </c:pt>
                <c:pt idx="11117">
                  <c:v>0.780175697</c:v>
                </c:pt>
                <c:pt idx="11118">
                  <c:v>0.780175697</c:v>
                </c:pt>
                <c:pt idx="11119">
                  <c:v>0.780277256</c:v>
                </c:pt>
                <c:pt idx="11120">
                  <c:v>0.780480374</c:v>
                </c:pt>
                <c:pt idx="11121">
                  <c:v>0.780581933</c:v>
                </c:pt>
                <c:pt idx="11122">
                  <c:v>0.780581933</c:v>
                </c:pt>
                <c:pt idx="11123">
                  <c:v>0.780683492</c:v>
                </c:pt>
                <c:pt idx="11124">
                  <c:v>0.780683492</c:v>
                </c:pt>
                <c:pt idx="11125">
                  <c:v>0.780734271</c:v>
                </c:pt>
                <c:pt idx="11126">
                  <c:v>0.780734271</c:v>
                </c:pt>
                <c:pt idx="11127">
                  <c:v>0.780937389</c:v>
                </c:pt>
                <c:pt idx="11128">
                  <c:v>0.780988168</c:v>
                </c:pt>
                <c:pt idx="11129">
                  <c:v>0.781140507</c:v>
                </c:pt>
                <c:pt idx="11130">
                  <c:v>0.781292845</c:v>
                </c:pt>
                <c:pt idx="11131">
                  <c:v>0.781394404</c:v>
                </c:pt>
                <c:pt idx="11132">
                  <c:v>0.781546742</c:v>
                </c:pt>
                <c:pt idx="11133">
                  <c:v>0.781546742</c:v>
                </c:pt>
                <c:pt idx="11134">
                  <c:v>0.78174986</c:v>
                </c:pt>
                <c:pt idx="11135">
                  <c:v>0.78174986</c:v>
                </c:pt>
                <c:pt idx="11136">
                  <c:v>0.78180064</c:v>
                </c:pt>
                <c:pt idx="11137">
                  <c:v>0.78180064</c:v>
                </c:pt>
                <c:pt idx="11138">
                  <c:v>0.781902199</c:v>
                </c:pt>
                <c:pt idx="11139">
                  <c:v>0.781952978</c:v>
                </c:pt>
                <c:pt idx="11140">
                  <c:v>0.782105317</c:v>
                </c:pt>
                <c:pt idx="11141">
                  <c:v>0.782105317</c:v>
                </c:pt>
                <c:pt idx="11142">
                  <c:v>0.782206876</c:v>
                </c:pt>
                <c:pt idx="11143">
                  <c:v>0.782257655</c:v>
                </c:pt>
                <c:pt idx="11144">
                  <c:v>0.782257655</c:v>
                </c:pt>
                <c:pt idx="11145">
                  <c:v>0.782308434</c:v>
                </c:pt>
                <c:pt idx="11146">
                  <c:v>0.782308434</c:v>
                </c:pt>
                <c:pt idx="11147">
                  <c:v>0.782359214</c:v>
                </c:pt>
                <c:pt idx="11148">
                  <c:v>0.782460773</c:v>
                </c:pt>
                <c:pt idx="11149">
                  <c:v>0.782511552</c:v>
                </c:pt>
                <c:pt idx="11150">
                  <c:v>0.782511552</c:v>
                </c:pt>
                <c:pt idx="11151">
                  <c:v>0.78276545</c:v>
                </c:pt>
                <c:pt idx="11152">
                  <c:v>0.78276545</c:v>
                </c:pt>
                <c:pt idx="11153">
                  <c:v>0.78276545</c:v>
                </c:pt>
                <c:pt idx="11154">
                  <c:v>0.782968568</c:v>
                </c:pt>
                <c:pt idx="11155">
                  <c:v>0.782968568</c:v>
                </c:pt>
                <c:pt idx="11156">
                  <c:v>0.783070126</c:v>
                </c:pt>
                <c:pt idx="11157">
                  <c:v>0.783070126</c:v>
                </c:pt>
                <c:pt idx="11158">
                  <c:v>0.783120906</c:v>
                </c:pt>
                <c:pt idx="11159">
                  <c:v>0.783120906</c:v>
                </c:pt>
                <c:pt idx="11160">
                  <c:v>0.783222465</c:v>
                </c:pt>
                <c:pt idx="11161">
                  <c:v>0.783222465</c:v>
                </c:pt>
                <c:pt idx="11162">
                  <c:v>0.783273244</c:v>
                </c:pt>
                <c:pt idx="11163">
                  <c:v>0.783374803</c:v>
                </c:pt>
                <c:pt idx="11164">
                  <c:v>0.783374803</c:v>
                </c:pt>
                <c:pt idx="11165">
                  <c:v>0.783476362</c:v>
                </c:pt>
                <c:pt idx="11166">
                  <c:v>0.783476362</c:v>
                </c:pt>
                <c:pt idx="11167">
                  <c:v>0.783527142</c:v>
                </c:pt>
                <c:pt idx="11168">
                  <c:v>0.783527142</c:v>
                </c:pt>
                <c:pt idx="11169">
                  <c:v>0.783527142</c:v>
                </c:pt>
                <c:pt idx="11170">
                  <c:v>0.783628701</c:v>
                </c:pt>
                <c:pt idx="11171">
                  <c:v>0.783628701</c:v>
                </c:pt>
                <c:pt idx="11172">
                  <c:v>0.783781039</c:v>
                </c:pt>
                <c:pt idx="11173">
                  <c:v>0.783781039</c:v>
                </c:pt>
                <c:pt idx="11174">
                  <c:v>0.783984157</c:v>
                </c:pt>
                <c:pt idx="11175">
                  <c:v>0.783984157</c:v>
                </c:pt>
                <c:pt idx="11176">
                  <c:v>0.784187275</c:v>
                </c:pt>
                <c:pt idx="11177">
                  <c:v>0.784187275</c:v>
                </c:pt>
                <c:pt idx="11178">
                  <c:v>0.784491951</c:v>
                </c:pt>
                <c:pt idx="11179">
                  <c:v>0.784491951</c:v>
                </c:pt>
                <c:pt idx="11180">
                  <c:v>0.785050526</c:v>
                </c:pt>
                <c:pt idx="11181">
                  <c:v>0.785152084</c:v>
                </c:pt>
                <c:pt idx="11182">
                  <c:v>0.785405982</c:v>
                </c:pt>
                <c:pt idx="11183">
                  <c:v>0.785405982</c:v>
                </c:pt>
                <c:pt idx="11184">
                  <c:v>0.78555832</c:v>
                </c:pt>
                <c:pt idx="11185">
                  <c:v>0.78555832</c:v>
                </c:pt>
                <c:pt idx="11186">
                  <c:v>0.785659879</c:v>
                </c:pt>
                <c:pt idx="11187">
                  <c:v>0.785659879</c:v>
                </c:pt>
                <c:pt idx="11188">
                  <c:v>0.785812218</c:v>
                </c:pt>
                <c:pt idx="11189">
                  <c:v>0.786116894</c:v>
                </c:pt>
                <c:pt idx="11190">
                  <c:v>0.786218453</c:v>
                </c:pt>
                <c:pt idx="11191">
                  <c:v>0.786218453</c:v>
                </c:pt>
                <c:pt idx="11192">
                  <c:v>0.786320012</c:v>
                </c:pt>
                <c:pt idx="11193">
                  <c:v>0.786320012</c:v>
                </c:pt>
                <c:pt idx="11194">
                  <c:v>0.786421571</c:v>
                </c:pt>
                <c:pt idx="11195">
                  <c:v>0.78652313</c:v>
                </c:pt>
                <c:pt idx="11196">
                  <c:v>0.786726248</c:v>
                </c:pt>
                <c:pt idx="11197">
                  <c:v>0.786726248</c:v>
                </c:pt>
                <c:pt idx="11198">
                  <c:v>0.786827807</c:v>
                </c:pt>
                <c:pt idx="11199">
                  <c:v>0.786827807</c:v>
                </c:pt>
                <c:pt idx="11200">
                  <c:v>0.786878586</c:v>
                </c:pt>
                <c:pt idx="11201">
                  <c:v>0.786878586</c:v>
                </c:pt>
                <c:pt idx="11202">
                  <c:v>0.787081704</c:v>
                </c:pt>
                <c:pt idx="11203">
                  <c:v>0.787081704</c:v>
                </c:pt>
                <c:pt idx="11204">
                  <c:v>0.787234043</c:v>
                </c:pt>
                <c:pt idx="11205">
                  <c:v>0.787335601</c:v>
                </c:pt>
                <c:pt idx="11206">
                  <c:v>0.787335601</c:v>
                </c:pt>
                <c:pt idx="11207">
                  <c:v>0.787741837</c:v>
                </c:pt>
                <c:pt idx="11208">
                  <c:v>0.787792617</c:v>
                </c:pt>
                <c:pt idx="11209">
                  <c:v>0.787792617</c:v>
                </c:pt>
                <c:pt idx="11210">
                  <c:v>0.787995735</c:v>
                </c:pt>
                <c:pt idx="11211">
                  <c:v>0.788148073</c:v>
                </c:pt>
                <c:pt idx="11212">
                  <c:v>0.788148073</c:v>
                </c:pt>
                <c:pt idx="11213">
                  <c:v>0.788198852</c:v>
                </c:pt>
                <c:pt idx="11214">
                  <c:v>0.788198852</c:v>
                </c:pt>
                <c:pt idx="11215">
                  <c:v>0.788605088</c:v>
                </c:pt>
                <c:pt idx="11216">
                  <c:v>0.788858985</c:v>
                </c:pt>
                <c:pt idx="11217">
                  <c:v>0.788858985</c:v>
                </c:pt>
                <c:pt idx="11218">
                  <c:v>0.788909765</c:v>
                </c:pt>
                <c:pt idx="11219">
                  <c:v>0.788909765</c:v>
                </c:pt>
                <c:pt idx="11220">
                  <c:v>0.789011324</c:v>
                </c:pt>
                <c:pt idx="11221">
                  <c:v>0.789062103</c:v>
                </c:pt>
                <c:pt idx="11222">
                  <c:v>0.789062103</c:v>
                </c:pt>
                <c:pt idx="11223">
                  <c:v>0.789214442</c:v>
                </c:pt>
                <c:pt idx="11224">
                  <c:v>0.789316001</c:v>
                </c:pt>
                <c:pt idx="11225">
                  <c:v>0.789722236</c:v>
                </c:pt>
                <c:pt idx="11226">
                  <c:v>0.789722236</c:v>
                </c:pt>
                <c:pt idx="11227">
                  <c:v>0.789773016</c:v>
                </c:pt>
                <c:pt idx="11228">
                  <c:v>0.789976134</c:v>
                </c:pt>
                <c:pt idx="11229">
                  <c:v>0.790077693</c:v>
                </c:pt>
                <c:pt idx="11230">
                  <c:v>0.790230031</c:v>
                </c:pt>
                <c:pt idx="11231">
                  <c:v>0.79033159</c:v>
                </c:pt>
                <c:pt idx="11232">
                  <c:v>0.79033159</c:v>
                </c:pt>
                <c:pt idx="11233">
                  <c:v>0.790737826</c:v>
                </c:pt>
                <c:pt idx="11234">
                  <c:v>0.790839385</c:v>
                </c:pt>
                <c:pt idx="11235">
                  <c:v>0.790890164</c:v>
                </c:pt>
                <c:pt idx="11236">
                  <c:v>0.790991723</c:v>
                </c:pt>
                <c:pt idx="11237">
                  <c:v>0.791093282</c:v>
                </c:pt>
                <c:pt idx="11238">
                  <c:v>0.791093282</c:v>
                </c:pt>
                <c:pt idx="11239">
                  <c:v>0.791448738</c:v>
                </c:pt>
                <c:pt idx="11240">
                  <c:v>0.791448738</c:v>
                </c:pt>
                <c:pt idx="11241">
                  <c:v>0.791550297</c:v>
                </c:pt>
                <c:pt idx="11242">
                  <c:v>0.791601077</c:v>
                </c:pt>
                <c:pt idx="11243">
                  <c:v>0.791601077</c:v>
                </c:pt>
                <c:pt idx="11244">
                  <c:v>0.791702635</c:v>
                </c:pt>
                <c:pt idx="11245">
                  <c:v>0.791854974</c:v>
                </c:pt>
                <c:pt idx="11246">
                  <c:v>0.792108871</c:v>
                </c:pt>
                <c:pt idx="11247">
                  <c:v>0.792108871</c:v>
                </c:pt>
                <c:pt idx="11248">
                  <c:v>0.79226121</c:v>
                </c:pt>
                <c:pt idx="11249">
                  <c:v>0.792565886</c:v>
                </c:pt>
                <c:pt idx="11250">
                  <c:v>0.792565886</c:v>
                </c:pt>
                <c:pt idx="11251">
                  <c:v>0.792667445</c:v>
                </c:pt>
                <c:pt idx="11252">
                  <c:v>0.792769004</c:v>
                </c:pt>
                <c:pt idx="11253">
                  <c:v>0.792769004</c:v>
                </c:pt>
                <c:pt idx="11254">
                  <c:v>0.792870563</c:v>
                </c:pt>
                <c:pt idx="11255">
                  <c:v>0.792870563</c:v>
                </c:pt>
                <c:pt idx="11256">
                  <c:v>0.79312446</c:v>
                </c:pt>
                <c:pt idx="11257">
                  <c:v>0.793226019</c:v>
                </c:pt>
                <c:pt idx="11258">
                  <c:v>0.793226019</c:v>
                </c:pt>
                <c:pt idx="11259">
                  <c:v>0.793327578</c:v>
                </c:pt>
                <c:pt idx="11260">
                  <c:v>0.793581476</c:v>
                </c:pt>
                <c:pt idx="11261">
                  <c:v>0.793581476</c:v>
                </c:pt>
                <c:pt idx="11262">
                  <c:v>0.793683035</c:v>
                </c:pt>
                <c:pt idx="11263">
                  <c:v>0.793683035</c:v>
                </c:pt>
                <c:pt idx="11264">
                  <c:v>0.793835373</c:v>
                </c:pt>
                <c:pt idx="11265">
                  <c:v>0.793835373</c:v>
                </c:pt>
                <c:pt idx="11266">
                  <c:v>0.79414005</c:v>
                </c:pt>
                <c:pt idx="11267">
                  <c:v>0.79414005</c:v>
                </c:pt>
                <c:pt idx="11268">
                  <c:v>0.794190829</c:v>
                </c:pt>
                <c:pt idx="11269">
                  <c:v>0.795206419</c:v>
                </c:pt>
                <c:pt idx="11270">
                  <c:v>0.795307977</c:v>
                </c:pt>
                <c:pt idx="11271">
                  <c:v>0.795511095</c:v>
                </c:pt>
                <c:pt idx="11272">
                  <c:v>0.795511095</c:v>
                </c:pt>
                <c:pt idx="11273">
                  <c:v>0.795612654</c:v>
                </c:pt>
                <c:pt idx="11274">
                  <c:v>0.795612654</c:v>
                </c:pt>
                <c:pt idx="11275">
                  <c:v>0.796272787</c:v>
                </c:pt>
                <c:pt idx="11276">
                  <c:v>0.796272787</c:v>
                </c:pt>
                <c:pt idx="11277">
                  <c:v>0.796425126</c:v>
                </c:pt>
                <c:pt idx="11278">
                  <c:v>0.796526685</c:v>
                </c:pt>
                <c:pt idx="11279">
                  <c:v>0.796628244</c:v>
                </c:pt>
                <c:pt idx="11280">
                  <c:v>0.79693292</c:v>
                </c:pt>
                <c:pt idx="11281">
                  <c:v>0.797237597</c:v>
                </c:pt>
                <c:pt idx="11282">
                  <c:v>0.797339156</c:v>
                </c:pt>
                <c:pt idx="11283">
                  <c:v>0.798100848</c:v>
                </c:pt>
                <c:pt idx="11284">
                  <c:v>0.798202407</c:v>
                </c:pt>
                <c:pt idx="11285">
                  <c:v>0.798456304</c:v>
                </c:pt>
                <c:pt idx="11286">
                  <c:v>0.798557863</c:v>
                </c:pt>
                <c:pt idx="11287">
                  <c:v>0.798659422</c:v>
                </c:pt>
                <c:pt idx="11288">
                  <c:v>0.798659422</c:v>
                </c:pt>
                <c:pt idx="11289">
                  <c:v>0.798760981</c:v>
                </c:pt>
                <c:pt idx="11290">
                  <c:v>0.798913319</c:v>
                </c:pt>
                <c:pt idx="11291">
                  <c:v>0.798964099</c:v>
                </c:pt>
                <c:pt idx="11292">
                  <c:v>0.798964099</c:v>
                </c:pt>
                <c:pt idx="11293">
                  <c:v>0.799167217</c:v>
                </c:pt>
                <c:pt idx="11294">
                  <c:v>0.799167217</c:v>
                </c:pt>
                <c:pt idx="11295">
                  <c:v>0.799370335</c:v>
                </c:pt>
                <c:pt idx="11296">
                  <c:v>0.799421114</c:v>
                </c:pt>
                <c:pt idx="11297">
                  <c:v>0.799421114</c:v>
                </c:pt>
                <c:pt idx="11298">
                  <c:v>0.799421114</c:v>
                </c:pt>
                <c:pt idx="11299">
                  <c:v>0.799522673</c:v>
                </c:pt>
                <c:pt idx="11300">
                  <c:v>0.799522673</c:v>
                </c:pt>
                <c:pt idx="11301">
                  <c:v>0.79977657</c:v>
                </c:pt>
                <c:pt idx="11302">
                  <c:v>0.79977657</c:v>
                </c:pt>
                <c:pt idx="11303">
                  <c:v>0.799878129</c:v>
                </c:pt>
                <c:pt idx="11304">
                  <c:v>0.800132027</c:v>
                </c:pt>
                <c:pt idx="11305">
                  <c:v>0.800233586</c:v>
                </c:pt>
                <c:pt idx="11306">
                  <c:v>0.800284365</c:v>
                </c:pt>
                <c:pt idx="11307">
                  <c:v>0.800284365</c:v>
                </c:pt>
                <c:pt idx="11308">
                  <c:v>0.801046057</c:v>
                </c:pt>
                <c:pt idx="11309">
                  <c:v>0.801046057</c:v>
                </c:pt>
                <c:pt idx="11310">
                  <c:v>0.801299954</c:v>
                </c:pt>
                <c:pt idx="11311">
                  <c:v>0.801299954</c:v>
                </c:pt>
                <c:pt idx="11312">
                  <c:v>0.801350734</c:v>
                </c:pt>
                <c:pt idx="11313">
                  <c:v>0.801350734</c:v>
                </c:pt>
                <c:pt idx="11314">
                  <c:v>0.801452293</c:v>
                </c:pt>
                <c:pt idx="11315">
                  <c:v>0.801960087</c:v>
                </c:pt>
                <c:pt idx="11316">
                  <c:v>0.802010867</c:v>
                </c:pt>
                <c:pt idx="11317">
                  <c:v>0.802112426</c:v>
                </c:pt>
                <c:pt idx="11318">
                  <c:v>0.802112426</c:v>
                </c:pt>
                <c:pt idx="11319">
                  <c:v>0.802467882</c:v>
                </c:pt>
                <c:pt idx="11320">
                  <c:v>0.802467882</c:v>
                </c:pt>
                <c:pt idx="11321">
                  <c:v>0.802721779</c:v>
                </c:pt>
                <c:pt idx="11322">
                  <c:v>0.802874118</c:v>
                </c:pt>
                <c:pt idx="11323">
                  <c:v>0.802924897</c:v>
                </c:pt>
                <c:pt idx="11324">
                  <c:v>0.802924897</c:v>
                </c:pt>
                <c:pt idx="11325">
                  <c:v>0.802975677</c:v>
                </c:pt>
                <c:pt idx="11326">
                  <c:v>0.80363581</c:v>
                </c:pt>
                <c:pt idx="11327">
                  <c:v>0.803686589</c:v>
                </c:pt>
                <c:pt idx="11328">
                  <c:v>0.803686589</c:v>
                </c:pt>
                <c:pt idx="11329">
                  <c:v>0.803737369</c:v>
                </c:pt>
                <c:pt idx="11330">
                  <c:v>0.803737369</c:v>
                </c:pt>
                <c:pt idx="11331">
                  <c:v>0.803788148</c:v>
                </c:pt>
                <c:pt idx="11332">
                  <c:v>0.803788148</c:v>
                </c:pt>
                <c:pt idx="11333">
                  <c:v>0.804092825</c:v>
                </c:pt>
                <c:pt idx="11334">
                  <c:v>0.804092825</c:v>
                </c:pt>
                <c:pt idx="11335">
                  <c:v>0.804143604</c:v>
                </c:pt>
                <c:pt idx="11336">
                  <c:v>0.804245163</c:v>
                </c:pt>
                <c:pt idx="11337">
                  <c:v>0.804397502</c:v>
                </c:pt>
                <c:pt idx="11338">
                  <c:v>0.804397502</c:v>
                </c:pt>
                <c:pt idx="11339">
                  <c:v>0.804651399</c:v>
                </c:pt>
                <c:pt idx="11340">
                  <c:v>0.804651399</c:v>
                </c:pt>
                <c:pt idx="11341">
                  <c:v>0.804702178</c:v>
                </c:pt>
                <c:pt idx="11342">
                  <c:v>0.804702178</c:v>
                </c:pt>
                <c:pt idx="11343">
                  <c:v>0.804702178</c:v>
                </c:pt>
                <c:pt idx="11344">
                  <c:v>0.804752958</c:v>
                </c:pt>
                <c:pt idx="11345">
                  <c:v>0.804956076</c:v>
                </c:pt>
                <c:pt idx="11346">
                  <c:v>0.804956076</c:v>
                </c:pt>
                <c:pt idx="11347">
                  <c:v>0.805057635</c:v>
                </c:pt>
                <c:pt idx="11348">
                  <c:v>0.805057635</c:v>
                </c:pt>
                <c:pt idx="11349">
                  <c:v>0.805260753</c:v>
                </c:pt>
                <c:pt idx="11350">
                  <c:v>0.805362311</c:v>
                </c:pt>
                <c:pt idx="11351">
                  <c:v>0.805362311</c:v>
                </c:pt>
                <c:pt idx="11352">
                  <c:v>0.80546387</c:v>
                </c:pt>
                <c:pt idx="11353">
                  <c:v>0.80551465</c:v>
                </c:pt>
                <c:pt idx="11354">
                  <c:v>0.805616209</c:v>
                </c:pt>
                <c:pt idx="11355">
                  <c:v>0.805768547</c:v>
                </c:pt>
                <c:pt idx="11356">
                  <c:v>0.805870106</c:v>
                </c:pt>
                <c:pt idx="11357">
                  <c:v>0.805920886</c:v>
                </c:pt>
                <c:pt idx="11358">
                  <c:v>0.805920886</c:v>
                </c:pt>
                <c:pt idx="11359">
                  <c:v>0.806073224</c:v>
                </c:pt>
                <c:pt idx="11360">
                  <c:v>0.806073224</c:v>
                </c:pt>
                <c:pt idx="11361">
                  <c:v>0.806124003</c:v>
                </c:pt>
                <c:pt idx="11362">
                  <c:v>0.806225562</c:v>
                </c:pt>
                <c:pt idx="11363">
                  <c:v>0.806276342</c:v>
                </c:pt>
                <c:pt idx="11364">
                  <c:v>0.806377901</c:v>
                </c:pt>
                <c:pt idx="11365">
                  <c:v>0.806682578</c:v>
                </c:pt>
                <c:pt idx="11366">
                  <c:v>0.806733357</c:v>
                </c:pt>
                <c:pt idx="11367">
                  <c:v>0.806784136</c:v>
                </c:pt>
                <c:pt idx="11368">
                  <c:v>0.806784136</c:v>
                </c:pt>
                <c:pt idx="11369">
                  <c:v>0.806885695</c:v>
                </c:pt>
                <c:pt idx="11370">
                  <c:v>0.806885695</c:v>
                </c:pt>
                <c:pt idx="11371">
                  <c:v>0.807241152</c:v>
                </c:pt>
                <c:pt idx="11372">
                  <c:v>0.807241152</c:v>
                </c:pt>
                <c:pt idx="11373">
                  <c:v>0.807291931</c:v>
                </c:pt>
                <c:pt idx="11374">
                  <c:v>0.807291931</c:v>
                </c:pt>
                <c:pt idx="11375">
                  <c:v>0.80739349</c:v>
                </c:pt>
                <c:pt idx="11376">
                  <c:v>0.80739349</c:v>
                </c:pt>
                <c:pt idx="11377">
                  <c:v>0.807647387</c:v>
                </c:pt>
                <c:pt idx="11378">
                  <c:v>0.807647387</c:v>
                </c:pt>
                <c:pt idx="11379">
                  <c:v>0.807748946</c:v>
                </c:pt>
                <c:pt idx="11380">
                  <c:v>0.807799726</c:v>
                </c:pt>
                <c:pt idx="11381">
                  <c:v>0.807850505</c:v>
                </c:pt>
                <c:pt idx="11382">
                  <c:v>0.807850505</c:v>
                </c:pt>
                <c:pt idx="11383">
                  <c:v>0.807850505</c:v>
                </c:pt>
                <c:pt idx="11384">
                  <c:v>0.808205962</c:v>
                </c:pt>
                <c:pt idx="11385">
                  <c:v>0.808205962</c:v>
                </c:pt>
                <c:pt idx="11386">
                  <c:v>0.808256741</c:v>
                </c:pt>
                <c:pt idx="11387">
                  <c:v>0.808256741</c:v>
                </c:pt>
                <c:pt idx="11388">
                  <c:v>0.8083583</c:v>
                </c:pt>
                <c:pt idx="11389">
                  <c:v>0.8083583</c:v>
                </c:pt>
                <c:pt idx="11390">
                  <c:v>0.808409079</c:v>
                </c:pt>
                <c:pt idx="11391">
                  <c:v>0.808510638</c:v>
                </c:pt>
                <c:pt idx="11392">
                  <c:v>0.808510638</c:v>
                </c:pt>
                <c:pt idx="11393">
                  <c:v>0.808561418</c:v>
                </c:pt>
                <c:pt idx="11394">
                  <c:v>0.808561418</c:v>
                </c:pt>
                <c:pt idx="11395">
                  <c:v>0.808967653</c:v>
                </c:pt>
                <c:pt idx="11396">
                  <c:v>0.808967653</c:v>
                </c:pt>
                <c:pt idx="11397">
                  <c:v>0.809018433</c:v>
                </c:pt>
                <c:pt idx="11398">
                  <c:v>0.809119992</c:v>
                </c:pt>
                <c:pt idx="11399">
                  <c:v>0.80932311</c:v>
                </c:pt>
                <c:pt idx="11400">
                  <c:v>0.809424669</c:v>
                </c:pt>
                <c:pt idx="11401">
                  <c:v>0.809627787</c:v>
                </c:pt>
                <c:pt idx="11402">
                  <c:v>0.809627787</c:v>
                </c:pt>
                <c:pt idx="11403">
                  <c:v>0.809932463</c:v>
                </c:pt>
                <c:pt idx="11404">
                  <c:v>0.810034022</c:v>
                </c:pt>
                <c:pt idx="11405">
                  <c:v>0.810541817</c:v>
                </c:pt>
                <c:pt idx="11406">
                  <c:v>0.810694155</c:v>
                </c:pt>
                <c:pt idx="11407">
                  <c:v>0.811506627</c:v>
                </c:pt>
                <c:pt idx="11408">
                  <c:v>0.811658965</c:v>
                </c:pt>
                <c:pt idx="11409">
                  <c:v>0.811658965</c:v>
                </c:pt>
                <c:pt idx="11410">
                  <c:v>0.811862083</c:v>
                </c:pt>
                <c:pt idx="11411">
                  <c:v>0.811963642</c:v>
                </c:pt>
                <c:pt idx="11412">
                  <c:v>0.81211598</c:v>
                </c:pt>
                <c:pt idx="11413">
                  <c:v>0.81211598</c:v>
                </c:pt>
                <c:pt idx="11414">
                  <c:v>0.812319098</c:v>
                </c:pt>
                <c:pt idx="11415">
                  <c:v>0.812319098</c:v>
                </c:pt>
                <c:pt idx="11416">
                  <c:v>0.812471437</c:v>
                </c:pt>
                <c:pt idx="11417">
                  <c:v>0.812471437</c:v>
                </c:pt>
                <c:pt idx="11418">
                  <c:v>0.812572995</c:v>
                </c:pt>
                <c:pt idx="11419">
                  <c:v>0.812776113</c:v>
                </c:pt>
                <c:pt idx="11420">
                  <c:v>0.812877672</c:v>
                </c:pt>
                <c:pt idx="11421">
                  <c:v>0.812877672</c:v>
                </c:pt>
                <c:pt idx="11422">
                  <c:v>0.813233129</c:v>
                </c:pt>
                <c:pt idx="11423">
                  <c:v>0.813233129</c:v>
                </c:pt>
                <c:pt idx="11424">
                  <c:v>0.813385467</c:v>
                </c:pt>
                <c:pt idx="11425">
                  <c:v>0.813487026</c:v>
                </c:pt>
                <c:pt idx="11426">
                  <c:v>0.813842482</c:v>
                </c:pt>
                <c:pt idx="11427">
                  <c:v>0.813842482</c:v>
                </c:pt>
                <c:pt idx="11428">
                  <c:v>0.813893262</c:v>
                </c:pt>
                <c:pt idx="11429">
                  <c:v>0.813893262</c:v>
                </c:pt>
                <c:pt idx="11430">
                  <c:v>0.814147159</c:v>
                </c:pt>
                <c:pt idx="11431">
                  <c:v>0.814147159</c:v>
                </c:pt>
                <c:pt idx="11432">
                  <c:v>0.814147159</c:v>
                </c:pt>
                <c:pt idx="11433">
                  <c:v>0.814147159</c:v>
                </c:pt>
                <c:pt idx="11434">
                  <c:v>0.814197938</c:v>
                </c:pt>
                <c:pt idx="11435">
                  <c:v>0.814197938</c:v>
                </c:pt>
                <c:pt idx="11436">
                  <c:v>0.814299497</c:v>
                </c:pt>
                <c:pt idx="11437">
                  <c:v>0.814299497</c:v>
                </c:pt>
                <c:pt idx="11438">
                  <c:v>0.814451836</c:v>
                </c:pt>
                <c:pt idx="11439">
                  <c:v>0.814451836</c:v>
                </c:pt>
                <c:pt idx="11440">
                  <c:v>0.814807292</c:v>
                </c:pt>
                <c:pt idx="11441">
                  <c:v>0.814807292</c:v>
                </c:pt>
                <c:pt idx="11442">
                  <c:v>0.81501041</c:v>
                </c:pt>
                <c:pt idx="11443">
                  <c:v>0.81501041</c:v>
                </c:pt>
                <c:pt idx="11444">
                  <c:v>0.815061189</c:v>
                </c:pt>
                <c:pt idx="11445">
                  <c:v>0.815061189</c:v>
                </c:pt>
                <c:pt idx="11446">
                  <c:v>0.815518204</c:v>
                </c:pt>
                <c:pt idx="11447">
                  <c:v>0.815518204</c:v>
                </c:pt>
                <c:pt idx="11448">
                  <c:v>0.815619763</c:v>
                </c:pt>
                <c:pt idx="11449">
                  <c:v>0.815619763</c:v>
                </c:pt>
                <c:pt idx="11450">
                  <c:v>0.815721322</c:v>
                </c:pt>
                <c:pt idx="11451">
                  <c:v>0.815822881</c:v>
                </c:pt>
                <c:pt idx="11452">
                  <c:v>0.815873661</c:v>
                </c:pt>
                <c:pt idx="11453">
                  <c:v>0.815873661</c:v>
                </c:pt>
                <c:pt idx="11454">
                  <c:v>0.816279896</c:v>
                </c:pt>
                <c:pt idx="11455">
                  <c:v>0.816279896</c:v>
                </c:pt>
                <c:pt idx="11456">
                  <c:v>0.816432235</c:v>
                </c:pt>
                <c:pt idx="11457">
                  <c:v>0.816432235</c:v>
                </c:pt>
                <c:pt idx="11458">
                  <c:v>0.817092368</c:v>
                </c:pt>
                <c:pt idx="11459">
                  <c:v>0.817193927</c:v>
                </c:pt>
                <c:pt idx="11460">
                  <c:v>0.817295486</c:v>
                </c:pt>
                <c:pt idx="11461">
                  <c:v>0.817295486</c:v>
                </c:pt>
                <c:pt idx="11462">
                  <c:v>0.817397045</c:v>
                </c:pt>
                <c:pt idx="11463">
                  <c:v>0.817600162</c:v>
                </c:pt>
                <c:pt idx="11464">
                  <c:v>0.818057178</c:v>
                </c:pt>
                <c:pt idx="11465">
                  <c:v>0.818311075</c:v>
                </c:pt>
                <c:pt idx="11466">
                  <c:v>0.818412634</c:v>
                </c:pt>
                <c:pt idx="11467">
                  <c:v>0.818514193</c:v>
                </c:pt>
                <c:pt idx="11468">
                  <c:v>0.818514193</c:v>
                </c:pt>
                <c:pt idx="11469">
                  <c:v>0.81881887</c:v>
                </c:pt>
                <c:pt idx="11470">
                  <c:v>0.818920429</c:v>
                </c:pt>
                <c:pt idx="11471">
                  <c:v>0.818920429</c:v>
                </c:pt>
                <c:pt idx="11472">
                  <c:v>0.818971208</c:v>
                </c:pt>
                <c:pt idx="11473">
                  <c:v>0.818971208</c:v>
                </c:pt>
                <c:pt idx="11474">
                  <c:v>0.819275885</c:v>
                </c:pt>
                <c:pt idx="11475">
                  <c:v>0.819275885</c:v>
                </c:pt>
                <c:pt idx="11476">
                  <c:v>0.819377444</c:v>
                </c:pt>
                <c:pt idx="11477">
                  <c:v>0.819479003</c:v>
                </c:pt>
                <c:pt idx="11478">
                  <c:v>0.819580562</c:v>
                </c:pt>
                <c:pt idx="11479">
                  <c:v>0.819682121</c:v>
                </c:pt>
                <c:pt idx="11480">
                  <c:v>0.819885238</c:v>
                </c:pt>
                <c:pt idx="11481">
                  <c:v>0.819885238</c:v>
                </c:pt>
                <c:pt idx="11482">
                  <c:v>0.819986797</c:v>
                </c:pt>
                <c:pt idx="11483">
                  <c:v>0.820189915</c:v>
                </c:pt>
                <c:pt idx="11484">
                  <c:v>0.820189915</c:v>
                </c:pt>
                <c:pt idx="11485">
                  <c:v>0.820342254</c:v>
                </c:pt>
                <c:pt idx="11486">
                  <c:v>0.820393033</c:v>
                </c:pt>
                <c:pt idx="11487">
                  <c:v>0.820545371</c:v>
                </c:pt>
                <c:pt idx="11488">
                  <c:v>0.820850048</c:v>
                </c:pt>
                <c:pt idx="11489">
                  <c:v>0.821103946</c:v>
                </c:pt>
                <c:pt idx="11490">
                  <c:v>0.821103946</c:v>
                </c:pt>
                <c:pt idx="11491">
                  <c:v>0.821154725</c:v>
                </c:pt>
                <c:pt idx="11492">
                  <c:v>0.821154725</c:v>
                </c:pt>
                <c:pt idx="11493">
                  <c:v>0.821205504</c:v>
                </c:pt>
                <c:pt idx="11494">
                  <c:v>0.821307063</c:v>
                </c:pt>
                <c:pt idx="11495">
                  <c:v>0.821459402</c:v>
                </c:pt>
                <c:pt idx="11496">
                  <c:v>0.821459402</c:v>
                </c:pt>
                <c:pt idx="11497">
                  <c:v>0.821510181</c:v>
                </c:pt>
                <c:pt idx="11498">
                  <c:v>0.82161174</c:v>
                </c:pt>
                <c:pt idx="11499">
                  <c:v>0.82262733</c:v>
                </c:pt>
                <c:pt idx="11500">
                  <c:v>0.822881227</c:v>
                </c:pt>
                <c:pt idx="11501">
                  <c:v>0.823033565</c:v>
                </c:pt>
                <c:pt idx="11502">
                  <c:v>0.823135124</c:v>
                </c:pt>
                <c:pt idx="11503">
                  <c:v>0.823592139</c:v>
                </c:pt>
                <c:pt idx="11504">
                  <c:v>0.823592139</c:v>
                </c:pt>
                <c:pt idx="11505">
                  <c:v>0.823693698</c:v>
                </c:pt>
                <c:pt idx="11506">
                  <c:v>0.823693698</c:v>
                </c:pt>
                <c:pt idx="11507">
                  <c:v>0.823947596</c:v>
                </c:pt>
                <c:pt idx="11508">
                  <c:v>0.823947596</c:v>
                </c:pt>
                <c:pt idx="11509">
                  <c:v>0.824099934</c:v>
                </c:pt>
                <c:pt idx="11510">
                  <c:v>0.824201493</c:v>
                </c:pt>
                <c:pt idx="11511">
                  <c:v>0.824303052</c:v>
                </c:pt>
                <c:pt idx="11512">
                  <c:v>0.824303052</c:v>
                </c:pt>
                <c:pt idx="11513">
                  <c:v>0.82445539</c:v>
                </c:pt>
                <c:pt idx="11514">
                  <c:v>0.824556949</c:v>
                </c:pt>
                <c:pt idx="11515">
                  <c:v>0.824607729</c:v>
                </c:pt>
                <c:pt idx="11516">
                  <c:v>0.824607729</c:v>
                </c:pt>
                <c:pt idx="11517">
                  <c:v>0.824810846</c:v>
                </c:pt>
                <c:pt idx="11518">
                  <c:v>0.824810846</c:v>
                </c:pt>
                <c:pt idx="11519">
                  <c:v>0.824861626</c:v>
                </c:pt>
                <c:pt idx="11520">
                  <c:v>0.824963185</c:v>
                </c:pt>
                <c:pt idx="11521">
                  <c:v>0.825115523</c:v>
                </c:pt>
                <c:pt idx="11522">
                  <c:v>0.825217082</c:v>
                </c:pt>
                <c:pt idx="11523">
                  <c:v>0.825369421</c:v>
                </c:pt>
                <c:pt idx="11524">
                  <c:v>0.825369421</c:v>
                </c:pt>
                <c:pt idx="11525">
                  <c:v>0.8254202</c:v>
                </c:pt>
                <c:pt idx="11526">
                  <c:v>0.825572538</c:v>
                </c:pt>
                <c:pt idx="11527">
                  <c:v>0.825724877</c:v>
                </c:pt>
                <c:pt idx="11528">
                  <c:v>0.825724877</c:v>
                </c:pt>
                <c:pt idx="11529">
                  <c:v>0.826080333</c:v>
                </c:pt>
                <c:pt idx="11530">
                  <c:v>0.826080333</c:v>
                </c:pt>
                <c:pt idx="11531">
                  <c:v>0.826131113</c:v>
                </c:pt>
                <c:pt idx="11532">
                  <c:v>0.826232672</c:v>
                </c:pt>
                <c:pt idx="11533">
                  <c:v>0.826486569</c:v>
                </c:pt>
                <c:pt idx="11534">
                  <c:v>0.826588128</c:v>
                </c:pt>
                <c:pt idx="11535">
                  <c:v>0.826588128</c:v>
                </c:pt>
                <c:pt idx="11536">
                  <c:v>0.826638907</c:v>
                </c:pt>
                <c:pt idx="11537">
                  <c:v>0.826638907</c:v>
                </c:pt>
                <c:pt idx="11538">
                  <c:v>0.826791246</c:v>
                </c:pt>
                <c:pt idx="11539">
                  <c:v>0.826943584</c:v>
                </c:pt>
                <c:pt idx="11540">
                  <c:v>0.827045143</c:v>
                </c:pt>
                <c:pt idx="11541">
                  <c:v>0.827146702</c:v>
                </c:pt>
                <c:pt idx="11542">
                  <c:v>0.827197481</c:v>
                </c:pt>
                <c:pt idx="11543">
                  <c:v>0.82734982</c:v>
                </c:pt>
                <c:pt idx="11544">
                  <c:v>0.827451379</c:v>
                </c:pt>
                <c:pt idx="11545">
                  <c:v>0.827552938</c:v>
                </c:pt>
                <c:pt idx="11546">
                  <c:v>0.827806835</c:v>
                </c:pt>
                <c:pt idx="11547">
                  <c:v>0.827806835</c:v>
                </c:pt>
                <c:pt idx="11548">
                  <c:v>0.82826385</c:v>
                </c:pt>
                <c:pt idx="11549">
                  <c:v>0.82826385</c:v>
                </c:pt>
                <c:pt idx="11550">
                  <c:v>0.828619306</c:v>
                </c:pt>
                <c:pt idx="11551">
                  <c:v>0.828619306</c:v>
                </c:pt>
                <c:pt idx="11552">
                  <c:v>0.828720865</c:v>
                </c:pt>
                <c:pt idx="11553">
                  <c:v>0.828873204</c:v>
                </c:pt>
                <c:pt idx="11554">
                  <c:v>0.828873204</c:v>
                </c:pt>
                <c:pt idx="11555">
                  <c:v>0.829076322</c:v>
                </c:pt>
                <c:pt idx="11556">
                  <c:v>0.829076322</c:v>
                </c:pt>
                <c:pt idx="11557">
                  <c:v>0.82917788</c:v>
                </c:pt>
                <c:pt idx="11558">
                  <c:v>0.829380998</c:v>
                </c:pt>
                <c:pt idx="11559">
                  <c:v>0.829380998</c:v>
                </c:pt>
                <c:pt idx="11560">
                  <c:v>0.829482557</c:v>
                </c:pt>
                <c:pt idx="11561">
                  <c:v>0.829584116</c:v>
                </c:pt>
                <c:pt idx="11562">
                  <c:v>0.829634896</c:v>
                </c:pt>
                <c:pt idx="11563">
                  <c:v>0.829634896</c:v>
                </c:pt>
                <c:pt idx="11564">
                  <c:v>0.829736455</c:v>
                </c:pt>
                <c:pt idx="11565">
                  <c:v>0.829736455</c:v>
                </c:pt>
                <c:pt idx="11566">
                  <c:v>0.829888793</c:v>
                </c:pt>
                <c:pt idx="11567">
                  <c:v>0.829990352</c:v>
                </c:pt>
                <c:pt idx="11568">
                  <c:v>0.83014269</c:v>
                </c:pt>
                <c:pt idx="11569">
                  <c:v>0.83014269</c:v>
                </c:pt>
                <c:pt idx="11570">
                  <c:v>0.830599705</c:v>
                </c:pt>
                <c:pt idx="11571">
                  <c:v>0.830599705</c:v>
                </c:pt>
                <c:pt idx="11572">
                  <c:v>0.830701264</c:v>
                </c:pt>
                <c:pt idx="11573">
                  <c:v>0.830701264</c:v>
                </c:pt>
                <c:pt idx="11574">
                  <c:v>0.831056721</c:v>
                </c:pt>
                <c:pt idx="11575">
                  <c:v>0.831462956</c:v>
                </c:pt>
                <c:pt idx="11576">
                  <c:v>0.831919972</c:v>
                </c:pt>
                <c:pt idx="11577">
                  <c:v>0.831919972</c:v>
                </c:pt>
                <c:pt idx="11578">
                  <c:v>0.83202153</c:v>
                </c:pt>
                <c:pt idx="11579">
                  <c:v>0.832275428</c:v>
                </c:pt>
                <c:pt idx="11580">
                  <c:v>0.832275428</c:v>
                </c:pt>
                <c:pt idx="11581">
                  <c:v>0.832427766</c:v>
                </c:pt>
                <c:pt idx="11582">
                  <c:v>0.832580105</c:v>
                </c:pt>
                <c:pt idx="11583">
                  <c:v>0.832580105</c:v>
                </c:pt>
                <c:pt idx="11584">
                  <c:v>0.832681664</c:v>
                </c:pt>
                <c:pt idx="11585">
                  <c:v>0.833189458</c:v>
                </c:pt>
                <c:pt idx="11586">
                  <c:v>0.833291017</c:v>
                </c:pt>
                <c:pt idx="11587">
                  <c:v>0.833291017</c:v>
                </c:pt>
                <c:pt idx="11588">
                  <c:v>0.833443356</c:v>
                </c:pt>
                <c:pt idx="11589">
                  <c:v>0.833443356</c:v>
                </c:pt>
                <c:pt idx="11590">
                  <c:v>0.83400193</c:v>
                </c:pt>
                <c:pt idx="11591">
                  <c:v>0.83400193</c:v>
                </c:pt>
                <c:pt idx="11592">
                  <c:v>0.834306606</c:v>
                </c:pt>
                <c:pt idx="11593">
                  <c:v>0.834966739</c:v>
                </c:pt>
                <c:pt idx="11594">
                  <c:v>0.834966739</c:v>
                </c:pt>
                <c:pt idx="11595">
                  <c:v>0.835068298</c:v>
                </c:pt>
                <c:pt idx="11596">
                  <c:v>0.835372975</c:v>
                </c:pt>
                <c:pt idx="11597">
                  <c:v>0.835474534</c:v>
                </c:pt>
                <c:pt idx="11598">
                  <c:v>0.835931549</c:v>
                </c:pt>
                <c:pt idx="11599">
                  <c:v>0.836134667</c:v>
                </c:pt>
                <c:pt idx="11600">
                  <c:v>0.836185447</c:v>
                </c:pt>
                <c:pt idx="11601">
                  <c:v>0.836287006</c:v>
                </c:pt>
                <c:pt idx="11602">
                  <c:v>0.836591682</c:v>
                </c:pt>
                <c:pt idx="11603">
                  <c:v>0.836693241</c:v>
                </c:pt>
                <c:pt idx="11604">
                  <c:v>0.8367948</c:v>
                </c:pt>
                <c:pt idx="11605">
                  <c:v>0.8367948</c:v>
                </c:pt>
                <c:pt idx="11606">
                  <c:v>0.837201036</c:v>
                </c:pt>
                <c:pt idx="11607">
                  <c:v>0.837658051</c:v>
                </c:pt>
                <c:pt idx="11608">
                  <c:v>0.83775961</c:v>
                </c:pt>
                <c:pt idx="11609">
                  <c:v>0.837962728</c:v>
                </c:pt>
                <c:pt idx="11610">
                  <c:v>0.837962728</c:v>
                </c:pt>
                <c:pt idx="11611">
                  <c:v>0.838013507</c:v>
                </c:pt>
                <c:pt idx="11612">
                  <c:v>0.838115066</c:v>
                </c:pt>
                <c:pt idx="11613">
                  <c:v>0.838115066</c:v>
                </c:pt>
                <c:pt idx="11614">
                  <c:v>0.838165846</c:v>
                </c:pt>
                <c:pt idx="11615">
                  <c:v>0.838165846</c:v>
                </c:pt>
                <c:pt idx="11616">
                  <c:v>0.83872442</c:v>
                </c:pt>
                <c:pt idx="11617">
                  <c:v>0.838825979</c:v>
                </c:pt>
                <c:pt idx="11618">
                  <c:v>0.838825979</c:v>
                </c:pt>
                <c:pt idx="11619">
                  <c:v>0.838927538</c:v>
                </c:pt>
                <c:pt idx="11620">
                  <c:v>0.839029097</c:v>
                </c:pt>
                <c:pt idx="11621">
                  <c:v>0.839486112</c:v>
                </c:pt>
                <c:pt idx="11622">
                  <c:v>0.839486112</c:v>
                </c:pt>
                <c:pt idx="11623">
                  <c:v>0.839536891</c:v>
                </c:pt>
                <c:pt idx="11624">
                  <c:v>0.83963845</c:v>
                </c:pt>
                <c:pt idx="11625">
                  <c:v>0.83968923</c:v>
                </c:pt>
                <c:pt idx="11626">
                  <c:v>0.83968923</c:v>
                </c:pt>
                <c:pt idx="11627">
                  <c:v>0.839790789</c:v>
                </c:pt>
                <c:pt idx="11628">
                  <c:v>0.839790789</c:v>
                </c:pt>
                <c:pt idx="11629">
                  <c:v>0.839892348</c:v>
                </c:pt>
                <c:pt idx="11630">
                  <c:v>0.839892348</c:v>
                </c:pt>
                <c:pt idx="11631">
                  <c:v>0.840044686</c:v>
                </c:pt>
                <c:pt idx="11632">
                  <c:v>0.840197024</c:v>
                </c:pt>
                <c:pt idx="11633">
                  <c:v>0.840197024</c:v>
                </c:pt>
                <c:pt idx="11634">
                  <c:v>0.840349363</c:v>
                </c:pt>
                <c:pt idx="11635">
                  <c:v>0.840349363</c:v>
                </c:pt>
                <c:pt idx="11636">
                  <c:v>0.840501701</c:v>
                </c:pt>
                <c:pt idx="11637">
                  <c:v>0.84060326</c:v>
                </c:pt>
                <c:pt idx="11638">
                  <c:v>0.84065404</c:v>
                </c:pt>
                <c:pt idx="11639">
                  <c:v>0.840857157</c:v>
                </c:pt>
                <c:pt idx="11640">
                  <c:v>0.840907937</c:v>
                </c:pt>
                <c:pt idx="11641">
                  <c:v>0.840907937</c:v>
                </c:pt>
                <c:pt idx="11642">
                  <c:v>0.841263393</c:v>
                </c:pt>
                <c:pt idx="11643">
                  <c:v>0.841669629</c:v>
                </c:pt>
                <c:pt idx="11644">
                  <c:v>0.841771188</c:v>
                </c:pt>
                <c:pt idx="11645">
                  <c:v>0.841821967</c:v>
                </c:pt>
                <c:pt idx="11646">
                  <c:v>0.841821967</c:v>
                </c:pt>
                <c:pt idx="11647">
                  <c:v>0.841821967</c:v>
                </c:pt>
                <c:pt idx="11648">
                  <c:v>0.841923526</c:v>
                </c:pt>
                <c:pt idx="11649">
                  <c:v>0.841923526</c:v>
                </c:pt>
                <c:pt idx="11650">
                  <c:v>0.842177423</c:v>
                </c:pt>
                <c:pt idx="11651">
                  <c:v>0.842177423</c:v>
                </c:pt>
                <c:pt idx="11652">
                  <c:v>0.842278982</c:v>
                </c:pt>
                <c:pt idx="11653">
                  <c:v>0.8424821</c:v>
                </c:pt>
                <c:pt idx="11654">
                  <c:v>0.84253288</c:v>
                </c:pt>
                <c:pt idx="11655">
                  <c:v>0.84253288</c:v>
                </c:pt>
                <c:pt idx="11656">
                  <c:v>0.842583659</c:v>
                </c:pt>
                <c:pt idx="11657">
                  <c:v>0.842583659</c:v>
                </c:pt>
                <c:pt idx="11658">
                  <c:v>0.842634439</c:v>
                </c:pt>
                <c:pt idx="11659">
                  <c:v>0.842634439</c:v>
                </c:pt>
                <c:pt idx="11660">
                  <c:v>0.842685218</c:v>
                </c:pt>
                <c:pt idx="11661">
                  <c:v>0.842685218</c:v>
                </c:pt>
                <c:pt idx="11662">
                  <c:v>0.842685218</c:v>
                </c:pt>
                <c:pt idx="11663">
                  <c:v>0.842685218</c:v>
                </c:pt>
                <c:pt idx="11664">
                  <c:v>0.842786777</c:v>
                </c:pt>
                <c:pt idx="11665">
                  <c:v>0.842786777</c:v>
                </c:pt>
                <c:pt idx="11666">
                  <c:v>0.842888336</c:v>
                </c:pt>
                <c:pt idx="11667">
                  <c:v>0.842989895</c:v>
                </c:pt>
                <c:pt idx="11668">
                  <c:v>0.843091454</c:v>
                </c:pt>
                <c:pt idx="11669">
                  <c:v>0.843091454</c:v>
                </c:pt>
                <c:pt idx="11670">
                  <c:v>0.843193013</c:v>
                </c:pt>
                <c:pt idx="11671">
                  <c:v>0.843193013</c:v>
                </c:pt>
                <c:pt idx="11672">
                  <c:v>0.843294572</c:v>
                </c:pt>
                <c:pt idx="11673">
                  <c:v>0.843294572</c:v>
                </c:pt>
                <c:pt idx="11674">
                  <c:v>0.843345351</c:v>
                </c:pt>
                <c:pt idx="11675">
                  <c:v>0.843345351</c:v>
                </c:pt>
                <c:pt idx="11676">
                  <c:v>0.843396131</c:v>
                </c:pt>
                <c:pt idx="11677">
                  <c:v>0.84349769</c:v>
                </c:pt>
                <c:pt idx="11678">
                  <c:v>0.84349769</c:v>
                </c:pt>
                <c:pt idx="11679">
                  <c:v>0.843751587</c:v>
                </c:pt>
                <c:pt idx="11680">
                  <c:v>0.843853146</c:v>
                </c:pt>
                <c:pt idx="11681">
                  <c:v>0.844005484</c:v>
                </c:pt>
                <c:pt idx="11682">
                  <c:v>0.844005484</c:v>
                </c:pt>
                <c:pt idx="11683">
                  <c:v>0.844208602</c:v>
                </c:pt>
                <c:pt idx="11684">
                  <c:v>0.84436094</c:v>
                </c:pt>
                <c:pt idx="11685">
                  <c:v>0.844462499</c:v>
                </c:pt>
                <c:pt idx="11686">
                  <c:v>0.844614838</c:v>
                </c:pt>
                <c:pt idx="11687">
                  <c:v>0.844665617</c:v>
                </c:pt>
                <c:pt idx="11688">
                  <c:v>0.844767176</c:v>
                </c:pt>
                <c:pt idx="11689">
                  <c:v>0.844767176</c:v>
                </c:pt>
                <c:pt idx="11690">
                  <c:v>0.844970294</c:v>
                </c:pt>
                <c:pt idx="11691">
                  <c:v>0.844970294</c:v>
                </c:pt>
                <c:pt idx="11692">
                  <c:v>0.845173412</c:v>
                </c:pt>
                <c:pt idx="11693">
                  <c:v>0.845274971</c:v>
                </c:pt>
                <c:pt idx="11694">
                  <c:v>0.845274971</c:v>
                </c:pt>
                <c:pt idx="11695">
                  <c:v>0.845427309</c:v>
                </c:pt>
                <c:pt idx="11696">
                  <c:v>0.845427309</c:v>
                </c:pt>
                <c:pt idx="11697">
                  <c:v>0.845731986</c:v>
                </c:pt>
                <c:pt idx="11698">
                  <c:v>0.846036663</c:v>
                </c:pt>
                <c:pt idx="11699">
                  <c:v>0.846442898</c:v>
                </c:pt>
                <c:pt idx="11700">
                  <c:v>0.846493678</c:v>
                </c:pt>
                <c:pt idx="11701">
                  <c:v>0.846493678</c:v>
                </c:pt>
                <c:pt idx="11702">
                  <c:v>0.846595237</c:v>
                </c:pt>
                <c:pt idx="11703">
                  <c:v>0.846595237</c:v>
                </c:pt>
                <c:pt idx="11704">
                  <c:v>0.846646016</c:v>
                </c:pt>
                <c:pt idx="11705">
                  <c:v>0.846646016</c:v>
                </c:pt>
                <c:pt idx="11706">
                  <c:v>0.846696796</c:v>
                </c:pt>
                <c:pt idx="11707">
                  <c:v>0.846747575</c:v>
                </c:pt>
                <c:pt idx="11708">
                  <c:v>0.846798355</c:v>
                </c:pt>
                <c:pt idx="11709">
                  <c:v>0.846798355</c:v>
                </c:pt>
                <c:pt idx="11710">
                  <c:v>0.846899914</c:v>
                </c:pt>
                <c:pt idx="11711">
                  <c:v>0.846899914</c:v>
                </c:pt>
                <c:pt idx="11712">
                  <c:v>0.847103032</c:v>
                </c:pt>
                <c:pt idx="11713">
                  <c:v>0.847103032</c:v>
                </c:pt>
                <c:pt idx="11714">
                  <c:v>0.84720459</c:v>
                </c:pt>
                <c:pt idx="11715">
                  <c:v>0.84720459</c:v>
                </c:pt>
                <c:pt idx="11716">
                  <c:v>0.847306149</c:v>
                </c:pt>
                <c:pt idx="11717">
                  <c:v>0.847306149</c:v>
                </c:pt>
                <c:pt idx="11718">
                  <c:v>0.847864724</c:v>
                </c:pt>
                <c:pt idx="11719">
                  <c:v>0.847966282</c:v>
                </c:pt>
                <c:pt idx="11720">
                  <c:v>0.8481694</c:v>
                </c:pt>
                <c:pt idx="11721">
                  <c:v>0.848981872</c:v>
                </c:pt>
                <c:pt idx="11722">
                  <c:v>0.84918499</c:v>
                </c:pt>
                <c:pt idx="11723">
                  <c:v>0.84918499</c:v>
                </c:pt>
                <c:pt idx="11724">
                  <c:v>0.849235769</c:v>
                </c:pt>
                <c:pt idx="11725">
                  <c:v>0.849235769</c:v>
                </c:pt>
                <c:pt idx="11726">
                  <c:v>0.849286549</c:v>
                </c:pt>
                <c:pt idx="11727">
                  <c:v>0.849286549</c:v>
                </c:pt>
                <c:pt idx="11728">
                  <c:v>0.849388107</c:v>
                </c:pt>
                <c:pt idx="11729">
                  <c:v>0.849388107</c:v>
                </c:pt>
                <c:pt idx="11730">
                  <c:v>0.849540446</c:v>
                </c:pt>
                <c:pt idx="11731">
                  <c:v>0.849895902</c:v>
                </c:pt>
                <c:pt idx="11732">
                  <c:v>0.85004824</c:v>
                </c:pt>
                <c:pt idx="11733">
                  <c:v>0.85004824</c:v>
                </c:pt>
                <c:pt idx="11734">
                  <c:v>0.850556035</c:v>
                </c:pt>
                <c:pt idx="11735">
                  <c:v>0.850556035</c:v>
                </c:pt>
                <c:pt idx="11736">
                  <c:v>0.850606815</c:v>
                </c:pt>
                <c:pt idx="11737">
                  <c:v>0.850606815</c:v>
                </c:pt>
                <c:pt idx="11738">
                  <c:v>0.85106383</c:v>
                </c:pt>
                <c:pt idx="11739">
                  <c:v>0.85106383</c:v>
                </c:pt>
                <c:pt idx="11740">
                  <c:v>0.851368507</c:v>
                </c:pt>
                <c:pt idx="11741">
                  <c:v>0.851520845</c:v>
                </c:pt>
                <c:pt idx="11742">
                  <c:v>0.851927081</c:v>
                </c:pt>
                <c:pt idx="11743">
                  <c:v>0.85202864</c:v>
                </c:pt>
                <c:pt idx="11744">
                  <c:v>0.852180978</c:v>
                </c:pt>
                <c:pt idx="11745">
                  <c:v>0.852180978</c:v>
                </c:pt>
                <c:pt idx="11746">
                  <c:v>0.852231757</c:v>
                </c:pt>
                <c:pt idx="11747">
                  <c:v>0.852333316</c:v>
                </c:pt>
                <c:pt idx="11748">
                  <c:v>0.852333316</c:v>
                </c:pt>
                <c:pt idx="11749">
                  <c:v>0.852485655</c:v>
                </c:pt>
                <c:pt idx="11750">
                  <c:v>0.852485655</c:v>
                </c:pt>
                <c:pt idx="11751">
                  <c:v>0.852587214</c:v>
                </c:pt>
                <c:pt idx="11752">
                  <c:v>0.852688773</c:v>
                </c:pt>
                <c:pt idx="11753">
                  <c:v>0.852688773</c:v>
                </c:pt>
                <c:pt idx="11754">
                  <c:v>0.853044229</c:v>
                </c:pt>
                <c:pt idx="11755">
                  <c:v>0.853298126</c:v>
                </c:pt>
                <c:pt idx="11756">
                  <c:v>0.853298126</c:v>
                </c:pt>
                <c:pt idx="11757">
                  <c:v>0.853501244</c:v>
                </c:pt>
                <c:pt idx="11758">
                  <c:v>0.853501244</c:v>
                </c:pt>
                <c:pt idx="11759">
                  <c:v>0.853552024</c:v>
                </c:pt>
                <c:pt idx="11760">
                  <c:v>0.853653582</c:v>
                </c:pt>
                <c:pt idx="11761">
                  <c:v>0.853653582</c:v>
                </c:pt>
                <c:pt idx="11762">
                  <c:v>0.854212157</c:v>
                </c:pt>
                <c:pt idx="11763">
                  <c:v>0.854212157</c:v>
                </c:pt>
                <c:pt idx="11764">
                  <c:v>0.854313716</c:v>
                </c:pt>
                <c:pt idx="11765">
                  <c:v>0.854466054</c:v>
                </c:pt>
                <c:pt idx="11766">
                  <c:v>0.854669172</c:v>
                </c:pt>
                <c:pt idx="11767">
                  <c:v>0.854669172</c:v>
                </c:pt>
                <c:pt idx="11768">
                  <c:v>0.854770731</c:v>
                </c:pt>
                <c:pt idx="11769">
                  <c:v>0.85487229</c:v>
                </c:pt>
                <c:pt idx="11770">
                  <c:v>0.854973849</c:v>
                </c:pt>
                <c:pt idx="11771">
                  <c:v>0.855126187</c:v>
                </c:pt>
                <c:pt idx="11772">
                  <c:v>0.855126187</c:v>
                </c:pt>
                <c:pt idx="11773">
                  <c:v>0.855227746</c:v>
                </c:pt>
                <c:pt idx="11774">
                  <c:v>0.855278525</c:v>
                </c:pt>
                <c:pt idx="11775">
                  <c:v>0.855278525</c:v>
                </c:pt>
                <c:pt idx="11776">
                  <c:v>0.855430864</c:v>
                </c:pt>
                <c:pt idx="11777">
                  <c:v>0.855430864</c:v>
                </c:pt>
                <c:pt idx="11778">
                  <c:v>0.855583202</c:v>
                </c:pt>
                <c:pt idx="11779">
                  <c:v>0.85578632</c:v>
                </c:pt>
                <c:pt idx="11780">
                  <c:v>0.856192556</c:v>
                </c:pt>
                <c:pt idx="11781">
                  <c:v>0.856192556</c:v>
                </c:pt>
                <c:pt idx="11782">
                  <c:v>0.856243335</c:v>
                </c:pt>
                <c:pt idx="11783">
                  <c:v>0.856243335</c:v>
                </c:pt>
                <c:pt idx="11784">
                  <c:v>0.856446453</c:v>
                </c:pt>
                <c:pt idx="11785">
                  <c:v>0.856446453</c:v>
                </c:pt>
                <c:pt idx="11786">
                  <c:v>0.85670035</c:v>
                </c:pt>
                <c:pt idx="11787">
                  <c:v>0.856801909</c:v>
                </c:pt>
                <c:pt idx="11788">
                  <c:v>0.857106586</c:v>
                </c:pt>
                <c:pt idx="11789">
                  <c:v>0.857106586</c:v>
                </c:pt>
                <c:pt idx="11790">
                  <c:v>0.857157366</c:v>
                </c:pt>
                <c:pt idx="11791">
                  <c:v>0.857157366</c:v>
                </c:pt>
                <c:pt idx="11792">
                  <c:v>0.857208145</c:v>
                </c:pt>
                <c:pt idx="11793">
                  <c:v>0.857208145</c:v>
                </c:pt>
                <c:pt idx="11794">
                  <c:v>0.857360483</c:v>
                </c:pt>
                <c:pt idx="11795">
                  <c:v>0.857360483</c:v>
                </c:pt>
                <c:pt idx="11796">
                  <c:v>0.857411263</c:v>
                </c:pt>
                <c:pt idx="11797">
                  <c:v>0.857512822</c:v>
                </c:pt>
                <c:pt idx="11798">
                  <c:v>0.85771594</c:v>
                </c:pt>
                <c:pt idx="11799">
                  <c:v>0.857969837</c:v>
                </c:pt>
                <c:pt idx="11800">
                  <c:v>0.858071396</c:v>
                </c:pt>
                <c:pt idx="11801">
                  <c:v>0.858071396</c:v>
                </c:pt>
                <c:pt idx="11802">
                  <c:v>0.858172955</c:v>
                </c:pt>
                <c:pt idx="11803">
                  <c:v>0.858274514</c:v>
                </c:pt>
                <c:pt idx="11804">
                  <c:v>0.858325293</c:v>
                </c:pt>
                <c:pt idx="11805">
                  <c:v>0.858426852</c:v>
                </c:pt>
                <c:pt idx="11806">
                  <c:v>0.858477632</c:v>
                </c:pt>
                <c:pt idx="11807">
                  <c:v>0.85868075</c:v>
                </c:pt>
                <c:pt idx="11808">
                  <c:v>0.858782308</c:v>
                </c:pt>
                <c:pt idx="11809">
                  <c:v>0.858883867</c:v>
                </c:pt>
                <c:pt idx="11810">
                  <c:v>0.858883867</c:v>
                </c:pt>
                <c:pt idx="11811">
                  <c:v>0.858985426</c:v>
                </c:pt>
                <c:pt idx="11812">
                  <c:v>0.858985426</c:v>
                </c:pt>
                <c:pt idx="11813">
                  <c:v>0.859137765</c:v>
                </c:pt>
                <c:pt idx="11814">
                  <c:v>0.859290103</c:v>
                </c:pt>
                <c:pt idx="11815">
                  <c:v>0.859290103</c:v>
                </c:pt>
                <c:pt idx="11816">
                  <c:v>0.859391662</c:v>
                </c:pt>
                <c:pt idx="11817">
                  <c:v>0.859544</c:v>
                </c:pt>
                <c:pt idx="11818">
                  <c:v>0.859544</c:v>
                </c:pt>
                <c:pt idx="11819">
                  <c:v>0.859645559</c:v>
                </c:pt>
                <c:pt idx="11820">
                  <c:v>0.859645559</c:v>
                </c:pt>
                <c:pt idx="11821">
                  <c:v>0.859747118</c:v>
                </c:pt>
                <c:pt idx="11822">
                  <c:v>0.859848677</c:v>
                </c:pt>
                <c:pt idx="11823">
                  <c:v>0.859899457</c:v>
                </c:pt>
                <c:pt idx="11824">
                  <c:v>0.860001016</c:v>
                </c:pt>
                <c:pt idx="11825">
                  <c:v>0.860102575</c:v>
                </c:pt>
                <c:pt idx="11826">
                  <c:v>0.860102575</c:v>
                </c:pt>
                <c:pt idx="11827">
                  <c:v>0.860204133</c:v>
                </c:pt>
                <c:pt idx="11828">
                  <c:v>0.860305692</c:v>
                </c:pt>
                <c:pt idx="11829">
                  <c:v>0.860305692</c:v>
                </c:pt>
                <c:pt idx="11830">
                  <c:v>0.860458031</c:v>
                </c:pt>
                <c:pt idx="11831">
                  <c:v>0.860458031</c:v>
                </c:pt>
                <c:pt idx="11832">
                  <c:v>0.86055959</c:v>
                </c:pt>
                <c:pt idx="11833">
                  <c:v>0.861168943</c:v>
                </c:pt>
                <c:pt idx="11834">
                  <c:v>0.861575179</c:v>
                </c:pt>
                <c:pt idx="11835">
                  <c:v>0.861676738</c:v>
                </c:pt>
                <c:pt idx="11836">
                  <c:v>0.861829076</c:v>
                </c:pt>
                <c:pt idx="11837">
                  <c:v>0.861829076</c:v>
                </c:pt>
                <c:pt idx="11838">
                  <c:v>0.861879856</c:v>
                </c:pt>
                <c:pt idx="11839">
                  <c:v>0.861981415</c:v>
                </c:pt>
                <c:pt idx="11840">
                  <c:v>0.862336871</c:v>
                </c:pt>
                <c:pt idx="11841">
                  <c:v>0.862336871</c:v>
                </c:pt>
                <c:pt idx="11842">
                  <c:v>0.86243843</c:v>
                </c:pt>
                <c:pt idx="11843">
                  <c:v>0.862539989</c:v>
                </c:pt>
                <c:pt idx="11844">
                  <c:v>0.862844666</c:v>
                </c:pt>
                <c:pt idx="11845">
                  <c:v>0.862844666</c:v>
                </c:pt>
                <c:pt idx="11846">
                  <c:v>0.862997004</c:v>
                </c:pt>
                <c:pt idx="11847">
                  <c:v>0.863200122</c:v>
                </c:pt>
                <c:pt idx="11848">
                  <c:v>0.86340324</c:v>
                </c:pt>
                <c:pt idx="11849">
                  <c:v>0.863555578</c:v>
                </c:pt>
                <c:pt idx="11850">
                  <c:v>0.863657137</c:v>
                </c:pt>
                <c:pt idx="11851">
                  <c:v>0.863657137</c:v>
                </c:pt>
                <c:pt idx="11852">
                  <c:v>0.863911034</c:v>
                </c:pt>
                <c:pt idx="11853">
                  <c:v>0.863911034</c:v>
                </c:pt>
                <c:pt idx="11854">
                  <c:v>0.864164932</c:v>
                </c:pt>
                <c:pt idx="11855">
                  <c:v>0.864266491</c:v>
                </c:pt>
                <c:pt idx="11856">
                  <c:v>0.86431727</c:v>
                </c:pt>
                <c:pt idx="11857">
                  <c:v>0.86431727</c:v>
                </c:pt>
                <c:pt idx="11858">
                  <c:v>0.864469608</c:v>
                </c:pt>
                <c:pt idx="11859">
                  <c:v>0.864571167</c:v>
                </c:pt>
                <c:pt idx="11860">
                  <c:v>0.864723506</c:v>
                </c:pt>
                <c:pt idx="11861">
                  <c:v>0.864825065</c:v>
                </c:pt>
                <c:pt idx="11862">
                  <c:v>0.864926624</c:v>
                </c:pt>
                <c:pt idx="11863">
                  <c:v>0.865992992</c:v>
                </c:pt>
                <c:pt idx="11864">
                  <c:v>0.865992992</c:v>
                </c:pt>
                <c:pt idx="11865">
                  <c:v>0.866043772</c:v>
                </c:pt>
                <c:pt idx="11866">
                  <c:v>0.866043772</c:v>
                </c:pt>
                <c:pt idx="11867">
                  <c:v>0.866145331</c:v>
                </c:pt>
                <c:pt idx="11868">
                  <c:v>0.866145331</c:v>
                </c:pt>
                <c:pt idx="11869">
                  <c:v>0.866297669</c:v>
                </c:pt>
                <c:pt idx="11870">
                  <c:v>0.866399228</c:v>
                </c:pt>
                <c:pt idx="11871">
                  <c:v>0.866399228</c:v>
                </c:pt>
                <c:pt idx="11872">
                  <c:v>0.866450008</c:v>
                </c:pt>
                <c:pt idx="11873">
                  <c:v>0.866450008</c:v>
                </c:pt>
                <c:pt idx="11874">
                  <c:v>0.866551567</c:v>
                </c:pt>
                <c:pt idx="11875">
                  <c:v>0.866551567</c:v>
                </c:pt>
                <c:pt idx="11876">
                  <c:v>0.866703905</c:v>
                </c:pt>
                <c:pt idx="11877">
                  <c:v>0.866703905</c:v>
                </c:pt>
                <c:pt idx="11878">
                  <c:v>0.867313259</c:v>
                </c:pt>
                <c:pt idx="11879">
                  <c:v>0.867414817</c:v>
                </c:pt>
                <c:pt idx="11880">
                  <c:v>0.867516376</c:v>
                </c:pt>
                <c:pt idx="11881">
                  <c:v>0.867516376</c:v>
                </c:pt>
                <c:pt idx="11882">
                  <c:v>0.867719494</c:v>
                </c:pt>
                <c:pt idx="11883">
                  <c:v>0.867719494</c:v>
                </c:pt>
                <c:pt idx="11884">
                  <c:v>0.86812573</c:v>
                </c:pt>
                <c:pt idx="11885">
                  <c:v>0.868227289</c:v>
                </c:pt>
                <c:pt idx="11886">
                  <c:v>0.868379627</c:v>
                </c:pt>
                <c:pt idx="11887">
                  <c:v>0.86903976</c:v>
                </c:pt>
                <c:pt idx="11888">
                  <c:v>0.86903976</c:v>
                </c:pt>
                <c:pt idx="11889">
                  <c:v>0.869141319</c:v>
                </c:pt>
                <c:pt idx="11890">
                  <c:v>0.869242878</c:v>
                </c:pt>
                <c:pt idx="11891">
                  <c:v>0.869395217</c:v>
                </c:pt>
                <c:pt idx="11892">
                  <c:v>0.869496776</c:v>
                </c:pt>
                <c:pt idx="11893">
                  <c:v>0.869801452</c:v>
                </c:pt>
                <c:pt idx="11894">
                  <c:v>0.869801452</c:v>
                </c:pt>
                <c:pt idx="11895">
                  <c:v>0.869903011</c:v>
                </c:pt>
                <c:pt idx="11896">
                  <c:v>0.869903011</c:v>
                </c:pt>
                <c:pt idx="11897">
                  <c:v>0.870360026</c:v>
                </c:pt>
                <c:pt idx="11898">
                  <c:v>0.870461585</c:v>
                </c:pt>
                <c:pt idx="11899">
                  <c:v>0.870766262</c:v>
                </c:pt>
                <c:pt idx="11900">
                  <c:v>0.870766262</c:v>
                </c:pt>
                <c:pt idx="11901">
                  <c:v>0.87096938</c:v>
                </c:pt>
                <c:pt idx="11902">
                  <c:v>0.871070939</c:v>
                </c:pt>
                <c:pt idx="11903">
                  <c:v>0.871121718</c:v>
                </c:pt>
                <c:pt idx="11904">
                  <c:v>0.871121718</c:v>
                </c:pt>
                <c:pt idx="11905">
                  <c:v>0.871172498</c:v>
                </c:pt>
                <c:pt idx="11906">
                  <c:v>0.871172498</c:v>
                </c:pt>
                <c:pt idx="11907">
                  <c:v>0.871375616</c:v>
                </c:pt>
                <c:pt idx="11908">
                  <c:v>0.871375616</c:v>
                </c:pt>
                <c:pt idx="11909">
                  <c:v>0.871629513</c:v>
                </c:pt>
                <c:pt idx="11910">
                  <c:v>0.871629513</c:v>
                </c:pt>
                <c:pt idx="11911">
                  <c:v>0.871731072</c:v>
                </c:pt>
                <c:pt idx="11912">
                  <c:v>0.871832631</c:v>
                </c:pt>
                <c:pt idx="11913">
                  <c:v>0.871832631</c:v>
                </c:pt>
                <c:pt idx="11914">
                  <c:v>0.871984969</c:v>
                </c:pt>
                <c:pt idx="11915">
                  <c:v>0.871984969</c:v>
                </c:pt>
                <c:pt idx="11916">
                  <c:v>0.872086528</c:v>
                </c:pt>
                <c:pt idx="11917">
                  <c:v>0.872188087</c:v>
                </c:pt>
                <c:pt idx="11918">
                  <c:v>0.872289646</c:v>
                </c:pt>
                <c:pt idx="11919">
                  <c:v>0.872441984</c:v>
                </c:pt>
                <c:pt idx="11920">
                  <c:v>0.872441984</c:v>
                </c:pt>
                <c:pt idx="11921">
                  <c:v>0.872899</c:v>
                </c:pt>
                <c:pt idx="11922">
                  <c:v>0.872899</c:v>
                </c:pt>
                <c:pt idx="11923">
                  <c:v>0.873356015</c:v>
                </c:pt>
                <c:pt idx="11924">
                  <c:v>0.873457574</c:v>
                </c:pt>
                <c:pt idx="11925">
                  <c:v>0.873508353</c:v>
                </c:pt>
                <c:pt idx="11926">
                  <c:v>0.873508353</c:v>
                </c:pt>
                <c:pt idx="11927">
                  <c:v>0.873762251</c:v>
                </c:pt>
                <c:pt idx="11928">
                  <c:v>0.873863809</c:v>
                </c:pt>
                <c:pt idx="11929">
                  <c:v>0.874016148</c:v>
                </c:pt>
                <c:pt idx="11930">
                  <c:v>0.874219266</c:v>
                </c:pt>
                <c:pt idx="11931">
                  <c:v>0.874219266</c:v>
                </c:pt>
                <c:pt idx="11932">
                  <c:v>0.874270045</c:v>
                </c:pt>
                <c:pt idx="11933">
                  <c:v>0.874270045</c:v>
                </c:pt>
                <c:pt idx="11934">
                  <c:v>0.874422384</c:v>
                </c:pt>
                <c:pt idx="11935">
                  <c:v>0.874422384</c:v>
                </c:pt>
                <c:pt idx="11936">
                  <c:v>0.874879399</c:v>
                </c:pt>
                <c:pt idx="11937">
                  <c:v>0.874980958</c:v>
                </c:pt>
                <c:pt idx="11938">
                  <c:v>0.875133296</c:v>
                </c:pt>
                <c:pt idx="11939">
                  <c:v>0.875133296</c:v>
                </c:pt>
                <c:pt idx="11940">
                  <c:v>0.875234855</c:v>
                </c:pt>
                <c:pt idx="11941">
                  <c:v>0.875234855</c:v>
                </c:pt>
                <c:pt idx="11942">
                  <c:v>0.875844209</c:v>
                </c:pt>
                <c:pt idx="11943">
                  <c:v>0.875844209</c:v>
                </c:pt>
                <c:pt idx="11944">
                  <c:v>0.875945768</c:v>
                </c:pt>
                <c:pt idx="11945">
                  <c:v>0.875945768</c:v>
                </c:pt>
                <c:pt idx="11946">
                  <c:v>0.876047326</c:v>
                </c:pt>
                <c:pt idx="11947">
                  <c:v>0.876047326</c:v>
                </c:pt>
                <c:pt idx="11948">
                  <c:v>0.87670746</c:v>
                </c:pt>
                <c:pt idx="11949">
                  <c:v>0.87670746</c:v>
                </c:pt>
                <c:pt idx="11950">
                  <c:v>0.876809018</c:v>
                </c:pt>
                <c:pt idx="11951">
                  <c:v>0.877062916</c:v>
                </c:pt>
                <c:pt idx="11952">
                  <c:v>0.877266034</c:v>
                </c:pt>
                <c:pt idx="11953">
                  <c:v>0.877367593</c:v>
                </c:pt>
                <c:pt idx="11954">
                  <c:v>0.877418372</c:v>
                </c:pt>
                <c:pt idx="11955">
                  <c:v>0.877519931</c:v>
                </c:pt>
                <c:pt idx="11956">
                  <c:v>0.87757071</c:v>
                </c:pt>
                <c:pt idx="11957">
                  <c:v>0.877723049</c:v>
                </c:pt>
                <c:pt idx="11958">
                  <c:v>0.877824608</c:v>
                </c:pt>
                <c:pt idx="11959">
                  <c:v>0.877926167</c:v>
                </c:pt>
                <c:pt idx="11960">
                  <c:v>0.878230843</c:v>
                </c:pt>
                <c:pt idx="11961">
                  <c:v>0.878230843</c:v>
                </c:pt>
                <c:pt idx="11962">
                  <c:v>0.878484741</c:v>
                </c:pt>
                <c:pt idx="11963">
                  <c:v>0.878484741</c:v>
                </c:pt>
                <c:pt idx="11964">
                  <c:v>0.8785863</c:v>
                </c:pt>
                <c:pt idx="11965">
                  <c:v>0.878789418</c:v>
                </c:pt>
                <c:pt idx="11966">
                  <c:v>0.878789418</c:v>
                </c:pt>
                <c:pt idx="11967">
                  <c:v>0.878890976</c:v>
                </c:pt>
                <c:pt idx="11968">
                  <c:v>0.878992535</c:v>
                </c:pt>
                <c:pt idx="11969">
                  <c:v>0.878992535</c:v>
                </c:pt>
                <c:pt idx="11970">
                  <c:v>0.87955111</c:v>
                </c:pt>
                <c:pt idx="11971">
                  <c:v>0.879652668</c:v>
                </c:pt>
                <c:pt idx="11972">
                  <c:v>0.879805007</c:v>
                </c:pt>
                <c:pt idx="11973">
                  <c:v>0.879906566</c:v>
                </c:pt>
                <c:pt idx="11974">
                  <c:v>0.880160463</c:v>
                </c:pt>
                <c:pt idx="11975">
                  <c:v>0.880262022</c:v>
                </c:pt>
                <c:pt idx="11976">
                  <c:v>0.880312802</c:v>
                </c:pt>
                <c:pt idx="11977">
                  <c:v>0.880312802</c:v>
                </c:pt>
                <c:pt idx="11978">
                  <c:v>0.88041436</c:v>
                </c:pt>
                <c:pt idx="11979">
                  <c:v>0.88041436</c:v>
                </c:pt>
                <c:pt idx="11980">
                  <c:v>0.880769817</c:v>
                </c:pt>
                <c:pt idx="11981">
                  <c:v>0.880769817</c:v>
                </c:pt>
                <c:pt idx="11982">
                  <c:v>0.880871376</c:v>
                </c:pt>
                <c:pt idx="11983">
                  <c:v>0.880871376</c:v>
                </c:pt>
                <c:pt idx="11984">
                  <c:v>0.881277611</c:v>
                </c:pt>
                <c:pt idx="11985">
                  <c:v>0.88137917</c:v>
                </c:pt>
                <c:pt idx="11986">
                  <c:v>0.881480729</c:v>
                </c:pt>
                <c:pt idx="11987">
                  <c:v>0.881480729</c:v>
                </c:pt>
                <c:pt idx="11988">
                  <c:v>0.881582288</c:v>
                </c:pt>
                <c:pt idx="11989">
                  <c:v>0.881633068</c:v>
                </c:pt>
                <c:pt idx="11990">
                  <c:v>0.881633068</c:v>
                </c:pt>
                <c:pt idx="11991">
                  <c:v>0.881683847</c:v>
                </c:pt>
                <c:pt idx="11992">
                  <c:v>0.881785406</c:v>
                </c:pt>
                <c:pt idx="11993">
                  <c:v>0.881988524</c:v>
                </c:pt>
                <c:pt idx="11994">
                  <c:v>0.882191642</c:v>
                </c:pt>
                <c:pt idx="11995">
                  <c:v>0.882445539</c:v>
                </c:pt>
                <c:pt idx="11996">
                  <c:v>0.882597877</c:v>
                </c:pt>
                <c:pt idx="11997">
                  <c:v>0.882597877</c:v>
                </c:pt>
                <c:pt idx="11998">
                  <c:v>0.882648657</c:v>
                </c:pt>
                <c:pt idx="11999">
                  <c:v>0.882750216</c:v>
                </c:pt>
                <c:pt idx="12000">
                  <c:v>0.882800995</c:v>
                </c:pt>
                <c:pt idx="12001">
                  <c:v>0.882800995</c:v>
                </c:pt>
                <c:pt idx="12002">
                  <c:v>0.882851775</c:v>
                </c:pt>
                <c:pt idx="12003">
                  <c:v>0.882851775</c:v>
                </c:pt>
                <c:pt idx="12004">
                  <c:v>0.882902554</c:v>
                </c:pt>
                <c:pt idx="12005">
                  <c:v>0.882902554</c:v>
                </c:pt>
                <c:pt idx="12006">
                  <c:v>0.883562687</c:v>
                </c:pt>
                <c:pt idx="12007">
                  <c:v>0.883613467</c:v>
                </c:pt>
                <c:pt idx="12008">
                  <c:v>0.883613467</c:v>
                </c:pt>
                <c:pt idx="12009">
                  <c:v>0.883715026</c:v>
                </c:pt>
                <c:pt idx="12010">
                  <c:v>0.883867364</c:v>
                </c:pt>
                <c:pt idx="12011">
                  <c:v>0.883968923</c:v>
                </c:pt>
                <c:pt idx="12012">
                  <c:v>0.884121261</c:v>
                </c:pt>
                <c:pt idx="12013">
                  <c:v>0.884933733</c:v>
                </c:pt>
                <c:pt idx="12014">
                  <c:v>0.885136851</c:v>
                </c:pt>
                <c:pt idx="12015">
                  <c:v>0.885136851</c:v>
                </c:pt>
                <c:pt idx="12016">
                  <c:v>0.885289189</c:v>
                </c:pt>
                <c:pt idx="12017">
                  <c:v>0.885289189</c:v>
                </c:pt>
                <c:pt idx="12018">
                  <c:v>0.885441527</c:v>
                </c:pt>
                <c:pt idx="12019">
                  <c:v>0.885441527</c:v>
                </c:pt>
                <c:pt idx="12020">
                  <c:v>0.885492307</c:v>
                </c:pt>
                <c:pt idx="12021">
                  <c:v>0.885492307</c:v>
                </c:pt>
                <c:pt idx="12022">
                  <c:v>0.885593866</c:v>
                </c:pt>
                <c:pt idx="12023">
                  <c:v>0.885593866</c:v>
                </c:pt>
                <c:pt idx="12024">
                  <c:v>0.885695425</c:v>
                </c:pt>
                <c:pt idx="12025">
                  <c:v>0.886050881</c:v>
                </c:pt>
                <c:pt idx="12026">
                  <c:v>0.886355558</c:v>
                </c:pt>
                <c:pt idx="12027">
                  <c:v>0.886457117</c:v>
                </c:pt>
                <c:pt idx="12028">
                  <c:v>0.886457117</c:v>
                </c:pt>
                <c:pt idx="12029">
                  <c:v>0.886812573</c:v>
                </c:pt>
                <c:pt idx="12030">
                  <c:v>0.886812573</c:v>
                </c:pt>
                <c:pt idx="12031">
                  <c:v>0.886914132</c:v>
                </c:pt>
                <c:pt idx="12032">
                  <c:v>0.886964911</c:v>
                </c:pt>
                <c:pt idx="12033">
                  <c:v>0.886964911</c:v>
                </c:pt>
                <c:pt idx="12034">
                  <c:v>0.88706647</c:v>
                </c:pt>
                <c:pt idx="12035">
                  <c:v>0.88706647</c:v>
                </c:pt>
                <c:pt idx="12036">
                  <c:v>0.887168029</c:v>
                </c:pt>
                <c:pt idx="12037">
                  <c:v>0.887269588</c:v>
                </c:pt>
                <c:pt idx="12038">
                  <c:v>0.887269588</c:v>
                </c:pt>
                <c:pt idx="12039">
                  <c:v>0.887371147</c:v>
                </c:pt>
                <c:pt idx="12040">
                  <c:v>0.887371147</c:v>
                </c:pt>
                <c:pt idx="12041">
                  <c:v>0.887472706</c:v>
                </c:pt>
                <c:pt idx="12042">
                  <c:v>0.887472706</c:v>
                </c:pt>
                <c:pt idx="12043">
                  <c:v>0.887878942</c:v>
                </c:pt>
                <c:pt idx="12044">
                  <c:v>0.887878942</c:v>
                </c:pt>
                <c:pt idx="12045">
                  <c:v>0.887980501</c:v>
                </c:pt>
                <c:pt idx="12046">
                  <c:v>0.887980501</c:v>
                </c:pt>
                <c:pt idx="12047">
                  <c:v>0.888285177</c:v>
                </c:pt>
                <c:pt idx="12048">
                  <c:v>0.888386736</c:v>
                </c:pt>
                <c:pt idx="12049">
                  <c:v>0.888386736</c:v>
                </c:pt>
                <c:pt idx="12050">
                  <c:v>0.888589854</c:v>
                </c:pt>
                <c:pt idx="12051">
                  <c:v>0.888691413</c:v>
                </c:pt>
                <c:pt idx="12052">
                  <c:v>0.88899609</c:v>
                </c:pt>
                <c:pt idx="12053">
                  <c:v>0.88899609</c:v>
                </c:pt>
                <c:pt idx="12054">
                  <c:v>0.889097649</c:v>
                </c:pt>
                <c:pt idx="12055">
                  <c:v>0.889757782</c:v>
                </c:pt>
                <c:pt idx="12056">
                  <c:v>0.88991012</c:v>
                </c:pt>
                <c:pt idx="12057">
                  <c:v>0.890011679</c:v>
                </c:pt>
                <c:pt idx="12058">
                  <c:v>0.890113238</c:v>
                </c:pt>
                <c:pt idx="12059">
                  <c:v>0.890468694</c:v>
                </c:pt>
                <c:pt idx="12060">
                  <c:v>0.890468694</c:v>
                </c:pt>
                <c:pt idx="12061">
                  <c:v>0.89092571</c:v>
                </c:pt>
                <c:pt idx="12062">
                  <c:v>0.89092571</c:v>
                </c:pt>
                <c:pt idx="12063">
                  <c:v>0.891281166</c:v>
                </c:pt>
                <c:pt idx="12064">
                  <c:v>0.891382725</c:v>
                </c:pt>
                <c:pt idx="12065">
                  <c:v>0.891484284</c:v>
                </c:pt>
                <c:pt idx="12066">
                  <c:v>0.891484284</c:v>
                </c:pt>
                <c:pt idx="12067">
                  <c:v>0.891636622</c:v>
                </c:pt>
                <c:pt idx="12068">
                  <c:v>0.891636622</c:v>
                </c:pt>
                <c:pt idx="12069">
                  <c:v>0.891788961</c:v>
                </c:pt>
                <c:pt idx="12070">
                  <c:v>0.891788961</c:v>
                </c:pt>
                <c:pt idx="12071">
                  <c:v>0.891890519</c:v>
                </c:pt>
                <c:pt idx="12072">
                  <c:v>0.891890519</c:v>
                </c:pt>
                <c:pt idx="12073">
                  <c:v>0.892093637</c:v>
                </c:pt>
                <c:pt idx="12074">
                  <c:v>0.892195196</c:v>
                </c:pt>
                <c:pt idx="12075">
                  <c:v>0.892347535</c:v>
                </c:pt>
                <c:pt idx="12076">
                  <c:v>0.892449094</c:v>
                </c:pt>
                <c:pt idx="12077">
                  <c:v>0.892449094</c:v>
                </c:pt>
                <c:pt idx="12078">
                  <c:v>0.892550653</c:v>
                </c:pt>
                <c:pt idx="12079">
                  <c:v>0.892652211</c:v>
                </c:pt>
                <c:pt idx="12080">
                  <c:v>0.89280455</c:v>
                </c:pt>
                <c:pt idx="12081">
                  <c:v>0.892906109</c:v>
                </c:pt>
                <c:pt idx="12082">
                  <c:v>0.893058447</c:v>
                </c:pt>
                <c:pt idx="12083">
                  <c:v>0.893160006</c:v>
                </c:pt>
                <c:pt idx="12084">
                  <c:v>0.893515462</c:v>
                </c:pt>
                <c:pt idx="12085">
                  <c:v>0.893617021</c:v>
                </c:pt>
                <c:pt idx="12086">
                  <c:v>0.89371858</c:v>
                </c:pt>
                <c:pt idx="12087">
                  <c:v>0.89371858</c:v>
                </c:pt>
                <c:pt idx="12088">
                  <c:v>0.893820139</c:v>
                </c:pt>
                <c:pt idx="12089">
                  <c:v>0.893820139</c:v>
                </c:pt>
                <c:pt idx="12090">
                  <c:v>0.893870919</c:v>
                </c:pt>
                <c:pt idx="12091">
                  <c:v>0.893870919</c:v>
                </c:pt>
                <c:pt idx="12092">
                  <c:v>0.894074036</c:v>
                </c:pt>
                <c:pt idx="12093">
                  <c:v>0.894074036</c:v>
                </c:pt>
                <c:pt idx="12094">
                  <c:v>0.894378713</c:v>
                </c:pt>
                <c:pt idx="12095">
                  <c:v>0.894378713</c:v>
                </c:pt>
                <c:pt idx="12096">
                  <c:v>0.894531052</c:v>
                </c:pt>
                <c:pt idx="12097">
                  <c:v>0.894531052</c:v>
                </c:pt>
                <c:pt idx="12098">
                  <c:v>0.895191185</c:v>
                </c:pt>
                <c:pt idx="12099">
                  <c:v>0.895292744</c:v>
                </c:pt>
                <c:pt idx="12100">
                  <c:v>0.895394303</c:v>
                </c:pt>
                <c:pt idx="12101">
                  <c:v>0.895394303</c:v>
                </c:pt>
                <c:pt idx="12102">
                  <c:v>0.895495861</c:v>
                </c:pt>
                <c:pt idx="12103">
                  <c:v>0.895902097</c:v>
                </c:pt>
                <c:pt idx="12104">
                  <c:v>0.895952877</c:v>
                </c:pt>
                <c:pt idx="12105">
                  <c:v>0.895952877</c:v>
                </c:pt>
                <c:pt idx="12106">
                  <c:v>0.896206774</c:v>
                </c:pt>
                <c:pt idx="12107">
                  <c:v>0.896206774</c:v>
                </c:pt>
                <c:pt idx="12108">
                  <c:v>0.896257553</c:v>
                </c:pt>
                <c:pt idx="12109">
                  <c:v>0.896359112</c:v>
                </c:pt>
                <c:pt idx="12110">
                  <c:v>0.89661301</c:v>
                </c:pt>
                <c:pt idx="12111">
                  <c:v>0.896663789</c:v>
                </c:pt>
                <c:pt idx="12112">
                  <c:v>0.896765348</c:v>
                </c:pt>
                <c:pt idx="12113">
                  <c:v>0.896968466</c:v>
                </c:pt>
                <c:pt idx="12114">
                  <c:v>0.896968466</c:v>
                </c:pt>
                <c:pt idx="12115">
                  <c:v>0.897323922</c:v>
                </c:pt>
                <c:pt idx="12116">
                  <c:v>0.897323922</c:v>
                </c:pt>
                <c:pt idx="12117">
                  <c:v>0.897425481</c:v>
                </c:pt>
                <c:pt idx="12118">
                  <c:v>0.89752704</c:v>
                </c:pt>
                <c:pt idx="12119">
                  <c:v>0.897730158</c:v>
                </c:pt>
                <c:pt idx="12120">
                  <c:v>0.897730158</c:v>
                </c:pt>
                <c:pt idx="12121">
                  <c:v>0.898034835</c:v>
                </c:pt>
                <c:pt idx="12122">
                  <c:v>0.898136394</c:v>
                </c:pt>
                <c:pt idx="12123">
                  <c:v>0.898694968</c:v>
                </c:pt>
                <c:pt idx="12124">
                  <c:v>0.898796527</c:v>
                </c:pt>
                <c:pt idx="12125">
                  <c:v>0.898796527</c:v>
                </c:pt>
                <c:pt idx="12126">
                  <c:v>0.898898086</c:v>
                </c:pt>
                <c:pt idx="12127">
                  <c:v>0.898898086</c:v>
                </c:pt>
                <c:pt idx="12128">
                  <c:v>0.899151983</c:v>
                </c:pt>
                <c:pt idx="12129">
                  <c:v>0.899355101</c:v>
                </c:pt>
                <c:pt idx="12130">
                  <c:v>0.899558219</c:v>
                </c:pt>
                <c:pt idx="12131">
                  <c:v>0.899710557</c:v>
                </c:pt>
                <c:pt idx="12132">
                  <c:v>0.899862895</c:v>
                </c:pt>
                <c:pt idx="12133">
                  <c:v>0.899964454</c:v>
                </c:pt>
                <c:pt idx="12134">
                  <c:v>0.900066013</c:v>
                </c:pt>
                <c:pt idx="12135">
                  <c:v>0.900167572</c:v>
                </c:pt>
                <c:pt idx="12136">
                  <c:v>0.90037069</c:v>
                </c:pt>
                <c:pt idx="12137">
                  <c:v>0.900624587</c:v>
                </c:pt>
                <c:pt idx="12138">
                  <c:v>0.900827705</c:v>
                </c:pt>
                <c:pt idx="12139">
                  <c:v>0.900929264</c:v>
                </c:pt>
                <c:pt idx="12140">
                  <c:v>0.900980044</c:v>
                </c:pt>
                <c:pt idx="12141">
                  <c:v>0.901081603</c:v>
                </c:pt>
                <c:pt idx="12142">
                  <c:v>0.901081603</c:v>
                </c:pt>
                <c:pt idx="12143">
                  <c:v>0.901183162</c:v>
                </c:pt>
                <c:pt idx="12144">
                  <c:v>0.901183162</c:v>
                </c:pt>
                <c:pt idx="12145">
                  <c:v>0.901386279</c:v>
                </c:pt>
                <c:pt idx="12146">
                  <c:v>0.901487838</c:v>
                </c:pt>
                <c:pt idx="12147">
                  <c:v>0.901640177</c:v>
                </c:pt>
                <c:pt idx="12148">
                  <c:v>0.901690956</c:v>
                </c:pt>
                <c:pt idx="12149">
                  <c:v>0.902046412</c:v>
                </c:pt>
                <c:pt idx="12150">
                  <c:v>0.902147971</c:v>
                </c:pt>
                <c:pt idx="12151">
                  <c:v>0.902147971</c:v>
                </c:pt>
                <c:pt idx="12152">
                  <c:v>0.902604987</c:v>
                </c:pt>
                <c:pt idx="12153">
                  <c:v>0.902604987</c:v>
                </c:pt>
                <c:pt idx="12154">
                  <c:v>0.902960443</c:v>
                </c:pt>
                <c:pt idx="12155">
                  <c:v>0.903062002</c:v>
                </c:pt>
                <c:pt idx="12156">
                  <c:v>0.903112781</c:v>
                </c:pt>
                <c:pt idx="12157">
                  <c:v>0.903315899</c:v>
                </c:pt>
                <c:pt idx="12158">
                  <c:v>0.903417458</c:v>
                </c:pt>
                <c:pt idx="12159">
                  <c:v>0.903417458</c:v>
                </c:pt>
                <c:pt idx="12160">
                  <c:v>0.903468237</c:v>
                </c:pt>
                <c:pt idx="12161">
                  <c:v>0.903468237</c:v>
                </c:pt>
                <c:pt idx="12162">
                  <c:v>0.90412837</c:v>
                </c:pt>
                <c:pt idx="12163">
                  <c:v>0.904331488</c:v>
                </c:pt>
                <c:pt idx="12164">
                  <c:v>0.904382268</c:v>
                </c:pt>
                <c:pt idx="12165">
                  <c:v>0.904483827</c:v>
                </c:pt>
                <c:pt idx="12166">
                  <c:v>0.904636165</c:v>
                </c:pt>
                <c:pt idx="12167">
                  <c:v>0.904839283</c:v>
                </c:pt>
                <c:pt idx="12168">
                  <c:v>0.905397857</c:v>
                </c:pt>
                <c:pt idx="12169">
                  <c:v>0.905550196</c:v>
                </c:pt>
                <c:pt idx="12170">
                  <c:v>0.905905652</c:v>
                </c:pt>
                <c:pt idx="12171">
                  <c:v>0.906007211</c:v>
                </c:pt>
                <c:pt idx="12172">
                  <c:v>0.906159549</c:v>
                </c:pt>
                <c:pt idx="12173">
                  <c:v>0.906159549</c:v>
                </c:pt>
                <c:pt idx="12174">
                  <c:v>0.906464226</c:v>
                </c:pt>
                <c:pt idx="12175">
                  <c:v>0.906565785</c:v>
                </c:pt>
                <c:pt idx="12176">
                  <c:v>0.906616564</c:v>
                </c:pt>
                <c:pt idx="12177">
                  <c:v>0.906616564</c:v>
                </c:pt>
                <c:pt idx="12178">
                  <c:v>0.907175138</c:v>
                </c:pt>
                <c:pt idx="12179">
                  <c:v>0.907276697</c:v>
                </c:pt>
                <c:pt idx="12180">
                  <c:v>0.907378256</c:v>
                </c:pt>
                <c:pt idx="12181">
                  <c:v>0.907429036</c:v>
                </c:pt>
                <c:pt idx="12182">
                  <c:v>0.907479815</c:v>
                </c:pt>
                <c:pt idx="12183">
                  <c:v>0.907479815</c:v>
                </c:pt>
                <c:pt idx="12184">
                  <c:v>0.907733712</c:v>
                </c:pt>
                <c:pt idx="12185">
                  <c:v>0.907835271</c:v>
                </c:pt>
                <c:pt idx="12186">
                  <c:v>0.908038389</c:v>
                </c:pt>
                <c:pt idx="12187">
                  <c:v>0.909155538</c:v>
                </c:pt>
                <c:pt idx="12188">
                  <c:v>0.909257096</c:v>
                </c:pt>
                <c:pt idx="12189">
                  <c:v>0.909257096</c:v>
                </c:pt>
                <c:pt idx="12190">
                  <c:v>0.909358655</c:v>
                </c:pt>
                <c:pt idx="12191">
                  <c:v>0.909561773</c:v>
                </c:pt>
                <c:pt idx="12192">
                  <c:v>0.909663332</c:v>
                </c:pt>
                <c:pt idx="12193">
                  <c:v>0.90986645</c:v>
                </c:pt>
                <c:pt idx="12194">
                  <c:v>0.90986645</c:v>
                </c:pt>
                <c:pt idx="12195">
                  <c:v>0.910221906</c:v>
                </c:pt>
                <c:pt idx="12196">
                  <c:v>0.910221906</c:v>
                </c:pt>
                <c:pt idx="12197">
                  <c:v>0.910983598</c:v>
                </c:pt>
                <c:pt idx="12198">
                  <c:v>0.911135937</c:v>
                </c:pt>
                <c:pt idx="12199">
                  <c:v>0.911288275</c:v>
                </c:pt>
                <c:pt idx="12200">
                  <c:v>0.911288275</c:v>
                </c:pt>
                <c:pt idx="12201">
                  <c:v>0.911694511</c:v>
                </c:pt>
                <c:pt idx="12202">
                  <c:v>0.91179607</c:v>
                </c:pt>
                <c:pt idx="12203">
                  <c:v>0.911846849</c:v>
                </c:pt>
                <c:pt idx="12204">
                  <c:v>0.911999188</c:v>
                </c:pt>
                <c:pt idx="12205">
                  <c:v>0.911999188</c:v>
                </c:pt>
                <c:pt idx="12206">
                  <c:v>0.912151526</c:v>
                </c:pt>
                <c:pt idx="12207">
                  <c:v>0.912151526</c:v>
                </c:pt>
                <c:pt idx="12208">
                  <c:v>0.912253085</c:v>
                </c:pt>
                <c:pt idx="12209">
                  <c:v>0.912659321</c:v>
                </c:pt>
                <c:pt idx="12210">
                  <c:v>0.912659321</c:v>
                </c:pt>
                <c:pt idx="12211">
                  <c:v>0.912811659</c:v>
                </c:pt>
                <c:pt idx="12212">
                  <c:v>0.912963997</c:v>
                </c:pt>
                <c:pt idx="12213">
                  <c:v>0.913065556</c:v>
                </c:pt>
                <c:pt idx="12214">
                  <c:v>0.913065556</c:v>
                </c:pt>
                <c:pt idx="12215">
                  <c:v>0.913167115</c:v>
                </c:pt>
                <c:pt idx="12216">
                  <c:v>0.913268674</c:v>
                </c:pt>
                <c:pt idx="12217">
                  <c:v>0.913522571</c:v>
                </c:pt>
                <c:pt idx="12218">
                  <c:v>0.913522571</c:v>
                </c:pt>
                <c:pt idx="12219">
                  <c:v>0.913776469</c:v>
                </c:pt>
                <c:pt idx="12220">
                  <c:v>0.913776469</c:v>
                </c:pt>
                <c:pt idx="12221">
                  <c:v>0.913878028</c:v>
                </c:pt>
                <c:pt idx="12222">
                  <c:v>0.914131925</c:v>
                </c:pt>
                <c:pt idx="12223">
                  <c:v>0.914436602</c:v>
                </c:pt>
                <c:pt idx="12224">
                  <c:v>0.914436602</c:v>
                </c:pt>
                <c:pt idx="12225">
                  <c:v>0.914487381</c:v>
                </c:pt>
                <c:pt idx="12226">
                  <c:v>0.914487381</c:v>
                </c:pt>
                <c:pt idx="12227">
                  <c:v>0.914690499</c:v>
                </c:pt>
                <c:pt idx="12228">
                  <c:v>0.914690499</c:v>
                </c:pt>
                <c:pt idx="12229">
                  <c:v>0.915045955</c:v>
                </c:pt>
                <c:pt idx="12230">
                  <c:v>0.915249073</c:v>
                </c:pt>
                <c:pt idx="12231">
                  <c:v>0.915299853</c:v>
                </c:pt>
                <c:pt idx="12232">
                  <c:v>0.915502971</c:v>
                </c:pt>
                <c:pt idx="12233">
                  <c:v>0.915807647</c:v>
                </c:pt>
                <c:pt idx="12234">
                  <c:v>0.915807647</c:v>
                </c:pt>
                <c:pt idx="12235">
                  <c:v>0.915858427</c:v>
                </c:pt>
                <c:pt idx="12236">
                  <c:v>0.916010765</c:v>
                </c:pt>
                <c:pt idx="12237">
                  <c:v>0.916163104</c:v>
                </c:pt>
                <c:pt idx="12238">
                  <c:v>0.916315442</c:v>
                </c:pt>
                <c:pt idx="12239">
                  <c:v>0.916315442</c:v>
                </c:pt>
                <c:pt idx="12240">
                  <c:v>0.91651856</c:v>
                </c:pt>
                <c:pt idx="12241">
                  <c:v>0.916620119</c:v>
                </c:pt>
                <c:pt idx="12242">
                  <c:v>0.916874016</c:v>
                </c:pt>
                <c:pt idx="12243">
                  <c:v>0.916975575</c:v>
                </c:pt>
                <c:pt idx="12244">
                  <c:v>0.917229472</c:v>
                </c:pt>
                <c:pt idx="12245">
                  <c:v>0.917229472</c:v>
                </c:pt>
                <c:pt idx="12246">
                  <c:v>0.917584929</c:v>
                </c:pt>
                <c:pt idx="12247">
                  <c:v>0.917584929</c:v>
                </c:pt>
                <c:pt idx="12248">
                  <c:v>0.917635708</c:v>
                </c:pt>
                <c:pt idx="12249">
                  <c:v>0.917635708</c:v>
                </c:pt>
                <c:pt idx="12250">
                  <c:v>0.917686488</c:v>
                </c:pt>
                <c:pt idx="12251">
                  <c:v>0.917788047</c:v>
                </c:pt>
                <c:pt idx="12252">
                  <c:v>0.917838826</c:v>
                </c:pt>
                <c:pt idx="12253">
                  <c:v>0.917838826</c:v>
                </c:pt>
                <c:pt idx="12254">
                  <c:v>0.918092723</c:v>
                </c:pt>
                <c:pt idx="12255">
                  <c:v>0.918194282</c:v>
                </c:pt>
                <c:pt idx="12256">
                  <c:v>0.918194282</c:v>
                </c:pt>
                <c:pt idx="12257">
                  <c:v>0.918245062</c:v>
                </c:pt>
                <c:pt idx="12258">
                  <c:v>0.918346621</c:v>
                </c:pt>
                <c:pt idx="12259">
                  <c:v>0.9183974</c:v>
                </c:pt>
                <c:pt idx="12260">
                  <c:v>0.918600518</c:v>
                </c:pt>
                <c:pt idx="12261">
                  <c:v>0.919412989</c:v>
                </c:pt>
                <c:pt idx="12262">
                  <c:v>0.919412989</c:v>
                </c:pt>
                <c:pt idx="12263">
                  <c:v>0.919514548</c:v>
                </c:pt>
                <c:pt idx="12264">
                  <c:v>0.919616107</c:v>
                </c:pt>
                <c:pt idx="12265">
                  <c:v>0.919920784</c:v>
                </c:pt>
                <c:pt idx="12266">
                  <c:v>0.919920784</c:v>
                </c:pt>
                <c:pt idx="12267">
                  <c:v>0.920022343</c:v>
                </c:pt>
                <c:pt idx="12268">
                  <c:v>0.920073122</c:v>
                </c:pt>
                <c:pt idx="12269">
                  <c:v>0.920834814</c:v>
                </c:pt>
                <c:pt idx="12270">
                  <c:v>0.920936373</c:v>
                </c:pt>
                <c:pt idx="12271">
                  <c:v>0.921139491</c:v>
                </c:pt>
                <c:pt idx="12272">
                  <c:v>0.92124105</c:v>
                </c:pt>
                <c:pt idx="12273">
                  <c:v>0.921748845</c:v>
                </c:pt>
                <c:pt idx="12274">
                  <c:v>0.921748845</c:v>
                </c:pt>
                <c:pt idx="12275">
                  <c:v>0.921799624</c:v>
                </c:pt>
                <c:pt idx="12276">
                  <c:v>0.922002742</c:v>
                </c:pt>
                <c:pt idx="12277">
                  <c:v>0.922713655</c:v>
                </c:pt>
                <c:pt idx="12278">
                  <c:v>0.922815214</c:v>
                </c:pt>
                <c:pt idx="12279">
                  <c:v>0.922815214</c:v>
                </c:pt>
                <c:pt idx="12280">
                  <c:v>0.922865993</c:v>
                </c:pt>
                <c:pt idx="12281">
                  <c:v>0.922865993</c:v>
                </c:pt>
                <c:pt idx="12282">
                  <c:v>0.922967552</c:v>
                </c:pt>
                <c:pt idx="12283">
                  <c:v>0.923526126</c:v>
                </c:pt>
                <c:pt idx="12284">
                  <c:v>0.9240847</c:v>
                </c:pt>
                <c:pt idx="12285">
                  <c:v>0.924186259</c:v>
                </c:pt>
                <c:pt idx="12286">
                  <c:v>0.924237039</c:v>
                </c:pt>
                <c:pt idx="12287">
                  <c:v>0.924338597</c:v>
                </c:pt>
                <c:pt idx="12288">
                  <c:v>0.924643274</c:v>
                </c:pt>
                <c:pt idx="12289">
                  <c:v>0.924947951</c:v>
                </c:pt>
                <c:pt idx="12290">
                  <c:v>0.925151069</c:v>
                </c:pt>
                <c:pt idx="12291">
                  <c:v>0.925151069</c:v>
                </c:pt>
                <c:pt idx="12292">
                  <c:v>0.925201848</c:v>
                </c:pt>
                <c:pt idx="12293">
                  <c:v>0.925455746</c:v>
                </c:pt>
                <c:pt idx="12294">
                  <c:v>0.925912761</c:v>
                </c:pt>
                <c:pt idx="12295">
                  <c:v>0.92601432</c:v>
                </c:pt>
                <c:pt idx="12296">
                  <c:v>0.926115879</c:v>
                </c:pt>
                <c:pt idx="12297">
                  <c:v>0.926217438</c:v>
                </c:pt>
                <c:pt idx="12298">
                  <c:v>0.926420556</c:v>
                </c:pt>
                <c:pt idx="12299">
                  <c:v>0.926522114</c:v>
                </c:pt>
                <c:pt idx="12300">
                  <c:v>0.926725232</c:v>
                </c:pt>
                <c:pt idx="12301">
                  <c:v>0.926725232</c:v>
                </c:pt>
                <c:pt idx="12302">
                  <c:v>0.92697913</c:v>
                </c:pt>
                <c:pt idx="12303">
                  <c:v>0.927182247</c:v>
                </c:pt>
                <c:pt idx="12304">
                  <c:v>0.927283806</c:v>
                </c:pt>
                <c:pt idx="12305">
                  <c:v>0.927385365</c:v>
                </c:pt>
                <c:pt idx="12306">
                  <c:v>0.927537704</c:v>
                </c:pt>
                <c:pt idx="12307">
                  <c:v>0.927639263</c:v>
                </c:pt>
                <c:pt idx="12308">
                  <c:v>0.928400955</c:v>
                </c:pt>
                <c:pt idx="12309">
                  <c:v>0.928502514</c:v>
                </c:pt>
                <c:pt idx="12310">
                  <c:v>0.928654852</c:v>
                </c:pt>
                <c:pt idx="12311">
                  <c:v>0.928756411</c:v>
                </c:pt>
                <c:pt idx="12312">
                  <c:v>0.929213426</c:v>
                </c:pt>
                <c:pt idx="12313">
                  <c:v>0.929314985</c:v>
                </c:pt>
                <c:pt idx="12314">
                  <c:v>0.929416544</c:v>
                </c:pt>
                <c:pt idx="12315">
                  <c:v>0.929416544</c:v>
                </c:pt>
                <c:pt idx="12316">
                  <c:v>0.930025898</c:v>
                </c:pt>
                <c:pt idx="12317">
                  <c:v>0.930025898</c:v>
                </c:pt>
                <c:pt idx="12318">
                  <c:v>0.930127456</c:v>
                </c:pt>
                <c:pt idx="12319">
                  <c:v>0.930127456</c:v>
                </c:pt>
                <c:pt idx="12320">
                  <c:v>0.930178236</c:v>
                </c:pt>
                <c:pt idx="12321">
                  <c:v>0.930178236</c:v>
                </c:pt>
                <c:pt idx="12322">
                  <c:v>0.930584472</c:v>
                </c:pt>
                <c:pt idx="12323">
                  <c:v>0.930584472</c:v>
                </c:pt>
                <c:pt idx="12324">
                  <c:v>0.930686031</c:v>
                </c:pt>
                <c:pt idx="12325">
                  <c:v>0.930787589</c:v>
                </c:pt>
                <c:pt idx="12326">
                  <c:v>0.930787589</c:v>
                </c:pt>
                <c:pt idx="12327">
                  <c:v>0.930889148</c:v>
                </c:pt>
                <c:pt idx="12328">
                  <c:v>0.930889148</c:v>
                </c:pt>
                <c:pt idx="12329">
                  <c:v>0.930990707</c:v>
                </c:pt>
                <c:pt idx="12330">
                  <c:v>0.931041487</c:v>
                </c:pt>
                <c:pt idx="12331">
                  <c:v>0.931244605</c:v>
                </c:pt>
                <c:pt idx="12332">
                  <c:v>0.931600061</c:v>
                </c:pt>
                <c:pt idx="12333">
                  <c:v>0.93170162</c:v>
                </c:pt>
                <c:pt idx="12334">
                  <c:v>0.931803179</c:v>
                </c:pt>
                <c:pt idx="12335">
                  <c:v>0.932057076</c:v>
                </c:pt>
                <c:pt idx="12336">
                  <c:v>0.932260194</c:v>
                </c:pt>
                <c:pt idx="12337">
                  <c:v>0.932260194</c:v>
                </c:pt>
                <c:pt idx="12338">
                  <c:v>0.93261565</c:v>
                </c:pt>
                <c:pt idx="12339">
                  <c:v>0.93261565</c:v>
                </c:pt>
                <c:pt idx="12340">
                  <c:v>0.932767989</c:v>
                </c:pt>
                <c:pt idx="12341">
                  <c:v>0.932869548</c:v>
                </c:pt>
                <c:pt idx="12342">
                  <c:v>0.932971106</c:v>
                </c:pt>
                <c:pt idx="12343">
                  <c:v>0.932971106</c:v>
                </c:pt>
                <c:pt idx="12344">
                  <c:v>0.933529681</c:v>
                </c:pt>
                <c:pt idx="12345">
                  <c:v>0.93363124</c:v>
                </c:pt>
                <c:pt idx="12346">
                  <c:v>0.93363124</c:v>
                </c:pt>
                <c:pt idx="12347">
                  <c:v>0.933885137</c:v>
                </c:pt>
                <c:pt idx="12348">
                  <c:v>0.934088255</c:v>
                </c:pt>
                <c:pt idx="12349">
                  <c:v>0.934189814</c:v>
                </c:pt>
                <c:pt idx="12350">
                  <c:v>0.934291373</c:v>
                </c:pt>
                <c:pt idx="12351">
                  <c:v>0.934291373</c:v>
                </c:pt>
                <c:pt idx="12352">
                  <c:v>0.934799167</c:v>
                </c:pt>
                <c:pt idx="12353">
                  <c:v>0.934900726</c:v>
                </c:pt>
                <c:pt idx="12354">
                  <c:v>0.934951506</c:v>
                </c:pt>
                <c:pt idx="12355">
                  <c:v>0.935053065</c:v>
                </c:pt>
                <c:pt idx="12356">
                  <c:v>0.935205403</c:v>
                </c:pt>
                <c:pt idx="12357">
                  <c:v>0.935306962</c:v>
                </c:pt>
                <c:pt idx="12358">
                  <c:v>0.935662418</c:v>
                </c:pt>
                <c:pt idx="12359">
                  <c:v>0.936017874</c:v>
                </c:pt>
                <c:pt idx="12360">
                  <c:v>0.936119433</c:v>
                </c:pt>
                <c:pt idx="12361">
                  <c:v>0.93647489</c:v>
                </c:pt>
                <c:pt idx="12362">
                  <c:v>0.936576448</c:v>
                </c:pt>
                <c:pt idx="12363">
                  <c:v>0.936678007</c:v>
                </c:pt>
                <c:pt idx="12364">
                  <c:v>0.936728787</c:v>
                </c:pt>
                <c:pt idx="12365">
                  <c:v>0.936982684</c:v>
                </c:pt>
                <c:pt idx="12366">
                  <c:v>0.936982684</c:v>
                </c:pt>
                <c:pt idx="12367">
                  <c:v>0.937236582</c:v>
                </c:pt>
                <c:pt idx="12368">
                  <c:v>0.93733814</c:v>
                </c:pt>
                <c:pt idx="12369">
                  <c:v>0.93738892</c:v>
                </c:pt>
                <c:pt idx="12370">
                  <c:v>0.93738892</c:v>
                </c:pt>
                <c:pt idx="12371">
                  <c:v>0.937439699</c:v>
                </c:pt>
                <c:pt idx="12372">
                  <c:v>0.937439699</c:v>
                </c:pt>
                <c:pt idx="12373">
                  <c:v>0.937490479</c:v>
                </c:pt>
                <c:pt idx="12374">
                  <c:v>0.937592038</c:v>
                </c:pt>
                <c:pt idx="12375">
                  <c:v>0.937693597</c:v>
                </c:pt>
                <c:pt idx="12376">
                  <c:v>0.937998273</c:v>
                </c:pt>
                <c:pt idx="12377">
                  <c:v>0.938455289</c:v>
                </c:pt>
                <c:pt idx="12378">
                  <c:v>0.938556848</c:v>
                </c:pt>
                <c:pt idx="12379">
                  <c:v>0.938709186</c:v>
                </c:pt>
                <c:pt idx="12380">
                  <c:v>0.938709186</c:v>
                </c:pt>
                <c:pt idx="12381">
                  <c:v>0.938810745</c:v>
                </c:pt>
                <c:pt idx="12382">
                  <c:v>0.938912304</c:v>
                </c:pt>
                <c:pt idx="12383">
                  <c:v>0.939216981</c:v>
                </c:pt>
                <c:pt idx="12384">
                  <c:v>0.939216981</c:v>
                </c:pt>
                <c:pt idx="12385">
                  <c:v>0.93931854</c:v>
                </c:pt>
                <c:pt idx="12386">
                  <c:v>0.939978673</c:v>
                </c:pt>
                <c:pt idx="12387">
                  <c:v>0.940080232</c:v>
                </c:pt>
                <c:pt idx="12388">
                  <c:v>0.94018179</c:v>
                </c:pt>
                <c:pt idx="12389">
                  <c:v>0.940384908</c:v>
                </c:pt>
                <c:pt idx="12390">
                  <c:v>0.940486467</c:v>
                </c:pt>
                <c:pt idx="12391">
                  <c:v>0.940588026</c:v>
                </c:pt>
                <c:pt idx="12392">
                  <c:v>0.940791144</c:v>
                </c:pt>
                <c:pt idx="12393">
                  <c:v>0.940892703</c:v>
                </c:pt>
                <c:pt idx="12394">
                  <c:v>0.941095821</c:v>
                </c:pt>
                <c:pt idx="12395">
                  <c:v>0.941451277</c:v>
                </c:pt>
                <c:pt idx="12396">
                  <c:v>0.942009851</c:v>
                </c:pt>
                <c:pt idx="12397">
                  <c:v>0.942009851</c:v>
                </c:pt>
                <c:pt idx="12398">
                  <c:v>0.943330117</c:v>
                </c:pt>
                <c:pt idx="12399">
                  <c:v>0.943736353</c:v>
                </c:pt>
                <c:pt idx="12400">
                  <c:v>0.943888691</c:v>
                </c:pt>
                <c:pt idx="12401">
                  <c:v>0.944294927</c:v>
                </c:pt>
                <c:pt idx="12402">
                  <c:v>0.944396486</c:v>
                </c:pt>
                <c:pt idx="12403">
                  <c:v>0.944447266</c:v>
                </c:pt>
                <c:pt idx="12404">
                  <c:v>0.944548824</c:v>
                </c:pt>
                <c:pt idx="12405">
                  <c:v>0.944599604</c:v>
                </c:pt>
                <c:pt idx="12406">
                  <c:v>0.944701163</c:v>
                </c:pt>
                <c:pt idx="12407">
                  <c:v>0.944751942</c:v>
                </c:pt>
                <c:pt idx="12408">
                  <c:v>0.944853501</c:v>
                </c:pt>
                <c:pt idx="12409">
                  <c:v>0.94500584</c:v>
                </c:pt>
                <c:pt idx="12410">
                  <c:v>0.945107399</c:v>
                </c:pt>
                <c:pt idx="12411">
                  <c:v>0.945208957</c:v>
                </c:pt>
                <c:pt idx="12412">
                  <c:v>0.945208957</c:v>
                </c:pt>
                <c:pt idx="12413">
                  <c:v>0.94591987</c:v>
                </c:pt>
                <c:pt idx="12414">
                  <c:v>0.946021429</c:v>
                </c:pt>
                <c:pt idx="12415">
                  <c:v>0.946021429</c:v>
                </c:pt>
                <c:pt idx="12416">
                  <c:v>0.946275326</c:v>
                </c:pt>
                <c:pt idx="12417">
                  <c:v>0.946376885</c:v>
                </c:pt>
                <c:pt idx="12418">
                  <c:v>0.946732341</c:v>
                </c:pt>
                <c:pt idx="12419">
                  <c:v>0.946732341</c:v>
                </c:pt>
                <c:pt idx="12420">
                  <c:v>0.947087798</c:v>
                </c:pt>
                <c:pt idx="12421">
                  <c:v>0.947240136</c:v>
                </c:pt>
                <c:pt idx="12422">
                  <c:v>0.947290916</c:v>
                </c:pt>
                <c:pt idx="12423">
                  <c:v>0.947341695</c:v>
                </c:pt>
                <c:pt idx="12424">
                  <c:v>0.947392474</c:v>
                </c:pt>
                <c:pt idx="12425">
                  <c:v>0.947392474</c:v>
                </c:pt>
                <c:pt idx="12426">
                  <c:v>0.947494033</c:v>
                </c:pt>
                <c:pt idx="12427">
                  <c:v>0.947595592</c:v>
                </c:pt>
                <c:pt idx="12428">
                  <c:v>0.947697151</c:v>
                </c:pt>
                <c:pt idx="12429">
                  <c:v>0.94784949</c:v>
                </c:pt>
                <c:pt idx="12430">
                  <c:v>0.948154166</c:v>
                </c:pt>
                <c:pt idx="12431">
                  <c:v>0.948154166</c:v>
                </c:pt>
                <c:pt idx="12432">
                  <c:v>0.948408064</c:v>
                </c:pt>
                <c:pt idx="12433">
                  <c:v>0.948509623</c:v>
                </c:pt>
                <c:pt idx="12434">
                  <c:v>0.948865079</c:v>
                </c:pt>
                <c:pt idx="12435">
                  <c:v>0.948966638</c:v>
                </c:pt>
                <c:pt idx="12436">
                  <c:v>0.949068197</c:v>
                </c:pt>
                <c:pt idx="12437">
                  <c:v>0.949169756</c:v>
                </c:pt>
                <c:pt idx="12438">
                  <c:v>0.949271315</c:v>
                </c:pt>
                <c:pt idx="12439">
                  <c:v>0.949372874</c:v>
                </c:pt>
                <c:pt idx="12440">
                  <c:v>0.94967755</c:v>
                </c:pt>
                <c:pt idx="12441">
                  <c:v>0.94967755</c:v>
                </c:pt>
                <c:pt idx="12442">
                  <c:v>0.950134566</c:v>
                </c:pt>
                <c:pt idx="12443">
                  <c:v>0.950439242</c:v>
                </c:pt>
                <c:pt idx="12444">
                  <c:v>0.950896258</c:v>
                </c:pt>
                <c:pt idx="12445">
                  <c:v>0.951048596</c:v>
                </c:pt>
                <c:pt idx="12446">
                  <c:v>0.951099375</c:v>
                </c:pt>
                <c:pt idx="12447">
                  <c:v>0.951200934</c:v>
                </c:pt>
                <c:pt idx="12448">
                  <c:v>0.951251714</c:v>
                </c:pt>
                <c:pt idx="12449">
                  <c:v>0.951251714</c:v>
                </c:pt>
                <c:pt idx="12450">
                  <c:v>0.951302493</c:v>
                </c:pt>
                <c:pt idx="12451">
                  <c:v>0.951302493</c:v>
                </c:pt>
                <c:pt idx="12452">
                  <c:v>0.951810288</c:v>
                </c:pt>
                <c:pt idx="12453">
                  <c:v>0.951911847</c:v>
                </c:pt>
                <c:pt idx="12454">
                  <c:v>0.952114965</c:v>
                </c:pt>
                <c:pt idx="12455">
                  <c:v>0.952216524</c:v>
                </c:pt>
                <c:pt idx="12456">
                  <c:v>0.9525212</c:v>
                </c:pt>
                <c:pt idx="12457">
                  <c:v>0.952724318</c:v>
                </c:pt>
                <c:pt idx="12458">
                  <c:v>0.953028995</c:v>
                </c:pt>
                <c:pt idx="12459">
                  <c:v>0.953130554</c:v>
                </c:pt>
                <c:pt idx="12460">
                  <c:v>0.953232113</c:v>
                </c:pt>
                <c:pt idx="12461">
                  <c:v>0.953232113</c:v>
                </c:pt>
                <c:pt idx="12462">
                  <c:v>0.953384451</c:v>
                </c:pt>
                <c:pt idx="12463">
                  <c:v>0.95348601</c:v>
                </c:pt>
                <c:pt idx="12464">
                  <c:v>0.953587569</c:v>
                </c:pt>
                <c:pt idx="12465">
                  <c:v>0.954095364</c:v>
                </c:pt>
                <c:pt idx="12466">
                  <c:v>0.954095364</c:v>
                </c:pt>
                <c:pt idx="12467">
                  <c:v>0.954349261</c:v>
                </c:pt>
                <c:pt idx="12468">
                  <c:v>0.95445082</c:v>
                </c:pt>
                <c:pt idx="12469">
                  <c:v>0.9545016</c:v>
                </c:pt>
                <c:pt idx="12470">
                  <c:v>0.9545016</c:v>
                </c:pt>
                <c:pt idx="12471">
                  <c:v>0.955009394</c:v>
                </c:pt>
                <c:pt idx="12472">
                  <c:v>0.955009394</c:v>
                </c:pt>
                <c:pt idx="12473">
                  <c:v>0.955110953</c:v>
                </c:pt>
                <c:pt idx="12474">
                  <c:v>0.955110953</c:v>
                </c:pt>
                <c:pt idx="12475">
                  <c:v>0.955618748</c:v>
                </c:pt>
                <c:pt idx="12476">
                  <c:v>0.955821866</c:v>
                </c:pt>
                <c:pt idx="12477">
                  <c:v>0.956177322</c:v>
                </c:pt>
                <c:pt idx="12478">
                  <c:v>0.956278881</c:v>
                </c:pt>
                <c:pt idx="12479">
                  <c:v>0.956685117</c:v>
                </c:pt>
                <c:pt idx="12480">
                  <c:v>0.956685117</c:v>
                </c:pt>
                <c:pt idx="12481">
                  <c:v>0.956939014</c:v>
                </c:pt>
                <c:pt idx="12482">
                  <c:v>0.957040573</c:v>
                </c:pt>
                <c:pt idx="12483">
                  <c:v>0.957091352</c:v>
                </c:pt>
                <c:pt idx="12484">
                  <c:v>0.95729447</c:v>
                </c:pt>
                <c:pt idx="12485">
                  <c:v>0.957548367</c:v>
                </c:pt>
                <c:pt idx="12486">
                  <c:v>0.957649926</c:v>
                </c:pt>
                <c:pt idx="12487">
                  <c:v>0.957700706</c:v>
                </c:pt>
                <c:pt idx="12488">
                  <c:v>0.957802265</c:v>
                </c:pt>
                <c:pt idx="12489">
                  <c:v>0.958106942</c:v>
                </c:pt>
                <c:pt idx="12490">
                  <c:v>0.958106942</c:v>
                </c:pt>
                <c:pt idx="12491">
                  <c:v>0.958310059</c:v>
                </c:pt>
                <c:pt idx="12492">
                  <c:v>0.958310059</c:v>
                </c:pt>
                <c:pt idx="12493">
                  <c:v>0.958462398</c:v>
                </c:pt>
                <c:pt idx="12494">
                  <c:v>0.958563957</c:v>
                </c:pt>
                <c:pt idx="12495">
                  <c:v>0.958716295</c:v>
                </c:pt>
                <c:pt idx="12496">
                  <c:v>0.958716295</c:v>
                </c:pt>
                <c:pt idx="12497">
                  <c:v>0.958716295</c:v>
                </c:pt>
                <c:pt idx="12498">
                  <c:v>0.958970192</c:v>
                </c:pt>
                <c:pt idx="12499">
                  <c:v>0.959376428</c:v>
                </c:pt>
                <c:pt idx="12500">
                  <c:v>0.959477987</c:v>
                </c:pt>
                <c:pt idx="12501">
                  <c:v>0.959579546</c:v>
                </c:pt>
                <c:pt idx="12502">
                  <c:v>0.959681105</c:v>
                </c:pt>
                <c:pt idx="12503">
                  <c:v>0.960036561</c:v>
                </c:pt>
                <c:pt idx="12504">
                  <c:v>0.960239679</c:v>
                </c:pt>
                <c:pt idx="12505">
                  <c:v>0.960798253</c:v>
                </c:pt>
                <c:pt idx="12506">
                  <c:v>0.960899812</c:v>
                </c:pt>
                <c:pt idx="12507">
                  <c:v>0.961356827</c:v>
                </c:pt>
                <c:pt idx="12508">
                  <c:v>0.961458386</c:v>
                </c:pt>
                <c:pt idx="12509">
                  <c:v>0.961509166</c:v>
                </c:pt>
                <c:pt idx="12510">
                  <c:v>0.961610725</c:v>
                </c:pt>
                <c:pt idx="12511">
                  <c:v>0.961661504</c:v>
                </c:pt>
                <c:pt idx="12512">
                  <c:v>0.961763063</c:v>
                </c:pt>
                <c:pt idx="12513">
                  <c:v>0.962220078</c:v>
                </c:pt>
                <c:pt idx="12514">
                  <c:v>0.962677093</c:v>
                </c:pt>
                <c:pt idx="12515">
                  <c:v>0.963540344</c:v>
                </c:pt>
                <c:pt idx="12516">
                  <c:v>0.963641903</c:v>
                </c:pt>
                <c:pt idx="12517">
                  <c:v>0.963845021</c:v>
                </c:pt>
                <c:pt idx="12518">
                  <c:v>0.96394658</c:v>
                </c:pt>
                <c:pt idx="12519">
                  <c:v>0.96394658</c:v>
                </c:pt>
                <c:pt idx="12520">
                  <c:v>0.964048139</c:v>
                </c:pt>
                <c:pt idx="12521">
                  <c:v>0.96491139</c:v>
                </c:pt>
                <c:pt idx="12522">
                  <c:v>0.965012949</c:v>
                </c:pt>
                <c:pt idx="12523">
                  <c:v>0.96582542</c:v>
                </c:pt>
                <c:pt idx="12524">
                  <c:v>0.965926979</c:v>
                </c:pt>
                <c:pt idx="12525">
                  <c:v>0.966231656</c:v>
                </c:pt>
                <c:pt idx="12526">
                  <c:v>0.966333215</c:v>
                </c:pt>
                <c:pt idx="12527">
                  <c:v>0.966688671</c:v>
                </c:pt>
                <c:pt idx="12528">
                  <c:v>0.96679023</c:v>
                </c:pt>
                <c:pt idx="12529">
                  <c:v>0.966891789</c:v>
                </c:pt>
                <c:pt idx="12530">
                  <c:v>0.966891789</c:v>
                </c:pt>
                <c:pt idx="12531">
                  <c:v>0.967094907</c:v>
                </c:pt>
                <c:pt idx="12532">
                  <c:v>0.967247245</c:v>
                </c:pt>
                <c:pt idx="12533">
                  <c:v>0.967348804</c:v>
                </c:pt>
                <c:pt idx="12534">
                  <c:v>0.967399584</c:v>
                </c:pt>
                <c:pt idx="12535">
                  <c:v>0.967501143</c:v>
                </c:pt>
                <c:pt idx="12536">
                  <c:v>0.967551922</c:v>
                </c:pt>
                <c:pt idx="12537">
                  <c:v>0.967653481</c:v>
                </c:pt>
                <c:pt idx="12538">
                  <c:v>0.96770426</c:v>
                </c:pt>
                <c:pt idx="12539">
                  <c:v>0.96770426</c:v>
                </c:pt>
                <c:pt idx="12540">
                  <c:v>0.967856599</c:v>
                </c:pt>
                <c:pt idx="12541">
                  <c:v>0.967958158</c:v>
                </c:pt>
                <c:pt idx="12542">
                  <c:v>0.968262835</c:v>
                </c:pt>
                <c:pt idx="12543">
                  <c:v>0.968465952</c:v>
                </c:pt>
                <c:pt idx="12544">
                  <c:v>0.968516732</c:v>
                </c:pt>
                <c:pt idx="12545">
                  <c:v>0.968618291</c:v>
                </c:pt>
                <c:pt idx="12546">
                  <c:v>0.96871985</c:v>
                </c:pt>
                <c:pt idx="12547">
                  <c:v>0.968821409</c:v>
                </c:pt>
                <c:pt idx="12548">
                  <c:v>0.969075306</c:v>
                </c:pt>
                <c:pt idx="12549">
                  <c:v>0.969329203</c:v>
                </c:pt>
                <c:pt idx="12550">
                  <c:v>0.969481542</c:v>
                </c:pt>
                <c:pt idx="12551">
                  <c:v>0.969583101</c:v>
                </c:pt>
                <c:pt idx="12552">
                  <c:v>0.96968466</c:v>
                </c:pt>
                <c:pt idx="12553">
                  <c:v>0.969786218</c:v>
                </c:pt>
                <c:pt idx="12554">
                  <c:v>0.969836998</c:v>
                </c:pt>
                <c:pt idx="12555">
                  <c:v>0.969989336</c:v>
                </c:pt>
                <c:pt idx="12556">
                  <c:v>0.970090895</c:v>
                </c:pt>
                <c:pt idx="12557">
                  <c:v>0.970243234</c:v>
                </c:pt>
                <c:pt idx="12558">
                  <c:v>0.970344793</c:v>
                </c:pt>
                <c:pt idx="12559">
                  <c:v>0.970649469</c:v>
                </c:pt>
                <c:pt idx="12560">
                  <c:v>0.970751028</c:v>
                </c:pt>
                <c:pt idx="12561">
                  <c:v>0.970903367</c:v>
                </c:pt>
                <c:pt idx="12562">
                  <c:v>0.971004926</c:v>
                </c:pt>
                <c:pt idx="12563">
                  <c:v>0.97151272</c:v>
                </c:pt>
                <c:pt idx="12564">
                  <c:v>0.971614279</c:v>
                </c:pt>
                <c:pt idx="12565">
                  <c:v>0.971766618</c:v>
                </c:pt>
                <c:pt idx="12566">
                  <c:v>0.971868177</c:v>
                </c:pt>
                <c:pt idx="12567">
                  <c:v>0.971969735</c:v>
                </c:pt>
                <c:pt idx="12568">
                  <c:v>0.971969735</c:v>
                </c:pt>
                <c:pt idx="12569">
                  <c:v>0.972020515</c:v>
                </c:pt>
                <c:pt idx="12570">
                  <c:v>0.972172853</c:v>
                </c:pt>
                <c:pt idx="12571">
                  <c:v>0.972579089</c:v>
                </c:pt>
                <c:pt idx="12572">
                  <c:v>0.972680648</c:v>
                </c:pt>
                <c:pt idx="12573">
                  <c:v>0.973036104</c:v>
                </c:pt>
                <c:pt idx="12574">
                  <c:v>0.973137663</c:v>
                </c:pt>
                <c:pt idx="12575">
                  <c:v>0.973239222</c:v>
                </c:pt>
                <c:pt idx="12576">
                  <c:v>0.973340781</c:v>
                </c:pt>
                <c:pt idx="12577">
                  <c:v>0.973594678</c:v>
                </c:pt>
                <c:pt idx="12578">
                  <c:v>0.974102473</c:v>
                </c:pt>
                <c:pt idx="12579">
                  <c:v>0.974204032</c:v>
                </c:pt>
                <c:pt idx="12580">
                  <c:v>0.974305591</c:v>
                </c:pt>
                <c:pt idx="12581">
                  <c:v>0.974610268</c:v>
                </c:pt>
                <c:pt idx="12582">
                  <c:v>0.974711827</c:v>
                </c:pt>
                <c:pt idx="12583">
                  <c:v>0.974864165</c:v>
                </c:pt>
                <c:pt idx="12584">
                  <c:v>0.975067283</c:v>
                </c:pt>
                <c:pt idx="12585">
                  <c:v>0.975118062</c:v>
                </c:pt>
                <c:pt idx="12586">
                  <c:v>0.97532118</c:v>
                </c:pt>
                <c:pt idx="12587">
                  <c:v>0.97537196</c:v>
                </c:pt>
                <c:pt idx="12588">
                  <c:v>0.975422739</c:v>
                </c:pt>
                <c:pt idx="12589">
                  <c:v>0.975524298</c:v>
                </c:pt>
                <c:pt idx="12590">
                  <c:v>0.975524298</c:v>
                </c:pt>
                <c:pt idx="12591">
                  <c:v>0.975625857</c:v>
                </c:pt>
                <c:pt idx="12592">
                  <c:v>0.976082872</c:v>
                </c:pt>
                <c:pt idx="12593">
                  <c:v>0.976184431</c:v>
                </c:pt>
                <c:pt idx="12594">
                  <c:v>0.976489108</c:v>
                </c:pt>
                <c:pt idx="12595">
                  <c:v>0.976641446</c:v>
                </c:pt>
                <c:pt idx="12596">
                  <c:v>0.976895344</c:v>
                </c:pt>
                <c:pt idx="12597">
                  <c:v>0.977098461</c:v>
                </c:pt>
                <c:pt idx="12598">
                  <c:v>0.97720002</c:v>
                </c:pt>
                <c:pt idx="12599">
                  <c:v>0.97720002</c:v>
                </c:pt>
                <c:pt idx="12600">
                  <c:v>0.977301579</c:v>
                </c:pt>
                <c:pt idx="12601">
                  <c:v>0.977453918</c:v>
                </c:pt>
                <c:pt idx="12602">
                  <c:v>0.977657035</c:v>
                </c:pt>
                <c:pt idx="12603">
                  <c:v>0.977758594</c:v>
                </c:pt>
                <c:pt idx="12604">
                  <c:v>0.977961712</c:v>
                </c:pt>
                <c:pt idx="12605">
                  <c:v>0.978063271</c:v>
                </c:pt>
                <c:pt idx="12606">
                  <c:v>0.978418727</c:v>
                </c:pt>
                <c:pt idx="12607">
                  <c:v>0.978723404</c:v>
                </c:pt>
                <c:pt idx="12608">
                  <c:v>0.978824963</c:v>
                </c:pt>
                <c:pt idx="12609">
                  <c:v>0.978926522</c:v>
                </c:pt>
                <c:pt idx="12610">
                  <c:v>0.97912964</c:v>
                </c:pt>
                <c:pt idx="12611">
                  <c:v>0.979332758</c:v>
                </c:pt>
                <c:pt idx="12612">
                  <c:v>0.979586655</c:v>
                </c:pt>
                <c:pt idx="12613">
                  <c:v>0.979688214</c:v>
                </c:pt>
                <c:pt idx="12614">
                  <c:v>0.979738994</c:v>
                </c:pt>
                <c:pt idx="12615">
                  <c:v>0.979840552</c:v>
                </c:pt>
                <c:pt idx="12616">
                  <c:v>0.980856142</c:v>
                </c:pt>
                <c:pt idx="12617">
                  <c:v>0.980957701</c:v>
                </c:pt>
                <c:pt idx="12618">
                  <c:v>0.981211598</c:v>
                </c:pt>
                <c:pt idx="12619">
                  <c:v>0.981363936</c:v>
                </c:pt>
                <c:pt idx="12620">
                  <c:v>0.981922511</c:v>
                </c:pt>
                <c:pt idx="12621">
                  <c:v>0.982125628</c:v>
                </c:pt>
                <c:pt idx="12622">
                  <c:v>0.982125628</c:v>
                </c:pt>
                <c:pt idx="12623">
                  <c:v>0.982379526</c:v>
                </c:pt>
                <c:pt idx="12624">
                  <c:v>0.982481085</c:v>
                </c:pt>
                <c:pt idx="12625">
                  <c:v>0.983395115</c:v>
                </c:pt>
                <c:pt idx="12626">
                  <c:v>0.983496674</c:v>
                </c:pt>
                <c:pt idx="12627">
                  <c:v>0.983598233</c:v>
                </c:pt>
                <c:pt idx="12628">
                  <c:v>0.983699792</c:v>
                </c:pt>
                <c:pt idx="12629">
                  <c:v>0.984055248</c:v>
                </c:pt>
                <c:pt idx="12630">
                  <c:v>0.984156807</c:v>
                </c:pt>
                <c:pt idx="12631">
                  <c:v>0.984207586</c:v>
                </c:pt>
                <c:pt idx="12632">
                  <c:v>0.984258366</c:v>
                </c:pt>
                <c:pt idx="12633">
                  <c:v>0.984309145</c:v>
                </c:pt>
                <c:pt idx="12634">
                  <c:v>0.984410704</c:v>
                </c:pt>
                <c:pt idx="12635">
                  <c:v>0.984715381</c:v>
                </c:pt>
                <c:pt idx="12636">
                  <c:v>0.984715381</c:v>
                </c:pt>
                <c:pt idx="12637">
                  <c:v>0.984766161</c:v>
                </c:pt>
                <c:pt idx="12638">
                  <c:v>0.984766161</c:v>
                </c:pt>
                <c:pt idx="12639">
                  <c:v>0.984867719</c:v>
                </c:pt>
                <c:pt idx="12640">
                  <c:v>0.985629411</c:v>
                </c:pt>
                <c:pt idx="12641">
                  <c:v>0.98573097</c:v>
                </c:pt>
                <c:pt idx="12642">
                  <c:v>0.985883309</c:v>
                </c:pt>
                <c:pt idx="12643">
                  <c:v>0.985883309</c:v>
                </c:pt>
                <c:pt idx="12644">
                  <c:v>0.98669578</c:v>
                </c:pt>
                <c:pt idx="12645">
                  <c:v>0.98669578</c:v>
                </c:pt>
                <c:pt idx="12646">
                  <c:v>0.986797339</c:v>
                </c:pt>
                <c:pt idx="12647">
                  <c:v>0.986949678</c:v>
                </c:pt>
                <c:pt idx="12648">
                  <c:v>0.987102016</c:v>
                </c:pt>
                <c:pt idx="12649">
                  <c:v>0.987914487</c:v>
                </c:pt>
                <c:pt idx="12650">
                  <c:v>0.988117605</c:v>
                </c:pt>
                <c:pt idx="12651">
                  <c:v>0.988473061</c:v>
                </c:pt>
                <c:pt idx="12652">
                  <c:v>0.9886254</c:v>
                </c:pt>
                <c:pt idx="12653">
                  <c:v>0.988676179</c:v>
                </c:pt>
                <c:pt idx="12654">
                  <c:v>0.988777738</c:v>
                </c:pt>
                <c:pt idx="12655">
                  <c:v>0.988828518</c:v>
                </c:pt>
                <c:pt idx="12656">
                  <c:v>0.989234753</c:v>
                </c:pt>
                <c:pt idx="12657">
                  <c:v>0.990098004</c:v>
                </c:pt>
                <c:pt idx="12658">
                  <c:v>0.990199563</c:v>
                </c:pt>
                <c:pt idx="12659">
                  <c:v>0.990250343</c:v>
                </c:pt>
                <c:pt idx="12660">
                  <c:v>0.990250343</c:v>
                </c:pt>
                <c:pt idx="12661">
                  <c:v>0.990453461</c:v>
                </c:pt>
                <c:pt idx="12662">
                  <c:v>0.99055502</c:v>
                </c:pt>
                <c:pt idx="12663">
                  <c:v>0.990656578</c:v>
                </c:pt>
                <c:pt idx="12664">
                  <c:v>0.990758137</c:v>
                </c:pt>
                <c:pt idx="12665">
                  <c:v>0.990758137</c:v>
                </c:pt>
                <c:pt idx="12666">
                  <c:v>0.991367491</c:v>
                </c:pt>
                <c:pt idx="12667">
                  <c:v>0.99146905</c:v>
                </c:pt>
                <c:pt idx="12668">
                  <c:v>0.991621388</c:v>
                </c:pt>
                <c:pt idx="12669">
                  <c:v>0.991722947</c:v>
                </c:pt>
                <c:pt idx="12670">
                  <c:v>0.991976845</c:v>
                </c:pt>
                <c:pt idx="12671">
                  <c:v>0.992129183</c:v>
                </c:pt>
                <c:pt idx="12672">
                  <c:v>0.992230742</c:v>
                </c:pt>
                <c:pt idx="12673">
                  <c:v>0.992332301</c:v>
                </c:pt>
                <c:pt idx="12674">
                  <c:v>0.992636978</c:v>
                </c:pt>
                <c:pt idx="12675">
                  <c:v>0.992738537</c:v>
                </c:pt>
                <c:pt idx="12676">
                  <c:v>0.992789316</c:v>
                </c:pt>
                <c:pt idx="12677">
                  <c:v>0.993093993</c:v>
                </c:pt>
                <c:pt idx="12678">
                  <c:v>0.993195552</c:v>
                </c:pt>
                <c:pt idx="12679">
                  <c:v>0.99339867</c:v>
                </c:pt>
                <c:pt idx="12680">
                  <c:v>0.993500229</c:v>
                </c:pt>
                <c:pt idx="12681">
                  <c:v>0.993551008</c:v>
                </c:pt>
                <c:pt idx="12682">
                  <c:v>0.993652567</c:v>
                </c:pt>
                <c:pt idx="12683">
                  <c:v>0.993855685</c:v>
                </c:pt>
                <c:pt idx="12684">
                  <c:v>0.993957244</c:v>
                </c:pt>
                <c:pt idx="12685">
                  <c:v>0.993957244</c:v>
                </c:pt>
                <c:pt idx="12686">
                  <c:v>0.994058803</c:v>
                </c:pt>
                <c:pt idx="12687">
                  <c:v>0.994160362</c:v>
                </c:pt>
                <c:pt idx="12688">
                  <c:v>0.99426192</c:v>
                </c:pt>
                <c:pt idx="12689">
                  <c:v>0.994363479</c:v>
                </c:pt>
                <c:pt idx="12690">
                  <c:v>0.994566597</c:v>
                </c:pt>
                <c:pt idx="12691">
                  <c:v>0.994668156</c:v>
                </c:pt>
                <c:pt idx="12692">
                  <c:v>0.995023612</c:v>
                </c:pt>
                <c:pt idx="12693">
                  <c:v>0.995175951</c:v>
                </c:pt>
                <c:pt idx="12694">
                  <c:v>0.99527751</c:v>
                </c:pt>
                <c:pt idx="12695">
                  <c:v>0.995480628</c:v>
                </c:pt>
                <c:pt idx="12696">
                  <c:v>0.995836084</c:v>
                </c:pt>
                <c:pt idx="12697">
                  <c:v>0.995836084</c:v>
                </c:pt>
                <c:pt idx="12698">
                  <c:v>0.996089981</c:v>
                </c:pt>
                <c:pt idx="12699">
                  <c:v>0.99619154</c:v>
                </c:pt>
                <c:pt idx="12700">
                  <c:v>0.996343879</c:v>
                </c:pt>
                <c:pt idx="12701">
                  <c:v>0.996445437</c:v>
                </c:pt>
                <c:pt idx="12702">
                  <c:v>0.996699335</c:v>
                </c:pt>
                <c:pt idx="12703">
                  <c:v>0.996800894</c:v>
                </c:pt>
                <c:pt idx="12704">
                  <c:v>0.997004012</c:v>
                </c:pt>
                <c:pt idx="12705">
                  <c:v>0.997207129</c:v>
                </c:pt>
                <c:pt idx="12706">
                  <c:v>0.997461027</c:v>
                </c:pt>
                <c:pt idx="12707">
                  <c:v>0.997562586</c:v>
                </c:pt>
                <c:pt idx="12708">
                  <c:v>0.997664145</c:v>
                </c:pt>
                <c:pt idx="12709">
                  <c:v>0.997765704</c:v>
                </c:pt>
                <c:pt idx="12710">
                  <c:v>0.997816483</c:v>
                </c:pt>
                <c:pt idx="12711">
                  <c:v>0.997918042</c:v>
                </c:pt>
                <c:pt idx="12712">
                  <c:v>0.997968821</c:v>
                </c:pt>
                <c:pt idx="12713">
                  <c:v>0.99812116</c:v>
                </c:pt>
                <c:pt idx="12714">
                  <c:v>0.998222719</c:v>
                </c:pt>
                <c:pt idx="12715">
                  <c:v>0.998324278</c:v>
                </c:pt>
                <c:pt idx="12716">
                  <c:v>0.998476616</c:v>
                </c:pt>
                <c:pt idx="12717">
                  <c:v>0.998527396</c:v>
                </c:pt>
                <c:pt idx="12718">
                  <c:v>0.998628954</c:v>
                </c:pt>
                <c:pt idx="12719">
                  <c:v>0.998832072</c:v>
                </c:pt>
                <c:pt idx="12720">
                  <c:v>0.998933631</c:v>
                </c:pt>
                <c:pt idx="12721">
                  <c:v>0.999289087</c:v>
                </c:pt>
                <c:pt idx="12722">
                  <c:v>0.999390646</c:v>
                </c:pt>
                <c:pt idx="12723">
                  <c:v>0.999441426</c:v>
                </c:pt>
                <c:pt idx="12724">
                  <c:v>0.999593764</c:v>
                </c:pt>
                <c:pt idx="12725">
                  <c:v>0.999644544</c:v>
                </c:pt>
                <c:pt idx="12726">
                  <c:v>1</c:v>
                </c:pt>
              </c:numCache>
            </c:numRef>
          </c:xVal>
          <c:yVal>
            <c:numRef>
              <c:f>'Chart Data'!$B$2:$B$12728</c:f>
              <c:numCache>
                <c:formatCode>0.0</c:formatCode>
                <c:ptCount val="12727"/>
                <c:pt idx="0">
                  <c:v>0</c:v>
                </c:pt>
                <c:pt idx="1">
                  <c:v>0.0011419</c:v>
                </c:pt>
                <c:pt idx="2">
                  <c:v>0.0045676</c:v>
                </c:pt>
                <c:pt idx="3">
                  <c:v>0.004719854</c:v>
                </c:pt>
                <c:pt idx="4">
                  <c:v>0.005861754</c:v>
                </c:pt>
                <c:pt idx="5">
                  <c:v>0.006470767</c:v>
                </c:pt>
                <c:pt idx="6">
                  <c:v>0.008754568</c:v>
                </c:pt>
                <c:pt idx="7">
                  <c:v>0.010733861</c:v>
                </c:pt>
                <c:pt idx="8">
                  <c:v>0.011419001</c:v>
                </c:pt>
                <c:pt idx="9">
                  <c:v>0.011495128</c:v>
                </c:pt>
                <c:pt idx="10">
                  <c:v>0.014540195</c:v>
                </c:pt>
                <c:pt idx="11">
                  <c:v>0.014996955</c:v>
                </c:pt>
                <c:pt idx="12">
                  <c:v>0.015758222</c:v>
                </c:pt>
                <c:pt idx="13">
                  <c:v>0.017737515</c:v>
                </c:pt>
                <c:pt idx="14">
                  <c:v>0.018498782</c:v>
                </c:pt>
                <c:pt idx="15">
                  <c:v>0.020021315</c:v>
                </c:pt>
                <c:pt idx="16">
                  <c:v>0.020173569</c:v>
                </c:pt>
                <c:pt idx="17">
                  <c:v>0.020934836</c:v>
                </c:pt>
                <c:pt idx="18">
                  <c:v>0.022000609</c:v>
                </c:pt>
                <c:pt idx="19">
                  <c:v>0.022609622</c:v>
                </c:pt>
                <c:pt idx="20">
                  <c:v>0.022609622</c:v>
                </c:pt>
                <c:pt idx="21">
                  <c:v>0.024436663</c:v>
                </c:pt>
                <c:pt idx="22">
                  <c:v>0.024588916</c:v>
                </c:pt>
                <c:pt idx="23">
                  <c:v>0.02656821</c:v>
                </c:pt>
                <c:pt idx="24">
                  <c:v>0.026872716</c:v>
                </c:pt>
                <c:pt idx="25">
                  <c:v>0.026872716</c:v>
                </c:pt>
                <c:pt idx="26">
                  <c:v>0.026948843</c:v>
                </c:pt>
                <c:pt idx="27">
                  <c:v>0.028928136</c:v>
                </c:pt>
                <c:pt idx="28">
                  <c:v>0.029004263</c:v>
                </c:pt>
                <c:pt idx="29">
                  <c:v>0.02976553</c:v>
                </c:pt>
                <c:pt idx="30">
                  <c:v>0.031744823</c:v>
                </c:pt>
                <c:pt idx="31">
                  <c:v>0.031897077</c:v>
                </c:pt>
                <c:pt idx="32">
                  <c:v>0.03341961</c:v>
                </c:pt>
                <c:pt idx="33">
                  <c:v>0.033495737</c:v>
                </c:pt>
                <c:pt idx="34">
                  <c:v>0.03501827</c:v>
                </c:pt>
                <c:pt idx="35">
                  <c:v>0.035094397</c:v>
                </c:pt>
                <c:pt idx="36">
                  <c:v>0.035855664</c:v>
                </c:pt>
                <c:pt idx="37">
                  <c:v>0.036160171</c:v>
                </c:pt>
                <c:pt idx="38">
                  <c:v>0.036997564</c:v>
                </c:pt>
                <c:pt idx="39">
                  <c:v>0.037302071</c:v>
                </c:pt>
                <c:pt idx="40">
                  <c:v>0.037454324</c:v>
                </c:pt>
                <c:pt idx="41">
                  <c:v>0.037834957</c:v>
                </c:pt>
                <c:pt idx="42">
                  <c:v>0.037911084</c:v>
                </c:pt>
                <c:pt idx="43">
                  <c:v>0.038672351</c:v>
                </c:pt>
                <c:pt idx="44">
                  <c:v>0.038900731</c:v>
                </c:pt>
                <c:pt idx="45">
                  <c:v>0.039585871</c:v>
                </c:pt>
                <c:pt idx="46">
                  <c:v>0.039661998</c:v>
                </c:pt>
                <c:pt idx="47">
                  <c:v>0.039661998</c:v>
                </c:pt>
                <c:pt idx="48">
                  <c:v>0.039814251</c:v>
                </c:pt>
                <c:pt idx="49">
                  <c:v>0.039890378</c:v>
                </c:pt>
                <c:pt idx="50">
                  <c:v>0.040042631</c:v>
                </c:pt>
                <c:pt idx="51">
                  <c:v>0.040271011</c:v>
                </c:pt>
                <c:pt idx="52">
                  <c:v>0.040499391</c:v>
                </c:pt>
                <c:pt idx="53">
                  <c:v>0.040880024</c:v>
                </c:pt>
                <c:pt idx="54">
                  <c:v>0.041032278</c:v>
                </c:pt>
                <c:pt idx="55">
                  <c:v>0.041032278</c:v>
                </c:pt>
                <c:pt idx="56">
                  <c:v>0.041565164</c:v>
                </c:pt>
                <c:pt idx="57">
                  <c:v>0.041945798</c:v>
                </c:pt>
                <c:pt idx="58">
                  <c:v>0.042098051</c:v>
                </c:pt>
                <c:pt idx="59">
                  <c:v>0.042098051</c:v>
                </c:pt>
                <c:pt idx="60">
                  <c:v>0.042174178</c:v>
                </c:pt>
                <c:pt idx="61">
                  <c:v>0.044229598</c:v>
                </c:pt>
                <c:pt idx="62">
                  <c:v>0.044229598</c:v>
                </c:pt>
                <c:pt idx="63">
                  <c:v>0.044305725</c:v>
                </c:pt>
                <c:pt idx="64">
                  <c:v>0.045828258</c:v>
                </c:pt>
                <c:pt idx="65">
                  <c:v>0.046741778</c:v>
                </c:pt>
                <c:pt idx="66">
                  <c:v>0.048035932</c:v>
                </c:pt>
                <c:pt idx="67">
                  <c:v>0.048035932</c:v>
                </c:pt>
                <c:pt idx="68">
                  <c:v>0.048112058</c:v>
                </c:pt>
                <c:pt idx="69">
                  <c:v>0.048264312</c:v>
                </c:pt>
                <c:pt idx="70">
                  <c:v>0.050091352</c:v>
                </c:pt>
                <c:pt idx="71">
                  <c:v>0.050167479</c:v>
                </c:pt>
                <c:pt idx="72">
                  <c:v>0.051080999</c:v>
                </c:pt>
                <c:pt idx="73">
                  <c:v>0.052375152</c:v>
                </c:pt>
                <c:pt idx="74">
                  <c:v>0.052451279</c:v>
                </c:pt>
                <c:pt idx="75">
                  <c:v>0.052831912</c:v>
                </c:pt>
                <c:pt idx="76">
                  <c:v>0.052984166</c:v>
                </c:pt>
                <c:pt idx="77">
                  <c:v>0.053440926</c:v>
                </c:pt>
                <c:pt idx="78">
                  <c:v>0.054278319</c:v>
                </c:pt>
                <c:pt idx="79">
                  <c:v>0.055039586</c:v>
                </c:pt>
                <c:pt idx="80">
                  <c:v>0.055344093</c:v>
                </c:pt>
                <c:pt idx="81">
                  <c:v>0.055420219</c:v>
                </c:pt>
                <c:pt idx="82">
                  <c:v>0.055420219</c:v>
                </c:pt>
                <c:pt idx="83">
                  <c:v>0.057247259</c:v>
                </c:pt>
                <c:pt idx="84">
                  <c:v>0.057399513</c:v>
                </c:pt>
                <c:pt idx="85">
                  <c:v>0.057627893</c:v>
                </c:pt>
                <c:pt idx="86">
                  <c:v>0.058008526</c:v>
                </c:pt>
                <c:pt idx="87">
                  <c:v>0.059150426</c:v>
                </c:pt>
                <c:pt idx="88">
                  <c:v>0.059150426</c:v>
                </c:pt>
                <c:pt idx="89">
                  <c:v>0.059226553</c:v>
                </c:pt>
                <c:pt idx="90">
                  <c:v>0.059226553</c:v>
                </c:pt>
                <c:pt idx="91">
                  <c:v>0.05930268</c:v>
                </c:pt>
                <c:pt idx="92">
                  <c:v>0.06112972</c:v>
                </c:pt>
                <c:pt idx="93">
                  <c:v>0.0613581</c:v>
                </c:pt>
                <c:pt idx="94">
                  <c:v>0.06318514</c:v>
                </c:pt>
                <c:pt idx="95">
                  <c:v>0.063261267</c:v>
                </c:pt>
                <c:pt idx="96">
                  <c:v>0.063261267</c:v>
                </c:pt>
                <c:pt idx="97">
                  <c:v>0.063718027</c:v>
                </c:pt>
                <c:pt idx="98">
                  <c:v>0.063718027</c:v>
                </c:pt>
                <c:pt idx="99">
                  <c:v>0.06387028</c:v>
                </c:pt>
                <c:pt idx="100">
                  <c:v>0.06409866</c:v>
                </c:pt>
                <c:pt idx="101">
                  <c:v>0.0659257</c:v>
                </c:pt>
                <c:pt idx="102">
                  <c:v>0.066077954</c:v>
                </c:pt>
                <c:pt idx="103">
                  <c:v>0.066077954</c:v>
                </c:pt>
                <c:pt idx="104">
                  <c:v>0.066230207</c:v>
                </c:pt>
                <c:pt idx="105">
                  <c:v>0.066534714</c:v>
                </c:pt>
                <c:pt idx="106">
                  <c:v>0.06683922</c:v>
                </c:pt>
                <c:pt idx="107">
                  <c:v>0.068285627</c:v>
                </c:pt>
                <c:pt idx="108">
                  <c:v>0.068437881</c:v>
                </c:pt>
                <c:pt idx="109">
                  <c:v>0.070264921</c:v>
                </c:pt>
                <c:pt idx="110">
                  <c:v>0.077801462</c:v>
                </c:pt>
                <c:pt idx="111">
                  <c:v>0.077953715</c:v>
                </c:pt>
                <c:pt idx="112">
                  <c:v>0.078029842</c:v>
                </c:pt>
                <c:pt idx="113">
                  <c:v>0.078029842</c:v>
                </c:pt>
                <c:pt idx="114">
                  <c:v>0.078334348</c:v>
                </c:pt>
                <c:pt idx="115">
                  <c:v>0.079628502</c:v>
                </c:pt>
                <c:pt idx="116">
                  <c:v>0.086023143</c:v>
                </c:pt>
                <c:pt idx="117">
                  <c:v>0.087317296</c:v>
                </c:pt>
                <c:pt idx="118">
                  <c:v>0.087317296</c:v>
                </c:pt>
                <c:pt idx="119">
                  <c:v>0.087393423</c:v>
                </c:pt>
                <c:pt idx="120">
                  <c:v>0.087469549</c:v>
                </c:pt>
                <c:pt idx="121">
                  <c:v>0.087545676</c:v>
                </c:pt>
                <c:pt idx="122">
                  <c:v>0.087545676</c:v>
                </c:pt>
                <c:pt idx="123">
                  <c:v>0.089144336</c:v>
                </c:pt>
                <c:pt idx="124">
                  <c:v>0.089144336</c:v>
                </c:pt>
                <c:pt idx="125">
                  <c:v>0.091047503</c:v>
                </c:pt>
                <c:pt idx="126">
                  <c:v>0.09112363</c:v>
                </c:pt>
                <c:pt idx="127">
                  <c:v>0.09112363</c:v>
                </c:pt>
                <c:pt idx="128">
                  <c:v>0.091199756</c:v>
                </c:pt>
                <c:pt idx="129">
                  <c:v>0.093026797</c:v>
                </c:pt>
                <c:pt idx="130">
                  <c:v>0.09317905</c:v>
                </c:pt>
                <c:pt idx="131">
                  <c:v>0.094625457</c:v>
                </c:pt>
                <c:pt idx="132">
                  <c:v>0.094625457</c:v>
                </c:pt>
                <c:pt idx="133">
                  <c:v>0.094929963</c:v>
                </c:pt>
                <c:pt idx="134">
                  <c:v>0.09637637</c:v>
                </c:pt>
                <c:pt idx="135">
                  <c:v>0.096452497</c:v>
                </c:pt>
                <c:pt idx="136">
                  <c:v>0.096452497</c:v>
                </c:pt>
                <c:pt idx="137">
                  <c:v>0.09774665</c:v>
                </c:pt>
                <c:pt idx="138">
                  <c:v>0.097898904</c:v>
                </c:pt>
                <c:pt idx="139">
                  <c:v>0.099193057</c:v>
                </c:pt>
                <c:pt idx="140">
                  <c:v>0.099193057</c:v>
                </c:pt>
                <c:pt idx="141">
                  <c:v>0.100487211</c:v>
                </c:pt>
                <c:pt idx="142">
                  <c:v>0.100715591</c:v>
                </c:pt>
                <c:pt idx="143">
                  <c:v>0.100791717</c:v>
                </c:pt>
                <c:pt idx="144">
                  <c:v>0.102618758</c:v>
                </c:pt>
                <c:pt idx="145">
                  <c:v>0.103912911</c:v>
                </c:pt>
                <c:pt idx="146">
                  <c:v>0.103912911</c:v>
                </c:pt>
                <c:pt idx="147">
                  <c:v>0.104065164</c:v>
                </c:pt>
                <c:pt idx="148">
                  <c:v>0.105511571</c:v>
                </c:pt>
                <c:pt idx="149">
                  <c:v>0.105739951</c:v>
                </c:pt>
                <c:pt idx="150">
                  <c:v>0.107186358</c:v>
                </c:pt>
                <c:pt idx="151">
                  <c:v>0.107262485</c:v>
                </c:pt>
                <c:pt idx="152">
                  <c:v>0.107262485</c:v>
                </c:pt>
                <c:pt idx="153">
                  <c:v>0.107338611</c:v>
                </c:pt>
                <c:pt idx="154">
                  <c:v>0.107490865</c:v>
                </c:pt>
                <c:pt idx="155">
                  <c:v>0.107490865</c:v>
                </c:pt>
                <c:pt idx="156">
                  <c:v>0.109698538</c:v>
                </c:pt>
                <c:pt idx="157">
                  <c:v>0.110079172</c:v>
                </c:pt>
                <c:pt idx="158">
                  <c:v>0.110155298</c:v>
                </c:pt>
                <c:pt idx="159">
                  <c:v>0.110231425</c:v>
                </c:pt>
                <c:pt idx="160">
                  <c:v>0.111677832</c:v>
                </c:pt>
                <c:pt idx="161">
                  <c:v>0.111677832</c:v>
                </c:pt>
                <c:pt idx="162">
                  <c:v>0.111753959</c:v>
                </c:pt>
                <c:pt idx="163">
                  <c:v>0.113504872</c:v>
                </c:pt>
                <c:pt idx="164">
                  <c:v>0.113504872</c:v>
                </c:pt>
                <c:pt idx="165">
                  <c:v>0.114951279</c:v>
                </c:pt>
                <c:pt idx="166">
                  <c:v>0.116778319</c:v>
                </c:pt>
                <c:pt idx="167">
                  <c:v>0.117006699</c:v>
                </c:pt>
                <c:pt idx="168">
                  <c:v>0.118453106</c:v>
                </c:pt>
                <c:pt idx="169">
                  <c:v>0.118605359</c:v>
                </c:pt>
                <c:pt idx="170">
                  <c:v>0.118605359</c:v>
                </c:pt>
                <c:pt idx="171">
                  <c:v>0.119823386</c:v>
                </c:pt>
                <c:pt idx="172">
                  <c:v>0.119975639</c:v>
                </c:pt>
                <c:pt idx="173">
                  <c:v>0.119975639</c:v>
                </c:pt>
                <c:pt idx="174">
                  <c:v>0.120204019</c:v>
                </c:pt>
                <c:pt idx="175">
                  <c:v>0.12203106</c:v>
                </c:pt>
                <c:pt idx="176">
                  <c:v>0.126674787</c:v>
                </c:pt>
                <c:pt idx="177">
                  <c:v>0.12774056</c:v>
                </c:pt>
                <c:pt idx="178">
                  <c:v>0.127816687</c:v>
                </c:pt>
                <c:pt idx="179">
                  <c:v>0.127892814</c:v>
                </c:pt>
                <c:pt idx="180">
                  <c:v>0.127892814</c:v>
                </c:pt>
                <c:pt idx="181">
                  <c:v>0.128045067</c:v>
                </c:pt>
                <c:pt idx="182">
                  <c:v>0.129872107</c:v>
                </c:pt>
                <c:pt idx="183">
                  <c:v>0.129872107</c:v>
                </c:pt>
                <c:pt idx="184">
                  <c:v>0.130024361</c:v>
                </c:pt>
                <c:pt idx="185">
                  <c:v>0.131318514</c:v>
                </c:pt>
                <c:pt idx="186">
                  <c:v>0.131318514</c:v>
                </c:pt>
                <c:pt idx="187">
                  <c:v>0.131470767</c:v>
                </c:pt>
                <c:pt idx="188">
                  <c:v>0.131470767</c:v>
                </c:pt>
                <c:pt idx="189">
                  <c:v>0.131623021</c:v>
                </c:pt>
                <c:pt idx="190">
                  <c:v>0.131775274</c:v>
                </c:pt>
                <c:pt idx="191">
                  <c:v>0.131775274</c:v>
                </c:pt>
                <c:pt idx="192">
                  <c:v>0.131927527</c:v>
                </c:pt>
                <c:pt idx="193">
                  <c:v>0.133450061</c:v>
                </c:pt>
                <c:pt idx="194">
                  <c:v>0.133678441</c:v>
                </c:pt>
                <c:pt idx="195">
                  <c:v>0.133678441</c:v>
                </c:pt>
                <c:pt idx="196">
                  <c:v>0.133754568</c:v>
                </c:pt>
                <c:pt idx="197">
                  <c:v>0.133754568</c:v>
                </c:pt>
                <c:pt idx="198">
                  <c:v>0.133830694</c:v>
                </c:pt>
                <c:pt idx="199">
                  <c:v>0.138322168</c:v>
                </c:pt>
                <c:pt idx="200">
                  <c:v>0.138474421</c:v>
                </c:pt>
                <c:pt idx="201">
                  <c:v>0.138474421</c:v>
                </c:pt>
                <c:pt idx="202">
                  <c:v>0.138550548</c:v>
                </c:pt>
                <c:pt idx="203">
                  <c:v>0.138550548</c:v>
                </c:pt>
                <c:pt idx="204">
                  <c:v>0.138702801</c:v>
                </c:pt>
                <c:pt idx="205">
                  <c:v>0.138702801</c:v>
                </c:pt>
                <c:pt idx="206">
                  <c:v>0.140758222</c:v>
                </c:pt>
                <c:pt idx="207">
                  <c:v>0.140910475</c:v>
                </c:pt>
                <c:pt idx="208">
                  <c:v>0.140910475</c:v>
                </c:pt>
                <c:pt idx="209">
                  <c:v>0.140986602</c:v>
                </c:pt>
                <c:pt idx="210">
                  <c:v>0.140986602</c:v>
                </c:pt>
                <c:pt idx="211">
                  <c:v>0.141138855</c:v>
                </c:pt>
                <c:pt idx="212">
                  <c:v>0.141138855</c:v>
                </c:pt>
                <c:pt idx="213">
                  <c:v>0.141214982</c:v>
                </c:pt>
                <c:pt idx="214">
                  <c:v>0.141519488</c:v>
                </c:pt>
                <c:pt idx="215">
                  <c:v>0.142052375</c:v>
                </c:pt>
                <c:pt idx="216">
                  <c:v>0.143270402</c:v>
                </c:pt>
                <c:pt idx="217">
                  <c:v>0.143422655</c:v>
                </c:pt>
                <c:pt idx="218">
                  <c:v>0.143574909</c:v>
                </c:pt>
                <c:pt idx="219">
                  <c:v>0.143574909</c:v>
                </c:pt>
                <c:pt idx="220">
                  <c:v>0.143651035</c:v>
                </c:pt>
                <c:pt idx="221">
                  <c:v>0.143651035</c:v>
                </c:pt>
                <c:pt idx="222">
                  <c:v>0.143727162</c:v>
                </c:pt>
                <c:pt idx="223">
                  <c:v>0.144260049</c:v>
                </c:pt>
                <c:pt idx="224">
                  <c:v>0.144564555</c:v>
                </c:pt>
                <c:pt idx="225">
                  <c:v>0.144564555</c:v>
                </c:pt>
                <c:pt idx="226">
                  <c:v>0.144640682</c:v>
                </c:pt>
                <c:pt idx="227">
                  <c:v>0.146087089</c:v>
                </c:pt>
                <c:pt idx="228">
                  <c:v>0.146315469</c:v>
                </c:pt>
                <c:pt idx="229">
                  <c:v>0.148523143</c:v>
                </c:pt>
                <c:pt idx="230">
                  <c:v>0.148523143</c:v>
                </c:pt>
                <c:pt idx="231">
                  <c:v>0.148751523</c:v>
                </c:pt>
                <c:pt idx="232">
                  <c:v>0.15248173</c:v>
                </c:pt>
                <c:pt idx="233">
                  <c:v>0.15271011</c:v>
                </c:pt>
                <c:pt idx="234">
                  <c:v>0.15271011</c:v>
                </c:pt>
                <c:pt idx="235">
                  <c:v>0.152786236</c:v>
                </c:pt>
                <c:pt idx="236">
                  <c:v>0.152786236</c:v>
                </c:pt>
                <c:pt idx="237">
                  <c:v>0.153090743</c:v>
                </c:pt>
                <c:pt idx="238">
                  <c:v>0.153242996</c:v>
                </c:pt>
                <c:pt idx="239">
                  <c:v>0.153319123</c:v>
                </c:pt>
                <c:pt idx="240">
                  <c:v>0.153471376</c:v>
                </c:pt>
                <c:pt idx="241">
                  <c:v>0.153547503</c:v>
                </c:pt>
                <c:pt idx="242">
                  <c:v>0.153547503</c:v>
                </c:pt>
                <c:pt idx="243">
                  <c:v>0.15362363</c:v>
                </c:pt>
                <c:pt idx="244">
                  <c:v>0.153775883</c:v>
                </c:pt>
                <c:pt idx="245">
                  <c:v>0.153928136</c:v>
                </c:pt>
                <c:pt idx="246">
                  <c:v>0.153928136</c:v>
                </c:pt>
                <c:pt idx="247">
                  <c:v>0.15408039</c:v>
                </c:pt>
                <c:pt idx="248">
                  <c:v>0.15408039</c:v>
                </c:pt>
                <c:pt idx="249">
                  <c:v>0.154156516</c:v>
                </c:pt>
                <c:pt idx="250">
                  <c:v>0.154156516</c:v>
                </c:pt>
                <c:pt idx="251">
                  <c:v>0.154461023</c:v>
                </c:pt>
                <c:pt idx="252">
                  <c:v>0.154461023</c:v>
                </c:pt>
                <c:pt idx="253">
                  <c:v>0.15453715</c:v>
                </c:pt>
                <c:pt idx="254">
                  <c:v>0.15453715</c:v>
                </c:pt>
                <c:pt idx="255">
                  <c:v>0.155298417</c:v>
                </c:pt>
                <c:pt idx="256">
                  <c:v>0.155374543</c:v>
                </c:pt>
                <c:pt idx="257">
                  <c:v>0.155374543</c:v>
                </c:pt>
                <c:pt idx="258">
                  <c:v>0.15567905</c:v>
                </c:pt>
                <c:pt idx="259">
                  <c:v>0.156440317</c:v>
                </c:pt>
                <c:pt idx="260">
                  <c:v>0.15796285</c:v>
                </c:pt>
                <c:pt idx="261">
                  <c:v>0.15819123</c:v>
                </c:pt>
                <c:pt idx="262">
                  <c:v>0.15819123</c:v>
                </c:pt>
                <c:pt idx="263">
                  <c:v>0.160779537</c:v>
                </c:pt>
                <c:pt idx="264">
                  <c:v>0.160855664</c:v>
                </c:pt>
                <c:pt idx="265">
                  <c:v>0.160855664</c:v>
                </c:pt>
                <c:pt idx="266">
                  <c:v>0.161236297</c:v>
                </c:pt>
                <c:pt idx="267">
                  <c:v>0.161236297</c:v>
                </c:pt>
                <c:pt idx="268">
                  <c:v>0.161997564</c:v>
                </c:pt>
                <c:pt idx="269">
                  <c:v>0.161997564</c:v>
                </c:pt>
                <c:pt idx="270">
                  <c:v>0.162073691</c:v>
                </c:pt>
                <c:pt idx="271">
                  <c:v>0.162073691</c:v>
                </c:pt>
                <c:pt idx="272">
                  <c:v>0.162530451</c:v>
                </c:pt>
                <c:pt idx="273">
                  <c:v>0.163976857</c:v>
                </c:pt>
                <c:pt idx="274">
                  <c:v>0.164129111</c:v>
                </c:pt>
                <c:pt idx="275">
                  <c:v>0.164738124</c:v>
                </c:pt>
                <c:pt idx="276">
                  <c:v>0.164814251</c:v>
                </c:pt>
                <c:pt idx="277">
                  <c:v>0.164814251</c:v>
                </c:pt>
                <c:pt idx="278">
                  <c:v>0.165194884</c:v>
                </c:pt>
                <c:pt idx="279">
                  <c:v>0.165194884</c:v>
                </c:pt>
                <c:pt idx="280">
                  <c:v>0.166184531</c:v>
                </c:pt>
                <c:pt idx="281">
                  <c:v>0.166184531</c:v>
                </c:pt>
                <c:pt idx="282">
                  <c:v>0.167250305</c:v>
                </c:pt>
                <c:pt idx="283">
                  <c:v>0.167402558</c:v>
                </c:pt>
                <c:pt idx="284">
                  <c:v>0.167402558</c:v>
                </c:pt>
                <c:pt idx="285">
                  <c:v>0.167707065</c:v>
                </c:pt>
                <c:pt idx="286">
                  <c:v>0.169153471</c:v>
                </c:pt>
                <c:pt idx="287">
                  <c:v>0.169153471</c:v>
                </c:pt>
                <c:pt idx="288">
                  <c:v>0.169457978</c:v>
                </c:pt>
                <c:pt idx="289">
                  <c:v>0.169457978</c:v>
                </c:pt>
                <c:pt idx="290">
                  <c:v>0.169610231</c:v>
                </c:pt>
                <c:pt idx="291">
                  <c:v>0.170828258</c:v>
                </c:pt>
                <c:pt idx="292">
                  <c:v>0.170980512</c:v>
                </c:pt>
                <c:pt idx="293">
                  <c:v>0.171056638</c:v>
                </c:pt>
                <c:pt idx="294">
                  <c:v>0.171056638</c:v>
                </c:pt>
                <c:pt idx="295">
                  <c:v>0.172503045</c:v>
                </c:pt>
                <c:pt idx="296">
                  <c:v>0.172579172</c:v>
                </c:pt>
                <c:pt idx="297">
                  <c:v>0.172655298</c:v>
                </c:pt>
                <c:pt idx="298">
                  <c:v>0.172807552</c:v>
                </c:pt>
                <c:pt idx="299">
                  <c:v>0.172807552</c:v>
                </c:pt>
                <c:pt idx="300">
                  <c:v>0.174862972</c:v>
                </c:pt>
                <c:pt idx="301">
                  <c:v>0.174862972</c:v>
                </c:pt>
                <c:pt idx="302">
                  <c:v>0.174939099</c:v>
                </c:pt>
                <c:pt idx="303">
                  <c:v>0.175015225</c:v>
                </c:pt>
                <c:pt idx="304">
                  <c:v>0.175091352</c:v>
                </c:pt>
                <c:pt idx="305">
                  <c:v>0.175243605</c:v>
                </c:pt>
                <c:pt idx="306">
                  <c:v>0.175319732</c:v>
                </c:pt>
                <c:pt idx="307">
                  <c:v>0.175319732</c:v>
                </c:pt>
                <c:pt idx="308">
                  <c:v>0.175471985</c:v>
                </c:pt>
                <c:pt idx="309">
                  <c:v>0.175471985</c:v>
                </c:pt>
                <c:pt idx="310">
                  <c:v>0.175624239</c:v>
                </c:pt>
                <c:pt idx="311">
                  <c:v>0.175624239</c:v>
                </c:pt>
                <c:pt idx="312">
                  <c:v>0.175776492</c:v>
                </c:pt>
                <c:pt idx="313">
                  <c:v>0.176385505</c:v>
                </c:pt>
                <c:pt idx="314">
                  <c:v>0.180496346</c:v>
                </c:pt>
                <c:pt idx="315">
                  <c:v>0.180648599</c:v>
                </c:pt>
                <c:pt idx="316">
                  <c:v>0.180648599</c:v>
                </c:pt>
                <c:pt idx="317">
                  <c:v>0.180724726</c:v>
                </c:pt>
                <c:pt idx="318">
                  <c:v>0.180724726</c:v>
                </c:pt>
                <c:pt idx="319">
                  <c:v>0.180876979</c:v>
                </c:pt>
                <c:pt idx="320">
                  <c:v>0.180876979</c:v>
                </c:pt>
                <c:pt idx="321">
                  <c:v>0.180953106</c:v>
                </c:pt>
                <c:pt idx="322">
                  <c:v>0.183084653</c:v>
                </c:pt>
                <c:pt idx="323">
                  <c:v>0.183084653</c:v>
                </c:pt>
                <c:pt idx="324">
                  <c:v>0.18338916</c:v>
                </c:pt>
                <c:pt idx="325">
                  <c:v>0.18544458</c:v>
                </c:pt>
                <c:pt idx="326">
                  <c:v>0.18544458</c:v>
                </c:pt>
                <c:pt idx="327">
                  <c:v>0.185749086</c:v>
                </c:pt>
                <c:pt idx="328">
                  <c:v>0.185749086</c:v>
                </c:pt>
                <c:pt idx="329">
                  <c:v>0.185825213</c:v>
                </c:pt>
                <c:pt idx="330">
                  <c:v>0.18612972</c:v>
                </c:pt>
                <c:pt idx="331">
                  <c:v>0.18658648</c:v>
                </c:pt>
                <c:pt idx="332">
                  <c:v>0.18658648</c:v>
                </c:pt>
                <c:pt idx="333">
                  <c:v>0.18658648</c:v>
                </c:pt>
                <c:pt idx="334">
                  <c:v>0.186662607</c:v>
                </c:pt>
                <c:pt idx="335">
                  <c:v>0.186662607</c:v>
                </c:pt>
                <c:pt idx="336">
                  <c:v>0.18704324</c:v>
                </c:pt>
                <c:pt idx="337">
                  <c:v>0.18704324</c:v>
                </c:pt>
                <c:pt idx="338">
                  <c:v>0.187804507</c:v>
                </c:pt>
                <c:pt idx="339">
                  <c:v>0.18795676</c:v>
                </c:pt>
                <c:pt idx="340">
                  <c:v>0.188109013</c:v>
                </c:pt>
                <c:pt idx="341">
                  <c:v>0.188261267</c:v>
                </c:pt>
                <c:pt idx="342">
                  <c:v>0.18932704</c:v>
                </c:pt>
                <c:pt idx="343">
                  <c:v>0.189403167</c:v>
                </c:pt>
                <c:pt idx="344">
                  <c:v>0.18955542</c:v>
                </c:pt>
                <c:pt idx="345">
                  <c:v>0.189859927</c:v>
                </c:pt>
                <c:pt idx="346">
                  <c:v>0.189859927</c:v>
                </c:pt>
                <c:pt idx="347">
                  <c:v>0.189936054</c:v>
                </c:pt>
                <c:pt idx="348">
                  <c:v>0.189936054</c:v>
                </c:pt>
                <c:pt idx="349">
                  <c:v>0.194427527</c:v>
                </c:pt>
                <c:pt idx="350">
                  <c:v>0.194655907</c:v>
                </c:pt>
                <c:pt idx="351">
                  <c:v>0.194655907</c:v>
                </c:pt>
                <c:pt idx="352">
                  <c:v>0.194732034</c:v>
                </c:pt>
                <c:pt idx="353">
                  <c:v>0.194732034</c:v>
                </c:pt>
                <c:pt idx="354">
                  <c:v>0.194732034</c:v>
                </c:pt>
                <c:pt idx="355">
                  <c:v>0.195036541</c:v>
                </c:pt>
                <c:pt idx="356">
                  <c:v>0.195036541</c:v>
                </c:pt>
                <c:pt idx="357">
                  <c:v>0.195569428</c:v>
                </c:pt>
                <c:pt idx="358">
                  <c:v>0.195721681</c:v>
                </c:pt>
                <c:pt idx="359">
                  <c:v>0.195797808</c:v>
                </c:pt>
                <c:pt idx="360">
                  <c:v>0.195950061</c:v>
                </c:pt>
                <c:pt idx="361">
                  <c:v>0.196026188</c:v>
                </c:pt>
                <c:pt idx="362">
                  <c:v>0.196102314</c:v>
                </c:pt>
                <c:pt idx="363">
                  <c:v>0.199071255</c:v>
                </c:pt>
                <c:pt idx="364">
                  <c:v>0.199375761</c:v>
                </c:pt>
                <c:pt idx="365">
                  <c:v>0.199604141</c:v>
                </c:pt>
                <c:pt idx="366">
                  <c:v>0.200137028</c:v>
                </c:pt>
                <c:pt idx="367">
                  <c:v>0.200289281</c:v>
                </c:pt>
                <c:pt idx="368">
                  <c:v>0.202192448</c:v>
                </c:pt>
                <c:pt idx="369">
                  <c:v>0.202268575</c:v>
                </c:pt>
                <c:pt idx="370">
                  <c:v>0.202268575</c:v>
                </c:pt>
                <c:pt idx="371">
                  <c:v>0.202420828</c:v>
                </c:pt>
                <c:pt idx="372">
                  <c:v>0.202420828</c:v>
                </c:pt>
                <c:pt idx="373">
                  <c:v>0.202573082</c:v>
                </c:pt>
                <c:pt idx="374">
                  <c:v>0.202573082</c:v>
                </c:pt>
                <c:pt idx="375">
                  <c:v>0.204095615</c:v>
                </c:pt>
                <c:pt idx="376">
                  <c:v>0.204247868</c:v>
                </c:pt>
                <c:pt idx="377">
                  <c:v>0.204247868</c:v>
                </c:pt>
                <c:pt idx="378">
                  <c:v>0.204323995</c:v>
                </c:pt>
                <c:pt idx="379">
                  <c:v>0.204933009</c:v>
                </c:pt>
                <c:pt idx="380">
                  <c:v>0.204933009</c:v>
                </c:pt>
                <c:pt idx="381">
                  <c:v>0.205085262</c:v>
                </c:pt>
                <c:pt idx="382">
                  <c:v>0.205085262</c:v>
                </c:pt>
                <c:pt idx="383">
                  <c:v>0.205389769</c:v>
                </c:pt>
                <c:pt idx="384">
                  <c:v>0.205389769</c:v>
                </c:pt>
                <c:pt idx="385">
                  <c:v>0.205465895</c:v>
                </c:pt>
                <c:pt idx="386">
                  <c:v>0.205465895</c:v>
                </c:pt>
                <c:pt idx="387">
                  <c:v>0.205846529</c:v>
                </c:pt>
                <c:pt idx="388">
                  <c:v>0.205846529</c:v>
                </c:pt>
                <c:pt idx="389">
                  <c:v>0.205922655</c:v>
                </c:pt>
                <c:pt idx="390">
                  <c:v>0.206455542</c:v>
                </c:pt>
                <c:pt idx="391">
                  <c:v>0.206531669</c:v>
                </c:pt>
                <c:pt idx="392">
                  <c:v>0.206531669</c:v>
                </c:pt>
                <c:pt idx="393">
                  <c:v>0.206760049</c:v>
                </c:pt>
                <c:pt idx="394">
                  <c:v>0.206760049</c:v>
                </c:pt>
                <c:pt idx="395">
                  <c:v>0.206836175</c:v>
                </c:pt>
                <c:pt idx="396">
                  <c:v>0.206836175</c:v>
                </c:pt>
                <c:pt idx="397">
                  <c:v>0.206912302</c:v>
                </c:pt>
                <c:pt idx="398">
                  <c:v>0.206988429</c:v>
                </c:pt>
                <c:pt idx="399">
                  <c:v>0.207292935</c:v>
                </c:pt>
                <c:pt idx="400">
                  <c:v>0.207292935</c:v>
                </c:pt>
                <c:pt idx="401">
                  <c:v>0.207521315</c:v>
                </c:pt>
                <c:pt idx="402">
                  <c:v>0.207673569</c:v>
                </c:pt>
                <c:pt idx="403">
                  <c:v>0.207673569</c:v>
                </c:pt>
                <c:pt idx="404">
                  <c:v>0.207749695</c:v>
                </c:pt>
                <c:pt idx="405">
                  <c:v>0.210338002</c:v>
                </c:pt>
                <c:pt idx="406">
                  <c:v>0.210338002</c:v>
                </c:pt>
                <c:pt idx="407">
                  <c:v>0.210490256</c:v>
                </c:pt>
                <c:pt idx="408">
                  <c:v>0.210566382</c:v>
                </c:pt>
                <c:pt idx="409">
                  <c:v>0.210566382</c:v>
                </c:pt>
                <c:pt idx="410">
                  <c:v>0.210718636</c:v>
                </c:pt>
                <c:pt idx="411">
                  <c:v>0.210718636</c:v>
                </c:pt>
                <c:pt idx="412">
                  <c:v>0.210794762</c:v>
                </c:pt>
                <c:pt idx="413">
                  <c:v>0.210794762</c:v>
                </c:pt>
                <c:pt idx="414">
                  <c:v>0.211023143</c:v>
                </c:pt>
                <c:pt idx="415">
                  <c:v>0.211860536</c:v>
                </c:pt>
                <c:pt idx="416">
                  <c:v>0.212469549</c:v>
                </c:pt>
                <c:pt idx="417">
                  <c:v>0.212621803</c:v>
                </c:pt>
                <c:pt idx="418">
                  <c:v>0.212697929</c:v>
                </c:pt>
                <c:pt idx="419">
                  <c:v>0.213763703</c:v>
                </c:pt>
                <c:pt idx="420">
                  <c:v>0.213839829</c:v>
                </c:pt>
                <c:pt idx="421">
                  <c:v>0.213839829</c:v>
                </c:pt>
                <c:pt idx="422">
                  <c:v>0.213915956</c:v>
                </c:pt>
                <c:pt idx="423">
                  <c:v>0.215514616</c:v>
                </c:pt>
                <c:pt idx="424">
                  <c:v>0.215590743</c:v>
                </c:pt>
                <c:pt idx="425">
                  <c:v>0.215590743</c:v>
                </c:pt>
                <c:pt idx="426">
                  <c:v>0.215971376</c:v>
                </c:pt>
                <c:pt idx="427">
                  <c:v>0.215971376</c:v>
                </c:pt>
                <c:pt idx="428">
                  <c:v>0.21612363</c:v>
                </c:pt>
                <c:pt idx="429">
                  <c:v>0.217189403</c:v>
                </c:pt>
                <c:pt idx="430">
                  <c:v>0.217341657</c:v>
                </c:pt>
                <c:pt idx="431">
                  <c:v>0.217341657</c:v>
                </c:pt>
                <c:pt idx="432">
                  <c:v>0.21840743</c:v>
                </c:pt>
                <c:pt idx="433">
                  <c:v>0.21840743</c:v>
                </c:pt>
                <c:pt idx="434">
                  <c:v>0.218559683</c:v>
                </c:pt>
                <c:pt idx="435">
                  <c:v>0.218940317</c:v>
                </c:pt>
                <c:pt idx="436">
                  <c:v>0.219016443</c:v>
                </c:pt>
                <c:pt idx="437">
                  <c:v>0.219168697</c:v>
                </c:pt>
                <c:pt idx="438">
                  <c:v>0.219397077</c:v>
                </c:pt>
                <c:pt idx="439">
                  <c:v>0.21954933</c:v>
                </c:pt>
                <c:pt idx="440">
                  <c:v>0.21954933</c:v>
                </c:pt>
                <c:pt idx="441">
                  <c:v>0.219625457</c:v>
                </c:pt>
                <c:pt idx="442">
                  <c:v>0.220615104</c:v>
                </c:pt>
                <c:pt idx="443">
                  <c:v>0.220615104</c:v>
                </c:pt>
                <c:pt idx="444">
                  <c:v>0.22069123</c:v>
                </c:pt>
                <c:pt idx="445">
                  <c:v>0.22069123</c:v>
                </c:pt>
                <c:pt idx="446">
                  <c:v>0.22091961</c:v>
                </c:pt>
                <c:pt idx="447">
                  <c:v>0.22091961</c:v>
                </c:pt>
                <c:pt idx="448">
                  <c:v>0.220995737</c:v>
                </c:pt>
                <c:pt idx="449">
                  <c:v>0.220995737</c:v>
                </c:pt>
                <c:pt idx="450">
                  <c:v>0.221300244</c:v>
                </c:pt>
                <c:pt idx="451">
                  <c:v>0.221300244</c:v>
                </c:pt>
                <c:pt idx="452">
                  <c:v>0.22137637</c:v>
                </c:pt>
                <c:pt idx="453">
                  <c:v>0.22137637</c:v>
                </c:pt>
                <c:pt idx="454">
                  <c:v>0.221528624</c:v>
                </c:pt>
                <c:pt idx="455">
                  <c:v>0.221757004</c:v>
                </c:pt>
                <c:pt idx="456">
                  <c:v>0.221909257</c:v>
                </c:pt>
                <c:pt idx="457">
                  <c:v>0.221909257</c:v>
                </c:pt>
                <c:pt idx="458">
                  <c:v>0.22228989</c:v>
                </c:pt>
                <c:pt idx="459">
                  <c:v>0.22251827</c:v>
                </c:pt>
                <c:pt idx="460">
                  <c:v>0.223736297</c:v>
                </c:pt>
                <c:pt idx="461">
                  <c:v>0.223888551</c:v>
                </c:pt>
                <c:pt idx="462">
                  <c:v>0.223888551</c:v>
                </c:pt>
                <c:pt idx="463">
                  <c:v>0.224269184</c:v>
                </c:pt>
                <c:pt idx="464">
                  <c:v>0.224269184</c:v>
                </c:pt>
                <c:pt idx="465">
                  <c:v>0.224421437</c:v>
                </c:pt>
                <c:pt idx="466">
                  <c:v>0.224497564</c:v>
                </c:pt>
                <c:pt idx="467">
                  <c:v>0.224802071</c:v>
                </c:pt>
                <c:pt idx="468">
                  <c:v>0.224954324</c:v>
                </c:pt>
                <c:pt idx="469">
                  <c:v>0.225030451</c:v>
                </c:pt>
                <c:pt idx="470">
                  <c:v>0.225030451</c:v>
                </c:pt>
                <c:pt idx="471">
                  <c:v>0.225182704</c:v>
                </c:pt>
                <c:pt idx="472">
                  <c:v>0.225182704</c:v>
                </c:pt>
                <c:pt idx="473">
                  <c:v>0.225258831</c:v>
                </c:pt>
                <c:pt idx="474">
                  <c:v>0.225258831</c:v>
                </c:pt>
                <c:pt idx="475">
                  <c:v>0.225411084</c:v>
                </c:pt>
                <c:pt idx="476">
                  <c:v>0.225487211</c:v>
                </c:pt>
                <c:pt idx="477">
                  <c:v>0.225487211</c:v>
                </c:pt>
                <c:pt idx="478">
                  <c:v>0.225943971</c:v>
                </c:pt>
                <c:pt idx="479">
                  <c:v>0.226248477</c:v>
                </c:pt>
                <c:pt idx="480">
                  <c:v>0.226400731</c:v>
                </c:pt>
                <c:pt idx="481">
                  <c:v>0.226400731</c:v>
                </c:pt>
                <c:pt idx="482">
                  <c:v>0.226476857</c:v>
                </c:pt>
                <c:pt idx="483">
                  <c:v>0.226476857</c:v>
                </c:pt>
                <c:pt idx="484">
                  <c:v>0.226629111</c:v>
                </c:pt>
                <c:pt idx="485">
                  <c:v>0.226629111</c:v>
                </c:pt>
                <c:pt idx="486">
                  <c:v>0.226933618</c:v>
                </c:pt>
                <c:pt idx="487">
                  <c:v>0.227085871</c:v>
                </c:pt>
                <c:pt idx="488">
                  <c:v>0.227161998</c:v>
                </c:pt>
                <c:pt idx="489">
                  <c:v>0.227466504</c:v>
                </c:pt>
                <c:pt idx="490">
                  <c:v>0.227466504</c:v>
                </c:pt>
                <c:pt idx="491">
                  <c:v>0.227771011</c:v>
                </c:pt>
                <c:pt idx="492">
                  <c:v>0.227771011</c:v>
                </c:pt>
                <c:pt idx="493">
                  <c:v>0.227847138</c:v>
                </c:pt>
                <c:pt idx="494">
                  <c:v>0.227847138</c:v>
                </c:pt>
                <c:pt idx="495">
                  <c:v>0.227923264</c:v>
                </c:pt>
                <c:pt idx="496">
                  <c:v>0.227923264</c:v>
                </c:pt>
                <c:pt idx="497">
                  <c:v>0.227923264</c:v>
                </c:pt>
                <c:pt idx="498">
                  <c:v>0.228227771</c:v>
                </c:pt>
                <c:pt idx="499">
                  <c:v>0.228227771</c:v>
                </c:pt>
                <c:pt idx="500">
                  <c:v>0.228303898</c:v>
                </c:pt>
                <c:pt idx="501">
                  <c:v>0.228303898</c:v>
                </c:pt>
                <c:pt idx="502">
                  <c:v>0.228608404</c:v>
                </c:pt>
                <c:pt idx="503">
                  <c:v>0.228760658</c:v>
                </c:pt>
                <c:pt idx="504">
                  <c:v>0.228836784</c:v>
                </c:pt>
                <c:pt idx="505">
                  <c:v>0.228836784</c:v>
                </c:pt>
                <c:pt idx="506">
                  <c:v>0.230283191</c:v>
                </c:pt>
                <c:pt idx="507">
                  <c:v>0.230359318</c:v>
                </c:pt>
                <c:pt idx="508">
                  <c:v>0.230359318</c:v>
                </c:pt>
                <c:pt idx="509">
                  <c:v>0.230511571</c:v>
                </c:pt>
                <c:pt idx="510">
                  <c:v>0.230663825</c:v>
                </c:pt>
                <c:pt idx="511">
                  <c:v>0.230663825</c:v>
                </c:pt>
                <c:pt idx="512">
                  <c:v>0.230968331</c:v>
                </c:pt>
                <c:pt idx="513">
                  <c:v>0.231272838</c:v>
                </c:pt>
                <c:pt idx="514">
                  <c:v>0.231348965</c:v>
                </c:pt>
                <c:pt idx="515">
                  <c:v>0.231653471</c:v>
                </c:pt>
                <c:pt idx="516">
                  <c:v>0.231653471</c:v>
                </c:pt>
                <c:pt idx="517">
                  <c:v>0.231957978</c:v>
                </c:pt>
                <c:pt idx="518">
                  <c:v>0.231957978</c:v>
                </c:pt>
                <c:pt idx="519">
                  <c:v>0.232110231</c:v>
                </c:pt>
                <c:pt idx="520">
                  <c:v>0.232110231</c:v>
                </c:pt>
                <c:pt idx="521">
                  <c:v>0.232110231</c:v>
                </c:pt>
                <c:pt idx="522">
                  <c:v>0.232262485</c:v>
                </c:pt>
                <c:pt idx="523">
                  <c:v>0.232262485</c:v>
                </c:pt>
                <c:pt idx="524">
                  <c:v>0.232490865</c:v>
                </c:pt>
                <c:pt idx="525">
                  <c:v>0.232490865</c:v>
                </c:pt>
                <c:pt idx="526">
                  <c:v>0.233176005</c:v>
                </c:pt>
                <c:pt idx="527">
                  <c:v>0.233176005</c:v>
                </c:pt>
                <c:pt idx="528">
                  <c:v>0.233252132</c:v>
                </c:pt>
                <c:pt idx="529">
                  <c:v>0.233252132</c:v>
                </c:pt>
                <c:pt idx="530">
                  <c:v>0.233328258</c:v>
                </c:pt>
                <c:pt idx="531">
                  <c:v>0.233328258</c:v>
                </c:pt>
                <c:pt idx="532">
                  <c:v>0.233404385</c:v>
                </c:pt>
                <c:pt idx="533">
                  <c:v>0.233404385</c:v>
                </c:pt>
                <c:pt idx="534">
                  <c:v>0.233556638</c:v>
                </c:pt>
                <c:pt idx="535">
                  <c:v>0.233556638</c:v>
                </c:pt>
                <c:pt idx="536">
                  <c:v>0.233708892</c:v>
                </c:pt>
                <c:pt idx="537">
                  <c:v>0.233708892</c:v>
                </c:pt>
                <c:pt idx="538">
                  <c:v>0.234241778</c:v>
                </c:pt>
                <c:pt idx="539">
                  <c:v>0.234241778</c:v>
                </c:pt>
                <c:pt idx="540">
                  <c:v>0.235079172</c:v>
                </c:pt>
                <c:pt idx="541">
                  <c:v>0.235231425</c:v>
                </c:pt>
                <c:pt idx="542">
                  <c:v>0.235992692</c:v>
                </c:pt>
                <c:pt idx="543">
                  <c:v>0.236068819</c:v>
                </c:pt>
                <c:pt idx="544">
                  <c:v>0.236068819</c:v>
                </c:pt>
                <c:pt idx="545">
                  <c:v>0.236221072</c:v>
                </c:pt>
                <c:pt idx="546">
                  <c:v>0.236221072</c:v>
                </c:pt>
                <c:pt idx="547">
                  <c:v>0.236449452</c:v>
                </c:pt>
                <c:pt idx="548">
                  <c:v>0.237439099</c:v>
                </c:pt>
                <c:pt idx="549">
                  <c:v>0.237515225</c:v>
                </c:pt>
                <c:pt idx="550">
                  <c:v>0.237515225</c:v>
                </c:pt>
                <c:pt idx="551">
                  <c:v>0.237591352</c:v>
                </c:pt>
                <c:pt idx="552">
                  <c:v>0.237591352</c:v>
                </c:pt>
                <c:pt idx="553">
                  <c:v>0.237667479</c:v>
                </c:pt>
                <c:pt idx="554">
                  <c:v>0.237819732</c:v>
                </c:pt>
                <c:pt idx="555">
                  <c:v>0.243833739</c:v>
                </c:pt>
                <c:pt idx="556">
                  <c:v>0.243833739</c:v>
                </c:pt>
                <c:pt idx="557">
                  <c:v>0.243909866</c:v>
                </c:pt>
                <c:pt idx="558">
                  <c:v>0.243909866</c:v>
                </c:pt>
                <c:pt idx="559">
                  <c:v>0.243985993</c:v>
                </c:pt>
                <c:pt idx="560">
                  <c:v>0.244138246</c:v>
                </c:pt>
                <c:pt idx="561">
                  <c:v>0.244138246</c:v>
                </c:pt>
                <c:pt idx="562">
                  <c:v>0.244366626</c:v>
                </c:pt>
                <c:pt idx="563">
                  <c:v>0.244366626</c:v>
                </c:pt>
                <c:pt idx="564">
                  <c:v>0.244518879</c:v>
                </c:pt>
                <c:pt idx="565">
                  <c:v>0.244671133</c:v>
                </c:pt>
                <c:pt idx="566">
                  <c:v>0.244671133</c:v>
                </c:pt>
                <c:pt idx="567">
                  <c:v>0.244747259</c:v>
                </c:pt>
                <c:pt idx="568">
                  <c:v>0.244747259</c:v>
                </c:pt>
                <c:pt idx="569">
                  <c:v>0.244823386</c:v>
                </c:pt>
                <c:pt idx="570">
                  <c:v>0.245204019</c:v>
                </c:pt>
                <c:pt idx="571">
                  <c:v>0.245204019</c:v>
                </c:pt>
                <c:pt idx="572">
                  <c:v>0.245584653</c:v>
                </c:pt>
                <c:pt idx="573">
                  <c:v>0.245584653</c:v>
                </c:pt>
                <c:pt idx="574">
                  <c:v>0.245736906</c:v>
                </c:pt>
                <c:pt idx="575">
                  <c:v>0.245965286</c:v>
                </c:pt>
                <c:pt idx="576">
                  <c:v>0.24611754</c:v>
                </c:pt>
                <c:pt idx="577">
                  <c:v>0.246193666</c:v>
                </c:pt>
                <c:pt idx="578">
                  <c:v>0.246269793</c:v>
                </c:pt>
                <c:pt idx="579">
                  <c:v>0.246422046</c:v>
                </c:pt>
                <c:pt idx="580">
                  <c:v>0.246422046</c:v>
                </c:pt>
                <c:pt idx="581">
                  <c:v>0.246498173</c:v>
                </c:pt>
                <c:pt idx="582">
                  <c:v>0.246498173</c:v>
                </c:pt>
                <c:pt idx="583">
                  <c:v>0.2465743</c:v>
                </c:pt>
                <c:pt idx="584">
                  <c:v>0.2465743</c:v>
                </c:pt>
                <c:pt idx="585">
                  <c:v>0.24680268</c:v>
                </c:pt>
                <c:pt idx="586">
                  <c:v>0.24680268</c:v>
                </c:pt>
                <c:pt idx="587">
                  <c:v>0.246954933</c:v>
                </c:pt>
                <c:pt idx="588">
                  <c:v>0.246954933</c:v>
                </c:pt>
                <c:pt idx="589">
                  <c:v>0.254491474</c:v>
                </c:pt>
                <c:pt idx="590">
                  <c:v>0.2545676</c:v>
                </c:pt>
                <c:pt idx="591">
                  <c:v>0.2545676</c:v>
                </c:pt>
                <c:pt idx="592">
                  <c:v>0.256546894</c:v>
                </c:pt>
                <c:pt idx="593">
                  <c:v>0.256699147</c:v>
                </c:pt>
                <c:pt idx="594">
                  <c:v>0.257155907</c:v>
                </c:pt>
                <c:pt idx="595">
                  <c:v>0.257155907</c:v>
                </c:pt>
                <c:pt idx="596">
                  <c:v>0.257308161</c:v>
                </c:pt>
                <c:pt idx="597">
                  <c:v>0.257764921</c:v>
                </c:pt>
                <c:pt idx="598">
                  <c:v>0.257764921</c:v>
                </c:pt>
                <c:pt idx="599">
                  <c:v>0.258373934</c:v>
                </c:pt>
                <c:pt idx="600">
                  <c:v>0.258678441</c:v>
                </c:pt>
                <c:pt idx="601">
                  <c:v>0.258830694</c:v>
                </c:pt>
                <c:pt idx="602">
                  <c:v>0.258906821</c:v>
                </c:pt>
                <c:pt idx="603">
                  <c:v>0.258906821</c:v>
                </c:pt>
                <c:pt idx="604">
                  <c:v>0.259059074</c:v>
                </c:pt>
                <c:pt idx="605">
                  <c:v>0.259059074</c:v>
                </c:pt>
                <c:pt idx="606">
                  <c:v>0.259135201</c:v>
                </c:pt>
                <c:pt idx="607">
                  <c:v>0.259135201</c:v>
                </c:pt>
                <c:pt idx="608">
                  <c:v>0.259211328</c:v>
                </c:pt>
                <c:pt idx="609">
                  <c:v>0.259211328</c:v>
                </c:pt>
                <c:pt idx="610">
                  <c:v>0.259439708</c:v>
                </c:pt>
                <c:pt idx="611">
                  <c:v>0.259439708</c:v>
                </c:pt>
                <c:pt idx="612">
                  <c:v>0.259668088</c:v>
                </c:pt>
                <c:pt idx="613">
                  <c:v>0.259668088</c:v>
                </c:pt>
                <c:pt idx="614">
                  <c:v>0.260124848</c:v>
                </c:pt>
                <c:pt idx="615">
                  <c:v>0.262332521</c:v>
                </c:pt>
                <c:pt idx="616">
                  <c:v>0.262332521</c:v>
                </c:pt>
                <c:pt idx="617">
                  <c:v>0.262941535</c:v>
                </c:pt>
                <c:pt idx="618">
                  <c:v>0.263017661</c:v>
                </c:pt>
                <c:pt idx="619">
                  <c:v>0.263017661</c:v>
                </c:pt>
                <c:pt idx="620">
                  <c:v>0.263169915</c:v>
                </c:pt>
                <c:pt idx="621">
                  <c:v>0.263169915</c:v>
                </c:pt>
                <c:pt idx="622">
                  <c:v>0.263398295</c:v>
                </c:pt>
                <c:pt idx="623">
                  <c:v>0.263550548</c:v>
                </c:pt>
                <c:pt idx="624">
                  <c:v>0.264311815</c:v>
                </c:pt>
                <c:pt idx="625">
                  <c:v>0.264616322</c:v>
                </c:pt>
                <c:pt idx="626">
                  <c:v>0.264692448</c:v>
                </c:pt>
                <c:pt idx="627">
                  <c:v>0.264692448</c:v>
                </c:pt>
                <c:pt idx="628">
                  <c:v>0.264768575</c:v>
                </c:pt>
                <c:pt idx="629">
                  <c:v>0.264768575</c:v>
                </c:pt>
                <c:pt idx="630">
                  <c:v>0.265073082</c:v>
                </c:pt>
                <c:pt idx="631">
                  <c:v>0.265149208</c:v>
                </c:pt>
                <c:pt idx="632">
                  <c:v>0.265149208</c:v>
                </c:pt>
                <c:pt idx="633">
                  <c:v>0.265453715</c:v>
                </c:pt>
                <c:pt idx="634">
                  <c:v>0.265758222</c:v>
                </c:pt>
                <c:pt idx="635">
                  <c:v>0.265758222</c:v>
                </c:pt>
                <c:pt idx="636">
                  <c:v>0.266138855</c:v>
                </c:pt>
                <c:pt idx="637">
                  <c:v>0.266138855</c:v>
                </c:pt>
                <c:pt idx="638">
                  <c:v>0.266595615</c:v>
                </c:pt>
                <c:pt idx="639">
                  <c:v>0.266595615</c:v>
                </c:pt>
                <c:pt idx="640">
                  <c:v>0.266595615</c:v>
                </c:pt>
                <c:pt idx="641">
                  <c:v>0.266671742</c:v>
                </c:pt>
                <c:pt idx="642">
                  <c:v>0.271924482</c:v>
                </c:pt>
                <c:pt idx="643">
                  <c:v>0.272228989</c:v>
                </c:pt>
                <c:pt idx="644">
                  <c:v>0.272381242</c:v>
                </c:pt>
                <c:pt idx="645">
                  <c:v>0.272533496</c:v>
                </c:pt>
                <c:pt idx="646">
                  <c:v>0.272533496</c:v>
                </c:pt>
                <c:pt idx="647">
                  <c:v>0.272685749</c:v>
                </c:pt>
                <c:pt idx="648">
                  <c:v>0.272685749</c:v>
                </c:pt>
                <c:pt idx="649">
                  <c:v>0.272838002</c:v>
                </c:pt>
                <c:pt idx="650">
                  <c:v>0.272838002</c:v>
                </c:pt>
                <c:pt idx="651">
                  <c:v>0.272914129</c:v>
                </c:pt>
                <c:pt idx="652">
                  <c:v>0.272914129</c:v>
                </c:pt>
                <c:pt idx="653">
                  <c:v>0.272914129</c:v>
                </c:pt>
                <c:pt idx="654">
                  <c:v>0.273066382</c:v>
                </c:pt>
                <c:pt idx="655">
                  <c:v>0.275730816</c:v>
                </c:pt>
                <c:pt idx="656">
                  <c:v>0.275730816</c:v>
                </c:pt>
                <c:pt idx="657">
                  <c:v>0.275806943</c:v>
                </c:pt>
                <c:pt idx="658">
                  <c:v>0.275806943</c:v>
                </c:pt>
                <c:pt idx="659">
                  <c:v>0.276111449</c:v>
                </c:pt>
                <c:pt idx="660">
                  <c:v>0.276111449</c:v>
                </c:pt>
                <c:pt idx="661">
                  <c:v>0.276187576</c:v>
                </c:pt>
                <c:pt idx="662">
                  <c:v>0.276187576</c:v>
                </c:pt>
                <c:pt idx="663">
                  <c:v>0.276263703</c:v>
                </c:pt>
                <c:pt idx="664">
                  <c:v>0.276415956</c:v>
                </c:pt>
                <c:pt idx="665">
                  <c:v>0.276644336</c:v>
                </c:pt>
                <c:pt idx="666">
                  <c:v>0.276644336</c:v>
                </c:pt>
                <c:pt idx="667">
                  <c:v>0.276720463</c:v>
                </c:pt>
                <c:pt idx="668">
                  <c:v>0.277786236</c:v>
                </c:pt>
                <c:pt idx="669">
                  <c:v>0.277786236</c:v>
                </c:pt>
                <c:pt idx="670">
                  <c:v>0.278014616</c:v>
                </c:pt>
                <c:pt idx="671">
                  <c:v>0.27816687</c:v>
                </c:pt>
                <c:pt idx="672">
                  <c:v>0.278242996</c:v>
                </c:pt>
                <c:pt idx="673">
                  <c:v>0.27839525</c:v>
                </c:pt>
                <c:pt idx="674">
                  <c:v>0.27839525</c:v>
                </c:pt>
                <c:pt idx="675">
                  <c:v>0.27862363</c:v>
                </c:pt>
                <c:pt idx="676">
                  <c:v>0.278775883</c:v>
                </c:pt>
                <c:pt idx="677">
                  <c:v>0.278775883</c:v>
                </c:pt>
                <c:pt idx="678">
                  <c:v>0.279004263</c:v>
                </c:pt>
                <c:pt idx="679">
                  <c:v>0.279004263</c:v>
                </c:pt>
                <c:pt idx="680">
                  <c:v>0.27908039</c:v>
                </c:pt>
                <c:pt idx="681">
                  <c:v>0.27908039</c:v>
                </c:pt>
                <c:pt idx="682">
                  <c:v>0.279156516</c:v>
                </c:pt>
                <c:pt idx="683">
                  <c:v>0.279232643</c:v>
                </c:pt>
                <c:pt idx="684">
                  <c:v>0.279232643</c:v>
                </c:pt>
                <c:pt idx="685">
                  <c:v>0.27953715</c:v>
                </c:pt>
                <c:pt idx="686">
                  <c:v>0.279613276</c:v>
                </c:pt>
                <c:pt idx="687">
                  <c:v>0.27976553</c:v>
                </c:pt>
                <c:pt idx="688">
                  <c:v>0.27976553</c:v>
                </c:pt>
                <c:pt idx="689">
                  <c:v>0.27976553</c:v>
                </c:pt>
                <c:pt idx="690">
                  <c:v>0.27976553</c:v>
                </c:pt>
                <c:pt idx="691">
                  <c:v>0.280070037</c:v>
                </c:pt>
                <c:pt idx="692">
                  <c:v>0.28067905</c:v>
                </c:pt>
                <c:pt idx="693">
                  <c:v>0.280831303</c:v>
                </c:pt>
                <c:pt idx="694">
                  <c:v>0.280831303</c:v>
                </c:pt>
                <c:pt idx="695">
                  <c:v>0.280983557</c:v>
                </c:pt>
                <c:pt idx="696">
                  <c:v>0.28113581</c:v>
                </c:pt>
                <c:pt idx="697">
                  <c:v>0.28136419</c:v>
                </c:pt>
                <c:pt idx="698">
                  <c:v>0.28136419</c:v>
                </c:pt>
                <c:pt idx="699">
                  <c:v>0.28159257</c:v>
                </c:pt>
                <c:pt idx="700">
                  <c:v>0.28159257</c:v>
                </c:pt>
                <c:pt idx="701">
                  <c:v>0.28159257</c:v>
                </c:pt>
                <c:pt idx="702">
                  <c:v>0.28182095</c:v>
                </c:pt>
                <c:pt idx="703">
                  <c:v>0.281897077</c:v>
                </c:pt>
                <c:pt idx="704">
                  <c:v>0.281897077</c:v>
                </c:pt>
                <c:pt idx="705">
                  <c:v>0.283038977</c:v>
                </c:pt>
                <c:pt idx="706">
                  <c:v>0.28319123</c:v>
                </c:pt>
                <c:pt idx="707">
                  <c:v>0.283571864</c:v>
                </c:pt>
                <c:pt idx="708">
                  <c:v>0.283800244</c:v>
                </c:pt>
                <c:pt idx="709">
                  <c:v>0.283800244</c:v>
                </c:pt>
                <c:pt idx="710">
                  <c:v>0.28387637</c:v>
                </c:pt>
                <c:pt idx="711">
                  <c:v>0.28387637</c:v>
                </c:pt>
                <c:pt idx="712">
                  <c:v>0.283952497</c:v>
                </c:pt>
                <c:pt idx="713">
                  <c:v>0.283952497</c:v>
                </c:pt>
                <c:pt idx="714">
                  <c:v>0.284028624</c:v>
                </c:pt>
                <c:pt idx="715">
                  <c:v>0.284028624</c:v>
                </c:pt>
                <c:pt idx="716">
                  <c:v>0.284257004</c:v>
                </c:pt>
                <c:pt idx="717">
                  <c:v>0.284257004</c:v>
                </c:pt>
                <c:pt idx="718">
                  <c:v>0.284409257</c:v>
                </c:pt>
                <c:pt idx="719">
                  <c:v>0.284409257</c:v>
                </c:pt>
                <c:pt idx="720">
                  <c:v>0.284637637</c:v>
                </c:pt>
                <c:pt idx="721">
                  <c:v>0.28478989</c:v>
                </c:pt>
                <c:pt idx="722">
                  <c:v>0.28478989</c:v>
                </c:pt>
                <c:pt idx="723">
                  <c:v>0.284866017</c:v>
                </c:pt>
                <c:pt idx="724">
                  <c:v>0.285094397</c:v>
                </c:pt>
                <c:pt idx="725">
                  <c:v>0.28524665</c:v>
                </c:pt>
                <c:pt idx="726">
                  <c:v>0.28524665</c:v>
                </c:pt>
                <c:pt idx="727">
                  <c:v>0.285322777</c:v>
                </c:pt>
                <c:pt idx="728">
                  <c:v>0.28570341</c:v>
                </c:pt>
                <c:pt idx="729">
                  <c:v>0.28593179</c:v>
                </c:pt>
                <c:pt idx="730">
                  <c:v>0.28593179</c:v>
                </c:pt>
                <c:pt idx="731">
                  <c:v>0.287149817</c:v>
                </c:pt>
                <c:pt idx="732">
                  <c:v>0.287225944</c:v>
                </c:pt>
                <c:pt idx="733">
                  <c:v>0.287225944</c:v>
                </c:pt>
                <c:pt idx="734">
                  <c:v>0.287302071</c:v>
                </c:pt>
                <c:pt idx="735">
                  <c:v>0.287302071</c:v>
                </c:pt>
                <c:pt idx="736">
                  <c:v>0.287530451</c:v>
                </c:pt>
                <c:pt idx="737">
                  <c:v>0.287530451</c:v>
                </c:pt>
                <c:pt idx="738">
                  <c:v>0.287682704</c:v>
                </c:pt>
                <c:pt idx="739">
                  <c:v>0.288748477</c:v>
                </c:pt>
                <c:pt idx="740">
                  <c:v>0.288748477</c:v>
                </c:pt>
                <c:pt idx="741">
                  <c:v>0.289129111</c:v>
                </c:pt>
                <c:pt idx="742">
                  <c:v>0.289129111</c:v>
                </c:pt>
                <c:pt idx="743">
                  <c:v>0.289129111</c:v>
                </c:pt>
                <c:pt idx="744">
                  <c:v>0.289585871</c:v>
                </c:pt>
                <c:pt idx="745">
                  <c:v>0.289890378</c:v>
                </c:pt>
                <c:pt idx="746">
                  <c:v>0.289890378</c:v>
                </c:pt>
                <c:pt idx="747">
                  <c:v>0.289966504</c:v>
                </c:pt>
                <c:pt idx="748">
                  <c:v>0.290118758</c:v>
                </c:pt>
                <c:pt idx="749">
                  <c:v>0.290194884</c:v>
                </c:pt>
                <c:pt idx="750">
                  <c:v>0.290194884</c:v>
                </c:pt>
                <c:pt idx="751">
                  <c:v>0.290271011</c:v>
                </c:pt>
                <c:pt idx="752">
                  <c:v>0.290423264</c:v>
                </c:pt>
                <c:pt idx="753">
                  <c:v>0.290499391</c:v>
                </c:pt>
                <c:pt idx="754">
                  <c:v>0.290499391</c:v>
                </c:pt>
                <c:pt idx="755">
                  <c:v>0.290727771</c:v>
                </c:pt>
                <c:pt idx="756">
                  <c:v>0.290727771</c:v>
                </c:pt>
                <c:pt idx="757">
                  <c:v>0.290880024</c:v>
                </c:pt>
                <c:pt idx="758">
                  <c:v>0.290880024</c:v>
                </c:pt>
                <c:pt idx="759">
                  <c:v>0.291108404</c:v>
                </c:pt>
                <c:pt idx="760">
                  <c:v>0.291108404</c:v>
                </c:pt>
                <c:pt idx="761">
                  <c:v>0.291184531</c:v>
                </c:pt>
                <c:pt idx="762">
                  <c:v>0.291184531</c:v>
                </c:pt>
                <c:pt idx="763">
                  <c:v>0.291260658</c:v>
                </c:pt>
                <c:pt idx="764">
                  <c:v>0.291260658</c:v>
                </c:pt>
                <c:pt idx="765">
                  <c:v>0.291412911</c:v>
                </c:pt>
                <c:pt idx="766">
                  <c:v>0.291412911</c:v>
                </c:pt>
                <c:pt idx="767">
                  <c:v>0.291717418</c:v>
                </c:pt>
                <c:pt idx="768">
                  <c:v>0.291717418</c:v>
                </c:pt>
                <c:pt idx="769">
                  <c:v>0.291793544</c:v>
                </c:pt>
                <c:pt idx="770">
                  <c:v>0.291793544</c:v>
                </c:pt>
                <c:pt idx="771">
                  <c:v>0.292098051</c:v>
                </c:pt>
                <c:pt idx="772">
                  <c:v>0.294305725</c:v>
                </c:pt>
                <c:pt idx="773">
                  <c:v>0.294381851</c:v>
                </c:pt>
                <c:pt idx="774">
                  <c:v>0.294534105</c:v>
                </c:pt>
                <c:pt idx="775">
                  <c:v>0.294838611</c:v>
                </c:pt>
                <c:pt idx="776">
                  <c:v>0.294838611</c:v>
                </c:pt>
                <c:pt idx="777">
                  <c:v>0.294914738</c:v>
                </c:pt>
                <c:pt idx="778">
                  <c:v>0.294914738</c:v>
                </c:pt>
                <c:pt idx="779">
                  <c:v>0.295219245</c:v>
                </c:pt>
                <c:pt idx="780">
                  <c:v>0.295447625</c:v>
                </c:pt>
                <c:pt idx="781">
                  <c:v>0.295828258</c:v>
                </c:pt>
                <c:pt idx="782">
                  <c:v>0.295828258</c:v>
                </c:pt>
                <c:pt idx="783">
                  <c:v>0.295904385</c:v>
                </c:pt>
                <c:pt idx="784">
                  <c:v>0.295904385</c:v>
                </c:pt>
                <c:pt idx="785">
                  <c:v>0.295980512</c:v>
                </c:pt>
                <c:pt idx="786">
                  <c:v>0.297046285</c:v>
                </c:pt>
                <c:pt idx="787">
                  <c:v>0.297046285</c:v>
                </c:pt>
                <c:pt idx="788">
                  <c:v>0.297122412</c:v>
                </c:pt>
                <c:pt idx="789">
                  <c:v>0.297122412</c:v>
                </c:pt>
                <c:pt idx="790">
                  <c:v>0.297198538</c:v>
                </c:pt>
                <c:pt idx="791">
                  <c:v>0.297350792</c:v>
                </c:pt>
                <c:pt idx="792">
                  <c:v>0.297426918</c:v>
                </c:pt>
                <c:pt idx="793">
                  <c:v>0.297426918</c:v>
                </c:pt>
                <c:pt idx="794">
                  <c:v>0.297731425</c:v>
                </c:pt>
                <c:pt idx="795">
                  <c:v>0.297731425</c:v>
                </c:pt>
                <c:pt idx="796">
                  <c:v>0.297807552</c:v>
                </c:pt>
                <c:pt idx="797">
                  <c:v>0.297807552</c:v>
                </c:pt>
                <c:pt idx="798">
                  <c:v>0.297959805</c:v>
                </c:pt>
                <c:pt idx="799">
                  <c:v>0.298112058</c:v>
                </c:pt>
                <c:pt idx="800">
                  <c:v>0.298873325</c:v>
                </c:pt>
                <c:pt idx="801">
                  <c:v>0.299025579</c:v>
                </c:pt>
                <c:pt idx="802">
                  <c:v>0.299025579</c:v>
                </c:pt>
                <c:pt idx="803">
                  <c:v>0.299177832</c:v>
                </c:pt>
                <c:pt idx="804">
                  <c:v>0.299330085</c:v>
                </c:pt>
                <c:pt idx="805">
                  <c:v>0.300091352</c:v>
                </c:pt>
                <c:pt idx="806">
                  <c:v>0.301842266</c:v>
                </c:pt>
                <c:pt idx="807">
                  <c:v>0.302146772</c:v>
                </c:pt>
                <c:pt idx="808">
                  <c:v>0.302146772</c:v>
                </c:pt>
                <c:pt idx="809">
                  <c:v>0.302299026</c:v>
                </c:pt>
                <c:pt idx="810">
                  <c:v>0.302451279</c:v>
                </c:pt>
                <c:pt idx="811">
                  <c:v>0.302451279</c:v>
                </c:pt>
                <c:pt idx="812">
                  <c:v>0.302527406</c:v>
                </c:pt>
                <c:pt idx="813">
                  <c:v>0.302527406</c:v>
                </c:pt>
                <c:pt idx="814">
                  <c:v>0.302527406</c:v>
                </c:pt>
                <c:pt idx="815">
                  <c:v>0.302831912</c:v>
                </c:pt>
                <c:pt idx="816">
                  <c:v>0.303517052</c:v>
                </c:pt>
                <c:pt idx="817">
                  <c:v>0.303593179</c:v>
                </c:pt>
                <c:pt idx="818">
                  <c:v>0.304582826</c:v>
                </c:pt>
                <c:pt idx="819">
                  <c:v>0.305267966</c:v>
                </c:pt>
                <c:pt idx="820">
                  <c:v>0.305496346</c:v>
                </c:pt>
                <c:pt idx="821">
                  <c:v>0.305496346</c:v>
                </c:pt>
                <c:pt idx="822">
                  <c:v>0.305648599</c:v>
                </c:pt>
                <c:pt idx="823">
                  <c:v>0.305800853</c:v>
                </c:pt>
                <c:pt idx="824">
                  <c:v>0.306029233</c:v>
                </c:pt>
                <c:pt idx="825">
                  <c:v>0.306029233</c:v>
                </c:pt>
                <c:pt idx="826">
                  <c:v>0.306105359</c:v>
                </c:pt>
                <c:pt idx="827">
                  <c:v>0.306638246</c:v>
                </c:pt>
                <c:pt idx="828">
                  <c:v>0.306638246</c:v>
                </c:pt>
                <c:pt idx="829">
                  <c:v>0.306942753</c:v>
                </c:pt>
                <c:pt idx="830">
                  <c:v>0.307247259</c:v>
                </c:pt>
                <c:pt idx="831">
                  <c:v>0.307551766</c:v>
                </c:pt>
                <c:pt idx="832">
                  <c:v>0.30838916</c:v>
                </c:pt>
                <c:pt idx="833">
                  <c:v>0.308541413</c:v>
                </c:pt>
                <c:pt idx="834">
                  <c:v>0.308541413</c:v>
                </c:pt>
                <c:pt idx="835">
                  <c:v>0.308998173</c:v>
                </c:pt>
                <c:pt idx="836">
                  <c:v>0.308998173</c:v>
                </c:pt>
                <c:pt idx="837">
                  <c:v>0.310749086</c:v>
                </c:pt>
                <c:pt idx="838">
                  <c:v>0.310749086</c:v>
                </c:pt>
                <c:pt idx="839">
                  <c:v>0.312195493</c:v>
                </c:pt>
                <c:pt idx="840">
                  <c:v>0.31227162</c:v>
                </c:pt>
                <c:pt idx="841">
                  <c:v>0.31227162</c:v>
                </c:pt>
                <c:pt idx="842">
                  <c:v>0.312347747</c:v>
                </c:pt>
                <c:pt idx="843">
                  <c:v>0.312347747</c:v>
                </c:pt>
                <c:pt idx="844">
                  <c:v>0.3125</c:v>
                </c:pt>
                <c:pt idx="845">
                  <c:v>0.312576127</c:v>
                </c:pt>
                <c:pt idx="846">
                  <c:v>0.312576127</c:v>
                </c:pt>
                <c:pt idx="847">
                  <c:v>0.31272838</c:v>
                </c:pt>
                <c:pt idx="848">
                  <c:v>0.31272838</c:v>
                </c:pt>
                <c:pt idx="849">
                  <c:v>0.312804507</c:v>
                </c:pt>
                <c:pt idx="850">
                  <c:v>0.312804507</c:v>
                </c:pt>
                <c:pt idx="851">
                  <c:v>0.312880633</c:v>
                </c:pt>
                <c:pt idx="852">
                  <c:v>0.313565773</c:v>
                </c:pt>
                <c:pt idx="853">
                  <c:v>0.313718027</c:v>
                </c:pt>
                <c:pt idx="854">
                  <c:v>0.313718027</c:v>
                </c:pt>
                <c:pt idx="855">
                  <c:v>0.31387028</c:v>
                </c:pt>
                <c:pt idx="856">
                  <c:v>0.31387028</c:v>
                </c:pt>
                <c:pt idx="857">
                  <c:v>0.314022533</c:v>
                </c:pt>
                <c:pt idx="858">
                  <c:v>0.314022533</c:v>
                </c:pt>
                <c:pt idx="859">
                  <c:v>0.31409866</c:v>
                </c:pt>
                <c:pt idx="860">
                  <c:v>0.314174787</c:v>
                </c:pt>
                <c:pt idx="861">
                  <c:v>0.314174787</c:v>
                </c:pt>
                <c:pt idx="862">
                  <c:v>0.314250914</c:v>
                </c:pt>
                <c:pt idx="863">
                  <c:v>0.315088307</c:v>
                </c:pt>
                <c:pt idx="864">
                  <c:v>0.315316687</c:v>
                </c:pt>
                <c:pt idx="865">
                  <c:v>0.31546894</c:v>
                </c:pt>
                <c:pt idx="866">
                  <c:v>0.31546894</c:v>
                </c:pt>
                <c:pt idx="867">
                  <c:v>0.315545067</c:v>
                </c:pt>
                <c:pt idx="868">
                  <c:v>0.315545067</c:v>
                </c:pt>
                <c:pt idx="869">
                  <c:v>0.315621194</c:v>
                </c:pt>
                <c:pt idx="870">
                  <c:v>0.315621194</c:v>
                </c:pt>
                <c:pt idx="871">
                  <c:v>0.315849574</c:v>
                </c:pt>
                <c:pt idx="872">
                  <c:v>0.315849574</c:v>
                </c:pt>
                <c:pt idx="873">
                  <c:v>0.3159257</c:v>
                </c:pt>
                <c:pt idx="874">
                  <c:v>0.316077954</c:v>
                </c:pt>
                <c:pt idx="875">
                  <c:v>0.31638246</c:v>
                </c:pt>
                <c:pt idx="876">
                  <c:v>0.316458587</c:v>
                </c:pt>
                <c:pt idx="877">
                  <c:v>0.316458587</c:v>
                </c:pt>
                <c:pt idx="878">
                  <c:v>0.31661084</c:v>
                </c:pt>
                <c:pt idx="879">
                  <c:v>0.31661084</c:v>
                </c:pt>
                <c:pt idx="880">
                  <c:v>0.316686967</c:v>
                </c:pt>
                <c:pt idx="881">
                  <c:v>0.316686967</c:v>
                </c:pt>
                <c:pt idx="882">
                  <c:v>0.31683922</c:v>
                </c:pt>
                <c:pt idx="883">
                  <c:v>0.31683922</c:v>
                </c:pt>
                <c:pt idx="884">
                  <c:v>0.316915347</c:v>
                </c:pt>
                <c:pt idx="885">
                  <c:v>0.316915347</c:v>
                </c:pt>
                <c:pt idx="886">
                  <c:v>0.317219854</c:v>
                </c:pt>
                <c:pt idx="887">
                  <c:v>0.317219854</c:v>
                </c:pt>
                <c:pt idx="888">
                  <c:v>0.317448234</c:v>
                </c:pt>
                <c:pt idx="889">
                  <c:v>0.317448234</c:v>
                </c:pt>
                <c:pt idx="890">
                  <c:v>0.317524361</c:v>
                </c:pt>
                <c:pt idx="891">
                  <c:v>0.317524361</c:v>
                </c:pt>
                <c:pt idx="892">
                  <c:v>0.317676614</c:v>
                </c:pt>
                <c:pt idx="893">
                  <c:v>0.317676614</c:v>
                </c:pt>
                <c:pt idx="894">
                  <c:v>0.317828867</c:v>
                </c:pt>
                <c:pt idx="895">
                  <c:v>0.317828867</c:v>
                </c:pt>
                <c:pt idx="896">
                  <c:v>0.317904994</c:v>
                </c:pt>
                <c:pt idx="897">
                  <c:v>0.317904994</c:v>
                </c:pt>
                <c:pt idx="898">
                  <c:v>0.318057247</c:v>
                </c:pt>
                <c:pt idx="899">
                  <c:v>0.318209501</c:v>
                </c:pt>
                <c:pt idx="900">
                  <c:v>0.318209501</c:v>
                </c:pt>
                <c:pt idx="901">
                  <c:v>0.318285627</c:v>
                </c:pt>
                <c:pt idx="902">
                  <c:v>0.319046894</c:v>
                </c:pt>
                <c:pt idx="903">
                  <c:v>0.319123021</c:v>
                </c:pt>
                <c:pt idx="904">
                  <c:v>0.319123021</c:v>
                </c:pt>
                <c:pt idx="905">
                  <c:v>0.319199147</c:v>
                </c:pt>
                <c:pt idx="906">
                  <c:v>0.319199147</c:v>
                </c:pt>
                <c:pt idx="907">
                  <c:v>0.319503654</c:v>
                </c:pt>
                <c:pt idx="908">
                  <c:v>0.319503654</c:v>
                </c:pt>
                <c:pt idx="909">
                  <c:v>0.319579781</c:v>
                </c:pt>
                <c:pt idx="910">
                  <c:v>0.319808161</c:v>
                </c:pt>
                <c:pt idx="911">
                  <c:v>0.320036541</c:v>
                </c:pt>
                <c:pt idx="912">
                  <c:v>0.320036541</c:v>
                </c:pt>
                <c:pt idx="913">
                  <c:v>0.320112667</c:v>
                </c:pt>
                <c:pt idx="914">
                  <c:v>0.320112667</c:v>
                </c:pt>
                <c:pt idx="915">
                  <c:v>0.320188794</c:v>
                </c:pt>
                <c:pt idx="916">
                  <c:v>0.320341048</c:v>
                </c:pt>
                <c:pt idx="917">
                  <c:v>0.320417174</c:v>
                </c:pt>
                <c:pt idx="918">
                  <c:v>0.320417174</c:v>
                </c:pt>
                <c:pt idx="919">
                  <c:v>0.320493301</c:v>
                </c:pt>
                <c:pt idx="920">
                  <c:v>0.320493301</c:v>
                </c:pt>
                <c:pt idx="921">
                  <c:v>0.320721681</c:v>
                </c:pt>
                <c:pt idx="922">
                  <c:v>0.320721681</c:v>
                </c:pt>
                <c:pt idx="923">
                  <c:v>0.320873934</c:v>
                </c:pt>
                <c:pt idx="924">
                  <c:v>0.320873934</c:v>
                </c:pt>
                <c:pt idx="925">
                  <c:v>0.320950061</c:v>
                </c:pt>
                <c:pt idx="926">
                  <c:v>0.320950061</c:v>
                </c:pt>
                <c:pt idx="927">
                  <c:v>0.320950061</c:v>
                </c:pt>
                <c:pt idx="928">
                  <c:v>0.321102314</c:v>
                </c:pt>
                <c:pt idx="929">
                  <c:v>0.321102314</c:v>
                </c:pt>
                <c:pt idx="930">
                  <c:v>0.321178441</c:v>
                </c:pt>
                <c:pt idx="931">
                  <c:v>0.321178441</c:v>
                </c:pt>
                <c:pt idx="932">
                  <c:v>0.321406821</c:v>
                </c:pt>
                <c:pt idx="933">
                  <c:v>0.321406821</c:v>
                </c:pt>
                <c:pt idx="934">
                  <c:v>0.321863581</c:v>
                </c:pt>
                <c:pt idx="935">
                  <c:v>0.322015834</c:v>
                </c:pt>
                <c:pt idx="936">
                  <c:v>0.322091961</c:v>
                </c:pt>
                <c:pt idx="937">
                  <c:v>0.322853228</c:v>
                </c:pt>
                <c:pt idx="938">
                  <c:v>0.323081608</c:v>
                </c:pt>
                <c:pt idx="939">
                  <c:v>0.323233861</c:v>
                </c:pt>
                <c:pt idx="940">
                  <c:v>0.323233861</c:v>
                </c:pt>
                <c:pt idx="941">
                  <c:v>0.323766748</c:v>
                </c:pt>
                <c:pt idx="942">
                  <c:v>0.323766748</c:v>
                </c:pt>
                <c:pt idx="943">
                  <c:v>0.323919001</c:v>
                </c:pt>
                <c:pt idx="944">
                  <c:v>0.324071255</c:v>
                </c:pt>
                <c:pt idx="945">
                  <c:v>0.324071255</c:v>
                </c:pt>
                <c:pt idx="946">
                  <c:v>0.324147381</c:v>
                </c:pt>
                <c:pt idx="947">
                  <c:v>0.324147381</c:v>
                </c:pt>
                <c:pt idx="948">
                  <c:v>0.324299635</c:v>
                </c:pt>
                <c:pt idx="949">
                  <c:v>0.324680268</c:v>
                </c:pt>
                <c:pt idx="950">
                  <c:v>0.324832521</c:v>
                </c:pt>
                <c:pt idx="951">
                  <c:v>0.324908648</c:v>
                </c:pt>
                <c:pt idx="952">
                  <c:v>0.324908648</c:v>
                </c:pt>
                <c:pt idx="953">
                  <c:v>0.325289281</c:v>
                </c:pt>
                <c:pt idx="954">
                  <c:v>0.325289281</c:v>
                </c:pt>
                <c:pt idx="955">
                  <c:v>0.325365408</c:v>
                </c:pt>
                <c:pt idx="956">
                  <c:v>0.325365408</c:v>
                </c:pt>
                <c:pt idx="957">
                  <c:v>0.325746041</c:v>
                </c:pt>
                <c:pt idx="958">
                  <c:v>0.325746041</c:v>
                </c:pt>
                <c:pt idx="959">
                  <c:v>0.325822168</c:v>
                </c:pt>
                <c:pt idx="960">
                  <c:v>0.325822168</c:v>
                </c:pt>
                <c:pt idx="961">
                  <c:v>0.325974421</c:v>
                </c:pt>
                <c:pt idx="962">
                  <c:v>0.325974421</c:v>
                </c:pt>
                <c:pt idx="963">
                  <c:v>0.326278928</c:v>
                </c:pt>
                <c:pt idx="964">
                  <c:v>0.326431181</c:v>
                </c:pt>
                <c:pt idx="965">
                  <c:v>0.326583435</c:v>
                </c:pt>
                <c:pt idx="966">
                  <c:v>0.326583435</c:v>
                </c:pt>
                <c:pt idx="967">
                  <c:v>0.326887942</c:v>
                </c:pt>
                <c:pt idx="968">
                  <c:v>0.326887942</c:v>
                </c:pt>
                <c:pt idx="969">
                  <c:v>0.327040195</c:v>
                </c:pt>
                <c:pt idx="970">
                  <c:v>0.327040195</c:v>
                </c:pt>
                <c:pt idx="971">
                  <c:v>0.327268575</c:v>
                </c:pt>
                <c:pt idx="972">
                  <c:v>0.327268575</c:v>
                </c:pt>
                <c:pt idx="973">
                  <c:v>0.327344702</c:v>
                </c:pt>
                <c:pt idx="974">
                  <c:v>0.327344702</c:v>
                </c:pt>
                <c:pt idx="975">
                  <c:v>0.327344702</c:v>
                </c:pt>
                <c:pt idx="976">
                  <c:v>0.327420828</c:v>
                </c:pt>
                <c:pt idx="977">
                  <c:v>0.327573082</c:v>
                </c:pt>
                <c:pt idx="978">
                  <c:v>0.327649208</c:v>
                </c:pt>
                <c:pt idx="979">
                  <c:v>0.327725335</c:v>
                </c:pt>
                <c:pt idx="980">
                  <c:v>0.327877588</c:v>
                </c:pt>
                <c:pt idx="981">
                  <c:v>0.327877588</c:v>
                </c:pt>
                <c:pt idx="982">
                  <c:v>0.327953715</c:v>
                </c:pt>
                <c:pt idx="983">
                  <c:v>0.327953715</c:v>
                </c:pt>
                <c:pt idx="984">
                  <c:v>0.327953715</c:v>
                </c:pt>
                <c:pt idx="985">
                  <c:v>0.328486602</c:v>
                </c:pt>
                <c:pt idx="986">
                  <c:v>0.328486602</c:v>
                </c:pt>
                <c:pt idx="987">
                  <c:v>0.328638855</c:v>
                </c:pt>
                <c:pt idx="988">
                  <c:v>0.328638855</c:v>
                </c:pt>
                <c:pt idx="989">
                  <c:v>0.328714982</c:v>
                </c:pt>
                <c:pt idx="990">
                  <c:v>0.328714982</c:v>
                </c:pt>
                <c:pt idx="991">
                  <c:v>0.328943362</c:v>
                </c:pt>
                <c:pt idx="992">
                  <c:v>0.328943362</c:v>
                </c:pt>
                <c:pt idx="993">
                  <c:v>0.329019488</c:v>
                </c:pt>
                <c:pt idx="994">
                  <c:v>0.329019488</c:v>
                </c:pt>
                <c:pt idx="995">
                  <c:v>0.329476248</c:v>
                </c:pt>
                <c:pt idx="996">
                  <c:v>0.329628502</c:v>
                </c:pt>
                <c:pt idx="997">
                  <c:v>0.329780755</c:v>
                </c:pt>
                <c:pt idx="998">
                  <c:v>0.329780755</c:v>
                </c:pt>
                <c:pt idx="999">
                  <c:v>0.329933009</c:v>
                </c:pt>
                <c:pt idx="1000">
                  <c:v>0.330085262</c:v>
                </c:pt>
                <c:pt idx="1001">
                  <c:v>0.330161389</c:v>
                </c:pt>
                <c:pt idx="1002">
                  <c:v>0.330313642</c:v>
                </c:pt>
                <c:pt idx="1003">
                  <c:v>0.330465895</c:v>
                </c:pt>
                <c:pt idx="1004">
                  <c:v>0.330465895</c:v>
                </c:pt>
                <c:pt idx="1005">
                  <c:v>0.330542022</c:v>
                </c:pt>
                <c:pt idx="1006">
                  <c:v>0.330846529</c:v>
                </c:pt>
                <c:pt idx="1007">
                  <c:v>0.330846529</c:v>
                </c:pt>
                <c:pt idx="1008">
                  <c:v>0.330922655</c:v>
                </c:pt>
                <c:pt idx="1009">
                  <c:v>0.330922655</c:v>
                </c:pt>
                <c:pt idx="1010">
                  <c:v>0.331074909</c:v>
                </c:pt>
                <c:pt idx="1011">
                  <c:v>0.331074909</c:v>
                </c:pt>
                <c:pt idx="1012">
                  <c:v>0.331151035</c:v>
                </c:pt>
                <c:pt idx="1013">
                  <c:v>0.331151035</c:v>
                </c:pt>
                <c:pt idx="1014">
                  <c:v>0.331303289</c:v>
                </c:pt>
                <c:pt idx="1015">
                  <c:v>0.331303289</c:v>
                </c:pt>
                <c:pt idx="1016">
                  <c:v>0.331455542</c:v>
                </c:pt>
                <c:pt idx="1017">
                  <c:v>0.331455542</c:v>
                </c:pt>
                <c:pt idx="1018">
                  <c:v>0.331607795</c:v>
                </c:pt>
                <c:pt idx="1019">
                  <c:v>0.331836175</c:v>
                </c:pt>
                <c:pt idx="1020">
                  <c:v>0.332064555</c:v>
                </c:pt>
                <c:pt idx="1021">
                  <c:v>0.332064555</c:v>
                </c:pt>
                <c:pt idx="1022">
                  <c:v>0.332216809</c:v>
                </c:pt>
                <c:pt idx="1023">
                  <c:v>0.332216809</c:v>
                </c:pt>
                <c:pt idx="1024">
                  <c:v>0.332369062</c:v>
                </c:pt>
                <c:pt idx="1025">
                  <c:v>0.333054202</c:v>
                </c:pt>
                <c:pt idx="1026">
                  <c:v>0.333130329</c:v>
                </c:pt>
                <c:pt idx="1027">
                  <c:v>0.333130329</c:v>
                </c:pt>
                <c:pt idx="1028">
                  <c:v>0.333282582</c:v>
                </c:pt>
                <c:pt idx="1029">
                  <c:v>0.333587089</c:v>
                </c:pt>
                <c:pt idx="1030">
                  <c:v>0.333739342</c:v>
                </c:pt>
                <c:pt idx="1031">
                  <c:v>0.333891596</c:v>
                </c:pt>
                <c:pt idx="1032">
                  <c:v>0.336099269</c:v>
                </c:pt>
                <c:pt idx="1033">
                  <c:v>0.336251523</c:v>
                </c:pt>
                <c:pt idx="1034">
                  <c:v>0.336479903</c:v>
                </c:pt>
                <c:pt idx="1035">
                  <c:v>0.336479903</c:v>
                </c:pt>
                <c:pt idx="1036">
                  <c:v>0.336556029</c:v>
                </c:pt>
                <c:pt idx="1037">
                  <c:v>0.336708283</c:v>
                </c:pt>
                <c:pt idx="1038">
                  <c:v>0.336784409</c:v>
                </c:pt>
                <c:pt idx="1039">
                  <c:v>0.336784409</c:v>
                </c:pt>
                <c:pt idx="1040">
                  <c:v>0.336860536</c:v>
                </c:pt>
                <c:pt idx="1041">
                  <c:v>0.336860536</c:v>
                </c:pt>
                <c:pt idx="1042">
                  <c:v>0.336936663</c:v>
                </c:pt>
                <c:pt idx="1043">
                  <c:v>0.336936663</c:v>
                </c:pt>
                <c:pt idx="1044">
                  <c:v>0.337241169</c:v>
                </c:pt>
                <c:pt idx="1045">
                  <c:v>0.337241169</c:v>
                </c:pt>
                <c:pt idx="1046">
                  <c:v>0.337393423</c:v>
                </c:pt>
                <c:pt idx="1047">
                  <c:v>0.337469549</c:v>
                </c:pt>
                <c:pt idx="1048">
                  <c:v>0.337469549</c:v>
                </c:pt>
                <c:pt idx="1049">
                  <c:v>0.337697929</c:v>
                </c:pt>
                <c:pt idx="1050">
                  <c:v>0.337697929</c:v>
                </c:pt>
                <c:pt idx="1051">
                  <c:v>0.337850183</c:v>
                </c:pt>
                <c:pt idx="1052">
                  <c:v>0.337850183</c:v>
                </c:pt>
                <c:pt idx="1053">
                  <c:v>0.337926309</c:v>
                </c:pt>
                <c:pt idx="1054">
                  <c:v>0.337926309</c:v>
                </c:pt>
                <c:pt idx="1055">
                  <c:v>0.338078563</c:v>
                </c:pt>
                <c:pt idx="1056">
                  <c:v>0.338078563</c:v>
                </c:pt>
                <c:pt idx="1057">
                  <c:v>0.338230816</c:v>
                </c:pt>
                <c:pt idx="1058">
                  <c:v>0.338230816</c:v>
                </c:pt>
                <c:pt idx="1059">
                  <c:v>0.338383069</c:v>
                </c:pt>
                <c:pt idx="1060">
                  <c:v>0.338535323</c:v>
                </c:pt>
                <c:pt idx="1061">
                  <c:v>0.338611449</c:v>
                </c:pt>
                <c:pt idx="1062">
                  <c:v>0.338611449</c:v>
                </c:pt>
                <c:pt idx="1063">
                  <c:v>0.338763703</c:v>
                </c:pt>
                <c:pt idx="1064">
                  <c:v>0.338763703</c:v>
                </c:pt>
                <c:pt idx="1065">
                  <c:v>0.338839829</c:v>
                </c:pt>
                <c:pt idx="1066">
                  <c:v>0.338839829</c:v>
                </c:pt>
                <c:pt idx="1067">
                  <c:v>0.33906821</c:v>
                </c:pt>
                <c:pt idx="1068">
                  <c:v>0.33906821</c:v>
                </c:pt>
                <c:pt idx="1069">
                  <c:v>0.339144336</c:v>
                </c:pt>
                <c:pt idx="1070">
                  <c:v>0.339144336</c:v>
                </c:pt>
                <c:pt idx="1071">
                  <c:v>0.339448843</c:v>
                </c:pt>
                <c:pt idx="1072">
                  <c:v>0.339905603</c:v>
                </c:pt>
                <c:pt idx="1073">
                  <c:v>0.339905603</c:v>
                </c:pt>
                <c:pt idx="1074">
                  <c:v>0.34021011</c:v>
                </c:pt>
                <c:pt idx="1075">
                  <c:v>0.34021011</c:v>
                </c:pt>
                <c:pt idx="1076">
                  <c:v>0.340286236</c:v>
                </c:pt>
                <c:pt idx="1077">
                  <c:v>0.340286236</c:v>
                </c:pt>
                <c:pt idx="1078">
                  <c:v>0.34043849</c:v>
                </c:pt>
                <c:pt idx="1079">
                  <c:v>0.34043849</c:v>
                </c:pt>
                <c:pt idx="1080">
                  <c:v>0.34043849</c:v>
                </c:pt>
                <c:pt idx="1081">
                  <c:v>0.340590743</c:v>
                </c:pt>
                <c:pt idx="1082">
                  <c:v>0.340590743</c:v>
                </c:pt>
                <c:pt idx="1083">
                  <c:v>0.34066687</c:v>
                </c:pt>
                <c:pt idx="1084">
                  <c:v>0.34066687</c:v>
                </c:pt>
                <c:pt idx="1085">
                  <c:v>0.34089525</c:v>
                </c:pt>
                <c:pt idx="1086">
                  <c:v>0.34089525</c:v>
                </c:pt>
                <c:pt idx="1087">
                  <c:v>0.340971376</c:v>
                </c:pt>
                <c:pt idx="1088">
                  <c:v>0.340971376</c:v>
                </c:pt>
                <c:pt idx="1089">
                  <c:v>0.34135201</c:v>
                </c:pt>
                <c:pt idx="1090">
                  <c:v>0.34135201</c:v>
                </c:pt>
                <c:pt idx="1091">
                  <c:v>0.34158039</c:v>
                </c:pt>
                <c:pt idx="1092">
                  <c:v>0.34158039</c:v>
                </c:pt>
                <c:pt idx="1093">
                  <c:v>0.34158039</c:v>
                </c:pt>
                <c:pt idx="1094">
                  <c:v>0.341656516</c:v>
                </c:pt>
                <c:pt idx="1095">
                  <c:v>0.34180877</c:v>
                </c:pt>
                <c:pt idx="1096">
                  <c:v>0.34180877</c:v>
                </c:pt>
                <c:pt idx="1097">
                  <c:v>0.341961023</c:v>
                </c:pt>
                <c:pt idx="1098">
                  <c:v>0.342113276</c:v>
                </c:pt>
                <c:pt idx="1099">
                  <c:v>0.342189403</c:v>
                </c:pt>
                <c:pt idx="1100">
                  <c:v>0.342189403</c:v>
                </c:pt>
                <c:pt idx="1101">
                  <c:v>0.34226553</c:v>
                </c:pt>
                <c:pt idx="1102">
                  <c:v>0.342417783</c:v>
                </c:pt>
                <c:pt idx="1103">
                  <c:v>0.34249391</c:v>
                </c:pt>
                <c:pt idx="1104">
                  <c:v>0.34249391</c:v>
                </c:pt>
                <c:pt idx="1105">
                  <c:v>0.342646163</c:v>
                </c:pt>
                <c:pt idx="1106">
                  <c:v>0.342646163</c:v>
                </c:pt>
                <c:pt idx="1107">
                  <c:v>0.342874543</c:v>
                </c:pt>
                <c:pt idx="1108">
                  <c:v>0.342874543</c:v>
                </c:pt>
                <c:pt idx="1109">
                  <c:v>0.343026797</c:v>
                </c:pt>
                <c:pt idx="1110">
                  <c:v>0.343026797</c:v>
                </c:pt>
                <c:pt idx="1111">
                  <c:v>0.34317905</c:v>
                </c:pt>
                <c:pt idx="1112">
                  <c:v>0.343255177</c:v>
                </c:pt>
                <c:pt idx="1113">
                  <c:v>0.34340743</c:v>
                </c:pt>
                <c:pt idx="1114">
                  <c:v>0.34340743</c:v>
                </c:pt>
                <c:pt idx="1115">
                  <c:v>0.343483557</c:v>
                </c:pt>
                <c:pt idx="1116">
                  <c:v>0.34363581</c:v>
                </c:pt>
                <c:pt idx="1117">
                  <c:v>0.34386419</c:v>
                </c:pt>
                <c:pt idx="1118">
                  <c:v>0.34386419</c:v>
                </c:pt>
                <c:pt idx="1119">
                  <c:v>0.343940317</c:v>
                </c:pt>
                <c:pt idx="1120">
                  <c:v>0.343940317</c:v>
                </c:pt>
                <c:pt idx="1121">
                  <c:v>0.344016443</c:v>
                </c:pt>
                <c:pt idx="1122">
                  <c:v>0.344168697</c:v>
                </c:pt>
                <c:pt idx="1123">
                  <c:v>0.344397077</c:v>
                </c:pt>
                <c:pt idx="1124">
                  <c:v>0.344397077</c:v>
                </c:pt>
                <c:pt idx="1125">
                  <c:v>0.34454933</c:v>
                </c:pt>
                <c:pt idx="1126">
                  <c:v>0.34454933</c:v>
                </c:pt>
                <c:pt idx="1127">
                  <c:v>0.344625457</c:v>
                </c:pt>
                <c:pt idx="1128">
                  <c:v>0.344625457</c:v>
                </c:pt>
                <c:pt idx="1129">
                  <c:v>0.34477771</c:v>
                </c:pt>
                <c:pt idx="1130">
                  <c:v>0.344853837</c:v>
                </c:pt>
                <c:pt idx="1131">
                  <c:v>0.344853837</c:v>
                </c:pt>
                <c:pt idx="1132">
                  <c:v>0.344929963</c:v>
                </c:pt>
                <c:pt idx="1133">
                  <c:v>0.344929963</c:v>
                </c:pt>
                <c:pt idx="1134">
                  <c:v>0.345158343</c:v>
                </c:pt>
                <c:pt idx="1135">
                  <c:v>0.345310597</c:v>
                </c:pt>
                <c:pt idx="1136">
                  <c:v>0.345615104</c:v>
                </c:pt>
                <c:pt idx="1137">
                  <c:v>0.345615104</c:v>
                </c:pt>
                <c:pt idx="1138">
                  <c:v>0.34591961</c:v>
                </c:pt>
                <c:pt idx="1139">
                  <c:v>0.346071864</c:v>
                </c:pt>
                <c:pt idx="1140">
                  <c:v>0.346071864</c:v>
                </c:pt>
                <c:pt idx="1141">
                  <c:v>0.346300244</c:v>
                </c:pt>
                <c:pt idx="1142">
                  <c:v>0.346452497</c:v>
                </c:pt>
                <c:pt idx="1143">
                  <c:v>0.346452497</c:v>
                </c:pt>
                <c:pt idx="1144">
                  <c:v>0.34660475</c:v>
                </c:pt>
                <c:pt idx="1145">
                  <c:v>0.34660475</c:v>
                </c:pt>
                <c:pt idx="1146">
                  <c:v>0.346985384</c:v>
                </c:pt>
                <c:pt idx="1147">
                  <c:v>0.347137637</c:v>
                </c:pt>
                <c:pt idx="1148">
                  <c:v>0.347213764</c:v>
                </c:pt>
                <c:pt idx="1149">
                  <c:v>0.347366017</c:v>
                </c:pt>
                <c:pt idx="1150">
                  <c:v>0.347366017</c:v>
                </c:pt>
                <c:pt idx="1151">
                  <c:v>0.347670524</c:v>
                </c:pt>
                <c:pt idx="1152">
                  <c:v>0.347670524</c:v>
                </c:pt>
                <c:pt idx="1153">
                  <c:v>0.347822777</c:v>
                </c:pt>
                <c:pt idx="1154">
                  <c:v>0.347822777</c:v>
                </c:pt>
                <c:pt idx="1155">
                  <c:v>0.34820341</c:v>
                </c:pt>
                <c:pt idx="1156">
                  <c:v>0.34820341</c:v>
                </c:pt>
                <c:pt idx="1157">
                  <c:v>0.348279537</c:v>
                </c:pt>
                <c:pt idx="1158">
                  <c:v>0.348279537</c:v>
                </c:pt>
                <c:pt idx="1159">
                  <c:v>0.348507917</c:v>
                </c:pt>
                <c:pt idx="1160">
                  <c:v>0.348507917</c:v>
                </c:pt>
                <c:pt idx="1161">
                  <c:v>0.348660171</c:v>
                </c:pt>
                <c:pt idx="1162">
                  <c:v>0.348660171</c:v>
                </c:pt>
                <c:pt idx="1163">
                  <c:v>0.348736297</c:v>
                </c:pt>
                <c:pt idx="1164">
                  <c:v>0.348736297</c:v>
                </c:pt>
                <c:pt idx="1165">
                  <c:v>0.349040804</c:v>
                </c:pt>
                <c:pt idx="1166">
                  <c:v>0.349040804</c:v>
                </c:pt>
                <c:pt idx="1167">
                  <c:v>0.349116931</c:v>
                </c:pt>
                <c:pt idx="1168">
                  <c:v>0.349116931</c:v>
                </c:pt>
                <c:pt idx="1169">
                  <c:v>0.349193057</c:v>
                </c:pt>
                <c:pt idx="1170">
                  <c:v>0.349193057</c:v>
                </c:pt>
                <c:pt idx="1171">
                  <c:v>0.349269184</c:v>
                </c:pt>
                <c:pt idx="1172">
                  <c:v>0.349269184</c:v>
                </c:pt>
                <c:pt idx="1173">
                  <c:v>0.349497564</c:v>
                </c:pt>
                <c:pt idx="1174">
                  <c:v>0.349497564</c:v>
                </c:pt>
                <c:pt idx="1175">
                  <c:v>0.349725944</c:v>
                </c:pt>
                <c:pt idx="1176">
                  <c:v>0.352314251</c:v>
                </c:pt>
                <c:pt idx="1177">
                  <c:v>0.352390378</c:v>
                </c:pt>
                <c:pt idx="1178">
                  <c:v>0.352390378</c:v>
                </c:pt>
                <c:pt idx="1179">
                  <c:v>0.352618758</c:v>
                </c:pt>
                <c:pt idx="1180">
                  <c:v>0.352694884</c:v>
                </c:pt>
                <c:pt idx="1181">
                  <c:v>0.352847138</c:v>
                </c:pt>
                <c:pt idx="1182">
                  <c:v>0.352847138</c:v>
                </c:pt>
                <c:pt idx="1183">
                  <c:v>0.352923264</c:v>
                </c:pt>
                <c:pt idx="1184">
                  <c:v>0.352923264</c:v>
                </c:pt>
                <c:pt idx="1185">
                  <c:v>0.353151644</c:v>
                </c:pt>
                <c:pt idx="1186">
                  <c:v>0.353151644</c:v>
                </c:pt>
                <c:pt idx="1187">
                  <c:v>0.353456151</c:v>
                </c:pt>
                <c:pt idx="1188">
                  <c:v>0.357186358</c:v>
                </c:pt>
                <c:pt idx="1189">
                  <c:v>0.357186358</c:v>
                </c:pt>
                <c:pt idx="1190">
                  <c:v>0.357262485</c:v>
                </c:pt>
                <c:pt idx="1191">
                  <c:v>0.357262485</c:v>
                </c:pt>
                <c:pt idx="1192">
                  <c:v>0.357338611</c:v>
                </c:pt>
                <c:pt idx="1193">
                  <c:v>0.357338611</c:v>
                </c:pt>
                <c:pt idx="1194">
                  <c:v>0.357566991</c:v>
                </c:pt>
                <c:pt idx="1195">
                  <c:v>0.357566991</c:v>
                </c:pt>
                <c:pt idx="1196">
                  <c:v>0.357871498</c:v>
                </c:pt>
                <c:pt idx="1197">
                  <c:v>0.358023752</c:v>
                </c:pt>
                <c:pt idx="1198">
                  <c:v>0.358480512</c:v>
                </c:pt>
                <c:pt idx="1199">
                  <c:v>0.358480512</c:v>
                </c:pt>
                <c:pt idx="1200">
                  <c:v>0.358556638</c:v>
                </c:pt>
                <c:pt idx="1201">
                  <c:v>0.358556638</c:v>
                </c:pt>
                <c:pt idx="1202">
                  <c:v>0.358708892</c:v>
                </c:pt>
                <c:pt idx="1203">
                  <c:v>0.358708892</c:v>
                </c:pt>
                <c:pt idx="1204">
                  <c:v>0.359241778</c:v>
                </c:pt>
                <c:pt idx="1205">
                  <c:v>0.359241778</c:v>
                </c:pt>
                <c:pt idx="1206">
                  <c:v>0.359317905</c:v>
                </c:pt>
                <c:pt idx="1207">
                  <c:v>0.359317905</c:v>
                </c:pt>
                <c:pt idx="1208">
                  <c:v>0.359470158</c:v>
                </c:pt>
                <c:pt idx="1209">
                  <c:v>0.359774665</c:v>
                </c:pt>
                <c:pt idx="1210">
                  <c:v>0.359926918</c:v>
                </c:pt>
                <c:pt idx="1211">
                  <c:v>0.359926918</c:v>
                </c:pt>
                <c:pt idx="1212">
                  <c:v>0.360079172</c:v>
                </c:pt>
                <c:pt idx="1213">
                  <c:v>0.360155298</c:v>
                </c:pt>
                <c:pt idx="1214">
                  <c:v>0.360307552</c:v>
                </c:pt>
                <c:pt idx="1215">
                  <c:v>0.360307552</c:v>
                </c:pt>
                <c:pt idx="1216">
                  <c:v>0.360383678</c:v>
                </c:pt>
                <c:pt idx="1217">
                  <c:v>0.360535932</c:v>
                </c:pt>
                <c:pt idx="1218">
                  <c:v>0.360764312</c:v>
                </c:pt>
                <c:pt idx="1219">
                  <c:v>0.360764312</c:v>
                </c:pt>
                <c:pt idx="1220">
                  <c:v>0.361144945</c:v>
                </c:pt>
                <c:pt idx="1221">
                  <c:v>0.361144945</c:v>
                </c:pt>
                <c:pt idx="1222">
                  <c:v>0.361297199</c:v>
                </c:pt>
                <c:pt idx="1223">
                  <c:v>0.361297199</c:v>
                </c:pt>
                <c:pt idx="1224">
                  <c:v>0.361449452</c:v>
                </c:pt>
                <c:pt idx="1225">
                  <c:v>0.361525579</c:v>
                </c:pt>
                <c:pt idx="1226">
                  <c:v>0.361525579</c:v>
                </c:pt>
                <c:pt idx="1227">
                  <c:v>0.361601705</c:v>
                </c:pt>
                <c:pt idx="1228">
                  <c:v>0.361601705</c:v>
                </c:pt>
                <c:pt idx="1229">
                  <c:v>0.361753959</c:v>
                </c:pt>
                <c:pt idx="1230">
                  <c:v>0.361753959</c:v>
                </c:pt>
                <c:pt idx="1231">
                  <c:v>0.362058465</c:v>
                </c:pt>
                <c:pt idx="1232">
                  <c:v>0.362134592</c:v>
                </c:pt>
                <c:pt idx="1233">
                  <c:v>0.362134592</c:v>
                </c:pt>
                <c:pt idx="1234">
                  <c:v>0.362134592</c:v>
                </c:pt>
                <c:pt idx="1235">
                  <c:v>0.362210719</c:v>
                </c:pt>
                <c:pt idx="1236">
                  <c:v>0.362210719</c:v>
                </c:pt>
                <c:pt idx="1237">
                  <c:v>0.362362972</c:v>
                </c:pt>
                <c:pt idx="1238">
                  <c:v>0.362362972</c:v>
                </c:pt>
                <c:pt idx="1239">
                  <c:v>0.362515225</c:v>
                </c:pt>
                <c:pt idx="1240">
                  <c:v>0.362515225</c:v>
                </c:pt>
                <c:pt idx="1241">
                  <c:v>0.362667479</c:v>
                </c:pt>
                <c:pt idx="1242">
                  <c:v>0.362667479</c:v>
                </c:pt>
                <c:pt idx="1243">
                  <c:v>0.362819732</c:v>
                </c:pt>
                <c:pt idx="1244">
                  <c:v>0.362819732</c:v>
                </c:pt>
                <c:pt idx="1245">
                  <c:v>0.362819732</c:v>
                </c:pt>
                <c:pt idx="1246">
                  <c:v>0.362895859</c:v>
                </c:pt>
                <c:pt idx="1247">
                  <c:v>0.362895859</c:v>
                </c:pt>
                <c:pt idx="1248">
                  <c:v>0.362971985</c:v>
                </c:pt>
                <c:pt idx="1249">
                  <c:v>0.362971985</c:v>
                </c:pt>
                <c:pt idx="1250">
                  <c:v>0.363048112</c:v>
                </c:pt>
                <c:pt idx="1251">
                  <c:v>0.363048112</c:v>
                </c:pt>
                <c:pt idx="1252">
                  <c:v>0.363124239</c:v>
                </c:pt>
                <c:pt idx="1253">
                  <c:v>0.363124239</c:v>
                </c:pt>
                <c:pt idx="1254">
                  <c:v>0.363200365</c:v>
                </c:pt>
                <c:pt idx="1255">
                  <c:v>0.363200365</c:v>
                </c:pt>
                <c:pt idx="1256">
                  <c:v>0.363352619</c:v>
                </c:pt>
                <c:pt idx="1257">
                  <c:v>0.363352619</c:v>
                </c:pt>
                <c:pt idx="1258">
                  <c:v>0.363428745</c:v>
                </c:pt>
                <c:pt idx="1259">
                  <c:v>0.363428745</c:v>
                </c:pt>
                <c:pt idx="1260">
                  <c:v>0.363504872</c:v>
                </c:pt>
                <c:pt idx="1261">
                  <c:v>0.363580999</c:v>
                </c:pt>
                <c:pt idx="1262">
                  <c:v>0.363657125</c:v>
                </c:pt>
                <c:pt idx="1263">
                  <c:v>0.363657125</c:v>
                </c:pt>
                <c:pt idx="1264">
                  <c:v>0.363809379</c:v>
                </c:pt>
                <c:pt idx="1265">
                  <c:v>0.363809379</c:v>
                </c:pt>
                <c:pt idx="1266">
                  <c:v>0.363885505</c:v>
                </c:pt>
                <c:pt idx="1267">
                  <c:v>0.363885505</c:v>
                </c:pt>
                <c:pt idx="1268">
                  <c:v>0.364037759</c:v>
                </c:pt>
                <c:pt idx="1269">
                  <c:v>0.364037759</c:v>
                </c:pt>
                <c:pt idx="1270">
                  <c:v>0.364113886</c:v>
                </c:pt>
                <c:pt idx="1271">
                  <c:v>0.364113886</c:v>
                </c:pt>
                <c:pt idx="1272">
                  <c:v>0.364266139</c:v>
                </c:pt>
                <c:pt idx="1273">
                  <c:v>0.364266139</c:v>
                </c:pt>
                <c:pt idx="1274">
                  <c:v>0.364418392</c:v>
                </c:pt>
                <c:pt idx="1275">
                  <c:v>0.364418392</c:v>
                </c:pt>
                <c:pt idx="1276">
                  <c:v>0.364570646</c:v>
                </c:pt>
                <c:pt idx="1277">
                  <c:v>0.364570646</c:v>
                </c:pt>
                <c:pt idx="1278">
                  <c:v>0.364646772</c:v>
                </c:pt>
                <c:pt idx="1279">
                  <c:v>0.364646772</c:v>
                </c:pt>
                <c:pt idx="1280">
                  <c:v>0.364799026</c:v>
                </c:pt>
                <c:pt idx="1281">
                  <c:v>0.364875152</c:v>
                </c:pt>
                <c:pt idx="1282">
                  <c:v>0.364875152</c:v>
                </c:pt>
                <c:pt idx="1283">
                  <c:v>0.365103532</c:v>
                </c:pt>
                <c:pt idx="1284">
                  <c:v>0.365103532</c:v>
                </c:pt>
                <c:pt idx="1285">
                  <c:v>0.365255786</c:v>
                </c:pt>
                <c:pt idx="1286">
                  <c:v>0.365255786</c:v>
                </c:pt>
                <c:pt idx="1287">
                  <c:v>0.365331912</c:v>
                </c:pt>
                <c:pt idx="1288">
                  <c:v>0.365331912</c:v>
                </c:pt>
                <c:pt idx="1289">
                  <c:v>0.365408039</c:v>
                </c:pt>
                <c:pt idx="1290">
                  <c:v>0.365408039</c:v>
                </c:pt>
                <c:pt idx="1291">
                  <c:v>0.365788672</c:v>
                </c:pt>
                <c:pt idx="1292">
                  <c:v>0.365788672</c:v>
                </c:pt>
                <c:pt idx="1293">
                  <c:v>0.365788672</c:v>
                </c:pt>
                <c:pt idx="1294">
                  <c:v>0.365864799</c:v>
                </c:pt>
                <c:pt idx="1295">
                  <c:v>0.365864799</c:v>
                </c:pt>
                <c:pt idx="1296">
                  <c:v>0.366169306</c:v>
                </c:pt>
                <c:pt idx="1297">
                  <c:v>0.366169306</c:v>
                </c:pt>
                <c:pt idx="1298">
                  <c:v>0.366169306</c:v>
                </c:pt>
                <c:pt idx="1299">
                  <c:v>0.366245432</c:v>
                </c:pt>
                <c:pt idx="1300">
                  <c:v>0.366245432</c:v>
                </c:pt>
                <c:pt idx="1301">
                  <c:v>0.366245432</c:v>
                </c:pt>
                <c:pt idx="1302">
                  <c:v>0.366321559</c:v>
                </c:pt>
                <c:pt idx="1303">
                  <c:v>0.366321559</c:v>
                </c:pt>
                <c:pt idx="1304">
                  <c:v>0.366397686</c:v>
                </c:pt>
                <c:pt idx="1305">
                  <c:v>0.366397686</c:v>
                </c:pt>
                <c:pt idx="1306">
                  <c:v>0.366473812</c:v>
                </c:pt>
                <c:pt idx="1307">
                  <c:v>0.366473812</c:v>
                </c:pt>
                <c:pt idx="1308">
                  <c:v>0.366626066</c:v>
                </c:pt>
                <c:pt idx="1309">
                  <c:v>0.366626066</c:v>
                </c:pt>
                <c:pt idx="1310">
                  <c:v>0.366930572</c:v>
                </c:pt>
                <c:pt idx="1311">
                  <c:v>0.366930572</c:v>
                </c:pt>
                <c:pt idx="1312">
                  <c:v>0.367463459</c:v>
                </c:pt>
                <c:pt idx="1313">
                  <c:v>0.367463459</c:v>
                </c:pt>
                <c:pt idx="1314">
                  <c:v>0.367615713</c:v>
                </c:pt>
                <c:pt idx="1315">
                  <c:v>0.367615713</c:v>
                </c:pt>
                <c:pt idx="1316">
                  <c:v>0.367844093</c:v>
                </c:pt>
                <c:pt idx="1317">
                  <c:v>0.367844093</c:v>
                </c:pt>
                <c:pt idx="1318">
                  <c:v>0.367920219</c:v>
                </c:pt>
                <c:pt idx="1319">
                  <c:v>0.367920219</c:v>
                </c:pt>
                <c:pt idx="1320">
                  <c:v>0.368148599</c:v>
                </c:pt>
                <c:pt idx="1321">
                  <c:v>0.368148599</c:v>
                </c:pt>
                <c:pt idx="1322">
                  <c:v>0.368224726</c:v>
                </c:pt>
                <c:pt idx="1323">
                  <c:v>0.368224726</c:v>
                </c:pt>
                <c:pt idx="1324">
                  <c:v>0.368376979</c:v>
                </c:pt>
                <c:pt idx="1325">
                  <c:v>0.368376979</c:v>
                </c:pt>
                <c:pt idx="1326">
                  <c:v>0.368529233</c:v>
                </c:pt>
                <c:pt idx="1327">
                  <c:v>0.368529233</c:v>
                </c:pt>
                <c:pt idx="1328">
                  <c:v>0.368605359</c:v>
                </c:pt>
                <c:pt idx="1329">
                  <c:v>0.368605359</c:v>
                </c:pt>
                <c:pt idx="1330">
                  <c:v>0.368681486</c:v>
                </c:pt>
                <c:pt idx="1331">
                  <c:v>0.368681486</c:v>
                </c:pt>
                <c:pt idx="1332">
                  <c:v>0.368909866</c:v>
                </c:pt>
                <c:pt idx="1333">
                  <c:v>0.368909866</c:v>
                </c:pt>
                <c:pt idx="1334">
                  <c:v>0.368909866</c:v>
                </c:pt>
                <c:pt idx="1335">
                  <c:v>0.37340134</c:v>
                </c:pt>
                <c:pt idx="1336">
                  <c:v>0.373477467</c:v>
                </c:pt>
                <c:pt idx="1337">
                  <c:v>0.373477467</c:v>
                </c:pt>
                <c:pt idx="1338">
                  <c:v>0.373705847</c:v>
                </c:pt>
                <c:pt idx="1339">
                  <c:v>0.373705847</c:v>
                </c:pt>
                <c:pt idx="1340">
                  <c:v>0.374010353</c:v>
                </c:pt>
                <c:pt idx="1341">
                  <c:v>0.374162607</c:v>
                </c:pt>
                <c:pt idx="1342">
                  <c:v>0.37454324</c:v>
                </c:pt>
                <c:pt idx="1343">
                  <c:v>0.37545676</c:v>
                </c:pt>
                <c:pt idx="1344">
                  <c:v>0.375532887</c:v>
                </c:pt>
                <c:pt idx="1345">
                  <c:v>0.375532887</c:v>
                </c:pt>
                <c:pt idx="1346">
                  <c:v>0.375761267</c:v>
                </c:pt>
                <c:pt idx="1347">
                  <c:v>0.375761267</c:v>
                </c:pt>
                <c:pt idx="1348">
                  <c:v>0.375989647</c:v>
                </c:pt>
                <c:pt idx="1349">
                  <c:v>0.375989647</c:v>
                </c:pt>
                <c:pt idx="1350">
                  <c:v>0.376294153</c:v>
                </c:pt>
                <c:pt idx="1351">
                  <c:v>0.376446407</c:v>
                </c:pt>
                <c:pt idx="1352">
                  <c:v>0.376446407</c:v>
                </c:pt>
                <c:pt idx="1353">
                  <c:v>0.376522533</c:v>
                </c:pt>
                <c:pt idx="1354">
                  <c:v>0.376522533</c:v>
                </c:pt>
                <c:pt idx="1355">
                  <c:v>0.37659866</c:v>
                </c:pt>
                <c:pt idx="1356">
                  <c:v>0.37659866</c:v>
                </c:pt>
                <c:pt idx="1357">
                  <c:v>0.376674787</c:v>
                </c:pt>
                <c:pt idx="1358">
                  <c:v>0.376674787</c:v>
                </c:pt>
                <c:pt idx="1359">
                  <c:v>0.376674787</c:v>
                </c:pt>
                <c:pt idx="1360">
                  <c:v>0.376750914</c:v>
                </c:pt>
                <c:pt idx="1361">
                  <c:v>0.376750914</c:v>
                </c:pt>
                <c:pt idx="1362">
                  <c:v>0.376750914</c:v>
                </c:pt>
                <c:pt idx="1363">
                  <c:v>0.37682704</c:v>
                </c:pt>
                <c:pt idx="1364">
                  <c:v>0.37682704</c:v>
                </c:pt>
                <c:pt idx="1365">
                  <c:v>0.377131547</c:v>
                </c:pt>
                <c:pt idx="1366">
                  <c:v>0.377131547</c:v>
                </c:pt>
                <c:pt idx="1367">
                  <c:v>0.3772838</c:v>
                </c:pt>
                <c:pt idx="1368">
                  <c:v>0.3772838</c:v>
                </c:pt>
                <c:pt idx="1369">
                  <c:v>0.377436054</c:v>
                </c:pt>
                <c:pt idx="1370">
                  <c:v>0.377436054</c:v>
                </c:pt>
                <c:pt idx="1371">
                  <c:v>0.377588307</c:v>
                </c:pt>
                <c:pt idx="1372">
                  <c:v>0.377588307</c:v>
                </c:pt>
                <c:pt idx="1373">
                  <c:v>0.377664434</c:v>
                </c:pt>
                <c:pt idx="1374">
                  <c:v>0.377664434</c:v>
                </c:pt>
                <c:pt idx="1375">
                  <c:v>0.378121194</c:v>
                </c:pt>
                <c:pt idx="1376">
                  <c:v>0.378121194</c:v>
                </c:pt>
                <c:pt idx="1377">
                  <c:v>0.378273447</c:v>
                </c:pt>
                <c:pt idx="1378">
                  <c:v>0.378273447</c:v>
                </c:pt>
                <c:pt idx="1379">
                  <c:v>0.378349574</c:v>
                </c:pt>
                <c:pt idx="1380">
                  <c:v>0.378349574</c:v>
                </c:pt>
                <c:pt idx="1381">
                  <c:v>0.3784257</c:v>
                </c:pt>
                <c:pt idx="1382">
                  <c:v>0.3784257</c:v>
                </c:pt>
                <c:pt idx="1383">
                  <c:v>0.378501827</c:v>
                </c:pt>
                <c:pt idx="1384">
                  <c:v>0.378501827</c:v>
                </c:pt>
                <c:pt idx="1385">
                  <c:v>0.37865408</c:v>
                </c:pt>
                <c:pt idx="1386">
                  <c:v>0.37865408</c:v>
                </c:pt>
                <c:pt idx="1387">
                  <c:v>0.378730207</c:v>
                </c:pt>
                <c:pt idx="1388">
                  <c:v>0.378730207</c:v>
                </c:pt>
                <c:pt idx="1389">
                  <c:v>0.378806334</c:v>
                </c:pt>
                <c:pt idx="1390">
                  <c:v>0.378806334</c:v>
                </c:pt>
                <c:pt idx="1391">
                  <c:v>0.378958587</c:v>
                </c:pt>
                <c:pt idx="1392">
                  <c:v>0.378958587</c:v>
                </c:pt>
                <c:pt idx="1393">
                  <c:v>0.379034714</c:v>
                </c:pt>
                <c:pt idx="1394">
                  <c:v>0.379034714</c:v>
                </c:pt>
                <c:pt idx="1395">
                  <c:v>0.37911084</c:v>
                </c:pt>
                <c:pt idx="1396">
                  <c:v>0.37911084</c:v>
                </c:pt>
                <c:pt idx="1397">
                  <c:v>0.379186967</c:v>
                </c:pt>
                <c:pt idx="1398">
                  <c:v>0.37933922</c:v>
                </c:pt>
                <c:pt idx="1399">
                  <c:v>0.37933922</c:v>
                </c:pt>
                <c:pt idx="1400">
                  <c:v>0.379491474</c:v>
                </c:pt>
                <c:pt idx="1401">
                  <c:v>0.379491474</c:v>
                </c:pt>
                <c:pt idx="1402">
                  <c:v>0.3795676</c:v>
                </c:pt>
                <c:pt idx="1403">
                  <c:v>0.3795676</c:v>
                </c:pt>
                <c:pt idx="1404">
                  <c:v>0.379872107</c:v>
                </c:pt>
                <c:pt idx="1405">
                  <c:v>0.379872107</c:v>
                </c:pt>
                <c:pt idx="1406">
                  <c:v>0.380024361</c:v>
                </c:pt>
                <c:pt idx="1407">
                  <c:v>0.380024361</c:v>
                </c:pt>
                <c:pt idx="1408">
                  <c:v>0.380100487</c:v>
                </c:pt>
                <c:pt idx="1409">
                  <c:v>0.380100487</c:v>
                </c:pt>
                <c:pt idx="1410">
                  <c:v>0.380176614</c:v>
                </c:pt>
                <c:pt idx="1411">
                  <c:v>0.380176614</c:v>
                </c:pt>
                <c:pt idx="1412">
                  <c:v>0.380176614</c:v>
                </c:pt>
                <c:pt idx="1413">
                  <c:v>0.380176614</c:v>
                </c:pt>
                <c:pt idx="1414">
                  <c:v>0.380709501</c:v>
                </c:pt>
                <c:pt idx="1415">
                  <c:v>0.380709501</c:v>
                </c:pt>
                <c:pt idx="1416">
                  <c:v>0.380785627</c:v>
                </c:pt>
                <c:pt idx="1417">
                  <c:v>0.380785627</c:v>
                </c:pt>
                <c:pt idx="1418">
                  <c:v>0.380861754</c:v>
                </c:pt>
                <c:pt idx="1419">
                  <c:v>0.380861754</c:v>
                </c:pt>
                <c:pt idx="1420">
                  <c:v>0.381090134</c:v>
                </c:pt>
                <c:pt idx="1421">
                  <c:v>0.381090134</c:v>
                </c:pt>
                <c:pt idx="1422">
                  <c:v>0.381166261</c:v>
                </c:pt>
                <c:pt idx="1423">
                  <c:v>0.381166261</c:v>
                </c:pt>
                <c:pt idx="1424">
                  <c:v>0.381318514</c:v>
                </c:pt>
                <c:pt idx="1425">
                  <c:v>0.381318514</c:v>
                </c:pt>
                <c:pt idx="1426">
                  <c:v>0.381470767</c:v>
                </c:pt>
                <c:pt idx="1427">
                  <c:v>0.381623021</c:v>
                </c:pt>
                <c:pt idx="1428">
                  <c:v>0.381623021</c:v>
                </c:pt>
                <c:pt idx="1429">
                  <c:v>0.381927527</c:v>
                </c:pt>
                <c:pt idx="1430">
                  <c:v>0.382079781</c:v>
                </c:pt>
                <c:pt idx="1431">
                  <c:v>0.382232034</c:v>
                </c:pt>
                <c:pt idx="1432">
                  <c:v>0.382232034</c:v>
                </c:pt>
                <c:pt idx="1433">
                  <c:v>0.382308161</c:v>
                </c:pt>
                <c:pt idx="1434">
                  <c:v>0.382460414</c:v>
                </c:pt>
                <c:pt idx="1435">
                  <c:v>0.382688794</c:v>
                </c:pt>
                <c:pt idx="1436">
                  <c:v>0.383373934</c:v>
                </c:pt>
                <c:pt idx="1437">
                  <c:v>0.383373934</c:v>
                </c:pt>
                <c:pt idx="1438">
                  <c:v>0.383450061</c:v>
                </c:pt>
                <c:pt idx="1439">
                  <c:v>0.383450061</c:v>
                </c:pt>
                <c:pt idx="1440">
                  <c:v>0.383678441</c:v>
                </c:pt>
                <c:pt idx="1441">
                  <c:v>0.383678441</c:v>
                </c:pt>
                <c:pt idx="1442">
                  <c:v>0.383678441</c:v>
                </c:pt>
                <c:pt idx="1443">
                  <c:v>0.383678441</c:v>
                </c:pt>
                <c:pt idx="1444">
                  <c:v>0.383678441</c:v>
                </c:pt>
                <c:pt idx="1445">
                  <c:v>0.383678441</c:v>
                </c:pt>
                <c:pt idx="1446">
                  <c:v>0.383678441</c:v>
                </c:pt>
                <c:pt idx="1447">
                  <c:v>0.383754568</c:v>
                </c:pt>
                <c:pt idx="1448">
                  <c:v>0.383754568</c:v>
                </c:pt>
                <c:pt idx="1449">
                  <c:v>0.383906821</c:v>
                </c:pt>
                <c:pt idx="1450">
                  <c:v>0.383906821</c:v>
                </c:pt>
                <c:pt idx="1451">
                  <c:v>0.384135201</c:v>
                </c:pt>
                <c:pt idx="1452">
                  <c:v>0.384135201</c:v>
                </c:pt>
                <c:pt idx="1453">
                  <c:v>0.384211328</c:v>
                </c:pt>
                <c:pt idx="1454">
                  <c:v>0.384363581</c:v>
                </c:pt>
                <c:pt idx="1455">
                  <c:v>0.384363581</c:v>
                </c:pt>
                <c:pt idx="1456">
                  <c:v>0.384744214</c:v>
                </c:pt>
                <c:pt idx="1457">
                  <c:v>0.384744214</c:v>
                </c:pt>
                <c:pt idx="1458">
                  <c:v>0.384972594</c:v>
                </c:pt>
                <c:pt idx="1459">
                  <c:v>0.384972594</c:v>
                </c:pt>
                <c:pt idx="1460">
                  <c:v>0.385048721</c:v>
                </c:pt>
                <c:pt idx="1461">
                  <c:v>0.385048721</c:v>
                </c:pt>
                <c:pt idx="1462">
                  <c:v>0.385124848</c:v>
                </c:pt>
                <c:pt idx="1463">
                  <c:v>0.385124848</c:v>
                </c:pt>
                <c:pt idx="1464">
                  <c:v>0.385277101</c:v>
                </c:pt>
                <c:pt idx="1465">
                  <c:v>0.385277101</c:v>
                </c:pt>
                <c:pt idx="1466">
                  <c:v>0.385429354</c:v>
                </c:pt>
                <c:pt idx="1467">
                  <c:v>0.385429354</c:v>
                </c:pt>
                <c:pt idx="1468">
                  <c:v>0.385505481</c:v>
                </c:pt>
                <c:pt idx="1469">
                  <c:v>0.385962241</c:v>
                </c:pt>
                <c:pt idx="1470">
                  <c:v>0.386038368</c:v>
                </c:pt>
                <c:pt idx="1471">
                  <c:v>0.386038368</c:v>
                </c:pt>
                <c:pt idx="1472">
                  <c:v>0.386114495</c:v>
                </c:pt>
                <c:pt idx="1473">
                  <c:v>0.386114495</c:v>
                </c:pt>
                <c:pt idx="1474">
                  <c:v>0.386266748</c:v>
                </c:pt>
                <c:pt idx="1475">
                  <c:v>0.386266748</c:v>
                </c:pt>
                <c:pt idx="1476">
                  <c:v>0.386266748</c:v>
                </c:pt>
                <c:pt idx="1477">
                  <c:v>0.386342875</c:v>
                </c:pt>
                <c:pt idx="1478">
                  <c:v>0.386647381</c:v>
                </c:pt>
                <c:pt idx="1479">
                  <c:v>0.386875761</c:v>
                </c:pt>
                <c:pt idx="1480">
                  <c:v>0.386875761</c:v>
                </c:pt>
                <c:pt idx="1481">
                  <c:v>0.386875761</c:v>
                </c:pt>
                <c:pt idx="1482">
                  <c:v>0.387180268</c:v>
                </c:pt>
                <c:pt idx="1483">
                  <c:v>0.387180268</c:v>
                </c:pt>
                <c:pt idx="1484">
                  <c:v>0.387332521</c:v>
                </c:pt>
                <c:pt idx="1485">
                  <c:v>0.387332521</c:v>
                </c:pt>
                <c:pt idx="1486">
                  <c:v>0.387484775</c:v>
                </c:pt>
                <c:pt idx="1487">
                  <c:v>0.387637028</c:v>
                </c:pt>
                <c:pt idx="1488">
                  <c:v>0.387713155</c:v>
                </c:pt>
                <c:pt idx="1489">
                  <c:v>0.387713155</c:v>
                </c:pt>
                <c:pt idx="1490">
                  <c:v>0.387865408</c:v>
                </c:pt>
                <c:pt idx="1491">
                  <c:v>0.387865408</c:v>
                </c:pt>
                <c:pt idx="1492">
                  <c:v>0.388017661</c:v>
                </c:pt>
                <c:pt idx="1493">
                  <c:v>0.388017661</c:v>
                </c:pt>
                <c:pt idx="1494">
                  <c:v>0.388017661</c:v>
                </c:pt>
                <c:pt idx="1495">
                  <c:v>0.388550548</c:v>
                </c:pt>
                <c:pt idx="1496">
                  <c:v>0.388550548</c:v>
                </c:pt>
                <c:pt idx="1497">
                  <c:v>0.388550548</c:v>
                </c:pt>
                <c:pt idx="1498">
                  <c:v>0.388626675</c:v>
                </c:pt>
                <c:pt idx="1499">
                  <c:v>0.388626675</c:v>
                </c:pt>
                <c:pt idx="1500">
                  <c:v>0.389159562</c:v>
                </c:pt>
                <c:pt idx="1501">
                  <c:v>0.389159562</c:v>
                </c:pt>
                <c:pt idx="1502">
                  <c:v>0.389616322</c:v>
                </c:pt>
                <c:pt idx="1503">
                  <c:v>0.389768575</c:v>
                </c:pt>
                <c:pt idx="1504">
                  <c:v>0.389768575</c:v>
                </c:pt>
                <c:pt idx="1505">
                  <c:v>0.390225335</c:v>
                </c:pt>
                <c:pt idx="1506">
                  <c:v>0.390225335</c:v>
                </c:pt>
                <c:pt idx="1507">
                  <c:v>0.390605968</c:v>
                </c:pt>
                <c:pt idx="1508">
                  <c:v>0.390682095</c:v>
                </c:pt>
                <c:pt idx="1509">
                  <c:v>0.390682095</c:v>
                </c:pt>
                <c:pt idx="1510">
                  <c:v>0.390758222</c:v>
                </c:pt>
                <c:pt idx="1511">
                  <c:v>0.390758222</c:v>
                </c:pt>
                <c:pt idx="1512">
                  <c:v>0.390834348</c:v>
                </c:pt>
                <c:pt idx="1513">
                  <c:v>0.390834348</c:v>
                </c:pt>
                <c:pt idx="1514">
                  <c:v>0.390910475</c:v>
                </c:pt>
                <c:pt idx="1515">
                  <c:v>0.390910475</c:v>
                </c:pt>
                <c:pt idx="1516">
                  <c:v>0.390986602</c:v>
                </c:pt>
                <c:pt idx="1517">
                  <c:v>0.390986602</c:v>
                </c:pt>
                <c:pt idx="1518">
                  <c:v>0.391138855</c:v>
                </c:pt>
                <c:pt idx="1519">
                  <c:v>0.391138855</c:v>
                </c:pt>
                <c:pt idx="1520">
                  <c:v>0.391367235</c:v>
                </c:pt>
                <c:pt idx="1521">
                  <c:v>0.391671742</c:v>
                </c:pt>
                <c:pt idx="1522">
                  <c:v>0.391747868</c:v>
                </c:pt>
                <c:pt idx="1523">
                  <c:v>0.391747868</c:v>
                </c:pt>
                <c:pt idx="1524">
                  <c:v>0.391976248</c:v>
                </c:pt>
                <c:pt idx="1525">
                  <c:v>0.391976248</c:v>
                </c:pt>
                <c:pt idx="1526">
                  <c:v>0.392052375</c:v>
                </c:pt>
                <c:pt idx="1527">
                  <c:v>0.392204629</c:v>
                </c:pt>
                <c:pt idx="1528">
                  <c:v>0.392585262</c:v>
                </c:pt>
                <c:pt idx="1529">
                  <c:v>0.392585262</c:v>
                </c:pt>
                <c:pt idx="1530">
                  <c:v>0.392737515</c:v>
                </c:pt>
                <c:pt idx="1531">
                  <c:v>0.392889769</c:v>
                </c:pt>
                <c:pt idx="1532">
                  <c:v>0.392889769</c:v>
                </c:pt>
                <c:pt idx="1533">
                  <c:v>0.393042022</c:v>
                </c:pt>
                <c:pt idx="1534">
                  <c:v>0.393118149</c:v>
                </c:pt>
                <c:pt idx="1535">
                  <c:v>0.393118149</c:v>
                </c:pt>
                <c:pt idx="1536">
                  <c:v>0.393194275</c:v>
                </c:pt>
                <c:pt idx="1537">
                  <c:v>0.393194275</c:v>
                </c:pt>
                <c:pt idx="1538">
                  <c:v>0.393422655</c:v>
                </c:pt>
                <c:pt idx="1539">
                  <c:v>0.393422655</c:v>
                </c:pt>
                <c:pt idx="1540">
                  <c:v>0.393498782</c:v>
                </c:pt>
                <c:pt idx="1541">
                  <c:v>0.393651035</c:v>
                </c:pt>
                <c:pt idx="1542">
                  <c:v>0.393727162</c:v>
                </c:pt>
                <c:pt idx="1543">
                  <c:v>0.393727162</c:v>
                </c:pt>
                <c:pt idx="1544">
                  <c:v>0.393955542</c:v>
                </c:pt>
                <c:pt idx="1545">
                  <c:v>0.393955542</c:v>
                </c:pt>
                <c:pt idx="1546">
                  <c:v>0.394031669</c:v>
                </c:pt>
                <c:pt idx="1547">
                  <c:v>0.394031669</c:v>
                </c:pt>
                <c:pt idx="1548">
                  <c:v>0.394260049</c:v>
                </c:pt>
                <c:pt idx="1549">
                  <c:v>0.394260049</c:v>
                </c:pt>
                <c:pt idx="1550">
                  <c:v>0.394260049</c:v>
                </c:pt>
                <c:pt idx="1551">
                  <c:v>0.394336175</c:v>
                </c:pt>
                <c:pt idx="1552">
                  <c:v>0.394564555</c:v>
                </c:pt>
                <c:pt idx="1553">
                  <c:v>0.394564555</c:v>
                </c:pt>
                <c:pt idx="1554">
                  <c:v>0.394716809</c:v>
                </c:pt>
                <c:pt idx="1555">
                  <c:v>0.394716809</c:v>
                </c:pt>
                <c:pt idx="1556">
                  <c:v>0.394792935</c:v>
                </c:pt>
                <c:pt idx="1557">
                  <c:v>0.394792935</c:v>
                </c:pt>
                <c:pt idx="1558">
                  <c:v>0.394869062</c:v>
                </c:pt>
                <c:pt idx="1559">
                  <c:v>0.394869062</c:v>
                </c:pt>
                <c:pt idx="1560">
                  <c:v>0.394945189</c:v>
                </c:pt>
                <c:pt idx="1561">
                  <c:v>0.394945189</c:v>
                </c:pt>
                <c:pt idx="1562">
                  <c:v>0.395021315</c:v>
                </c:pt>
                <c:pt idx="1563">
                  <c:v>0.395173569</c:v>
                </c:pt>
                <c:pt idx="1564">
                  <c:v>0.395173569</c:v>
                </c:pt>
                <c:pt idx="1565">
                  <c:v>0.395173569</c:v>
                </c:pt>
                <c:pt idx="1566">
                  <c:v>0.395401949</c:v>
                </c:pt>
                <c:pt idx="1567">
                  <c:v>0.395401949</c:v>
                </c:pt>
                <c:pt idx="1568">
                  <c:v>0.395630329</c:v>
                </c:pt>
                <c:pt idx="1569">
                  <c:v>0.395630329</c:v>
                </c:pt>
                <c:pt idx="1570">
                  <c:v>0.395706456</c:v>
                </c:pt>
                <c:pt idx="1571">
                  <c:v>0.395858709</c:v>
                </c:pt>
                <c:pt idx="1572">
                  <c:v>0.395858709</c:v>
                </c:pt>
                <c:pt idx="1573">
                  <c:v>0.396087089</c:v>
                </c:pt>
                <c:pt idx="1574">
                  <c:v>0.396239342</c:v>
                </c:pt>
                <c:pt idx="1575">
                  <c:v>0.396239342</c:v>
                </c:pt>
                <c:pt idx="1576">
                  <c:v>0.396391596</c:v>
                </c:pt>
                <c:pt idx="1577">
                  <c:v>0.396467722</c:v>
                </c:pt>
                <c:pt idx="1578">
                  <c:v>0.396619976</c:v>
                </c:pt>
                <c:pt idx="1579">
                  <c:v>0.396619976</c:v>
                </c:pt>
                <c:pt idx="1580">
                  <c:v>0.396619976</c:v>
                </c:pt>
                <c:pt idx="1581">
                  <c:v>0.396772229</c:v>
                </c:pt>
                <c:pt idx="1582">
                  <c:v>0.396772229</c:v>
                </c:pt>
                <c:pt idx="1583">
                  <c:v>0.396848356</c:v>
                </c:pt>
                <c:pt idx="1584">
                  <c:v>0.397000609</c:v>
                </c:pt>
                <c:pt idx="1585">
                  <c:v>0.397000609</c:v>
                </c:pt>
                <c:pt idx="1586">
                  <c:v>0.397076736</c:v>
                </c:pt>
                <c:pt idx="1587">
                  <c:v>0.397076736</c:v>
                </c:pt>
                <c:pt idx="1588">
                  <c:v>0.397228989</c:v>
                </c:pt>
                <c:pt idx="1589">
                  <c:v>0.397228989</c:v>
                </c:pt>
                <c:pt idx="1590">
                  <c:v>0.397305116</c:v>
                </c:pt>
                <c:pt idx="1591">
                  <c:v>0.397305116</c:v>
                </c:pt>
                <c:pt idx="1592">
                  <c:v>0.397457369</c:v>
                </c:pt>
                <c:pt idx="1593">
                  <c:v>0.397533496</c:v>
                </c:pt>
                <c:pt idx="1594">
                  <c:v>0.397533496</c:v>
                </c:pt>
                <c:pt idx="1595">
                  <c:v>0.397685749</c:v>
                </c:pt>
                <c:pt idx="1596">
                  <c:v>0.397685749</c:v>
                </c:pt>
                <c:pt idx="1597">
                  <c:v>0.397761876</c:v>
                </c:pt>
                <c:pt idx="1598">
                  <c:v>0.397761876</c:v>
                </c:pt>
                <c:pt idx="1599">
                  <c:v>0.398066382</c:v>
                </c:pt>
                <c:pt idx="1600">
                  <c:v>0.398066382</c:v>
                </c:pt>
                <c:pt idx="1601">
                  <c:v>0.398218636</c:v>
                </c:pt>
                <c:pt idx="1602">
                  <c:v>0.398218636</c:v>
                </c:pt>
                <c:pt idx="1603">
                  <c:v>0.398294762</c:v>
                </c:pt>
                <c:pt idx="1604">
                  <c:v>0.398523143</c:v>
                </c:pt>
                <c:pt idx="1605">
                  <c:v>0.398675396</c:v>
                </c:pt>
                <c:pt idx="1606">
                  <c:v>0.398675396</c:v>
                </c:pt>
                <c:pt idx="1607">
                  <c:v>0.398675396</c:v>
                </c:pt>
                <c:pt idx="1608">
                  <c:v>0.398751523</c:v>
                </c:pt>
                <c:pt idx="1609">
                  <c:v>0.398751523</c:v>
                </c:pt>
                <c:pt idx="1610">
                  <c:v>0.398903776</c:v>
                </c:pt>
                <c:pt idx="1611">
                  <c:v>0.398903776</c:v>
                </c:pt>
                <c:pt idx="1612">
                  <c:v>0.399056029</c:v>
                </c:pt>
                <c:pt idx="1613">
                  <c:v>0.399056029</c:v>
                </c:pt>
                <c:pt idx="1614">
                  <c:v>0.399132156</c:v>
                </c:pt>
                <c:pt idx="1615">
                  <c:v>0.399132156</c:v>
                </c:pt>
                <c:pt idx="1616">
                  <c:v>0.399360536</c:v>
                </c:pt>
                <c:pt idx="1617">
                  <c:v>0.400045676</c:v>
                </c:pt>
                <c:pt idx="1618">
                  <c:v>0.400045676</c:v>
                </c:pt>
                <c:pt idx="1619">
                  <c:v>0.400197929</c:v>
                </c:pt>
                <c:pt idx="1620">
                  <c:v>0.400197929</c:v>
                </c:pt>
                <c:pt idx="1621">
                  <c:v>0.400350183</c:v>
                </c:pt>
                <c:pt idx="1622">
                  <c:v>0.400350183</c:v>
                </c:pt>
                <c:pt idx="1623">
                  <c:v>0.400426309</c:v>
                </c:pt>
                <c:pt idx="1624">
                  <c:v>0.400578563</c:v>
                </c:pt>
                <c:pt idx="1625">
                  <c:v>0.400578563</c:v>
                </c:pt>
                <c:pt idx="1626">
                  <c:v>0.400959196</c:v>
                </c:pt>
                <c:pt idx="1627">
                  <c:v>0.400959196</c:v>
                </c:pt>
                <c:pt idx="1628">
                  <c:v>0.401187576</c:v>
                </c:pt>
                <c:pt idx="1629">
                  <c:v>0.401187576</c:v>
                </c:pt>
                <c:pt idx="1630">
                  <c:v>0.401339829</c:v>
                </c:pt>
                <c:pt idx="1631">
                  <c:v>0.401339829</c:v>
                </c:pt>
                <c:pt idx="1632">
                  <c:v>0.401339829</c:v>
                </c:pt>
                <c:pt idx="1633">
                  <c:v>0.401415956</c:v>
                </c:pt>
                <c:pt idx="1634">
                  <c:v>0.401415956</c:v>
                </c:pt>
                <c:pt idx="1635">
                  <c:v>0.401415956</c:v>
                </c:pt>
                <c:pt idx="1636">
                  <c:v>0.40156821</c:v>
                </c:pt>
                <c:pt idx="1637">
                  <c:v>0.40156821</c:v>
                </c:pt>
                <c:pt idx="1638">
                  <c:v>0.401644336</c:v>
                </c:pt>
                <c:pt idx="1639">
                  <c:v>0.401644336</c:v>
                </c:pt>
                <c:pt idx="1640">
                  <c:v>0.401948843</c:v>
                </c:pt>
                <c:pt idx="1641">
                  <c:v>0.402101096</c:v>
                </c:pt>
                <c:pt idx="1642">
                  <c:v>0.40225335</c:v>
                </c:pt>
                <c:pt idx="1643">
                  <c:v>0.40225335</c:v>
                </c:pt>
                <c:pt idx="1644">
                  <c:v>0.402633983</c:v>
                </c:pt>
                <c:pt idx="1645">
                  <c:v>0.402633983</c:v>
                </c:pt>
                <c:pt idx="1646">
                  <c:v>0.402786236</c:v>
                </c:pt>
                <c:pt idx="1647">
                  <c:v>0.402786236</c:v>
                </c:pt>
                <c:pt idx="1648">
                  <c:v>0.40293849</c:v>
                </c:pt>
                <c:pt idx="1649">
                  <c:v>0.40293849</c:v>
                </c:pt>
                <c:pt idx="1650">
                  <c:v>0.403014616</c:v>
                </c:pt>
                <c:pt idx="1651">
                  <c:v>0.403014616</c:v>
                </c:pt>
                <c:pt idx="1652">
                  <c:v>0.403014616</c:v>
                </c:pt>
                <c:pt idx="1653">
                  <c:v>0.40362363</c:v>
                </c:pt>
                <c:pt idx="1654">
                  <c:v>0.403775883</c:v>
                </c:pt>
                <c:pt idx="1655">
                  <c:v>0.403775883</c:v>
                </c:pt>
                <c:pt idx="1656">
                  <c:v>0.40385201</c:v>
                </c:pt>
                <c:pt idx="1657">
                  <c:v>0.404004263</c:v>
                </c:pt>
                <c:pt idx="1658">
                  <c:v>0.40408039</c:v>
                </c:pt>
                <c:pt idx="1659">
                  <c:v>0.40408039</c:v>
                </c:pt>
                <c:pt idx="1660">
                  <c:v>0.404232643</c:v>
                </c:pt>
                <c:pt idx="1661">
                  <c:v>0.404384896</c:v>
                </c:pt>
                <c:pt idx="1662">
                  <c:v>0.404384896</c:v>
                </c:pt>
                <c:pt idx="1663">
                  <c:v>0.404689403</c:v>
                </c:pt>
                <c:pt idx="1664">
                  <c:v>0.404689403</c:v>
                </c:pt>
                <c:pt idx="1665">
                  <c:v>0.404841657</c:v>
                </c:pt>
                <c:pt idx="1666">
                  <c:v>0.404841657</c:v>
                </c:pt>
                <c:pt idx="1667">
                  <c:v>0.405070037</c:v>
                </c:pt>
                <c:pt idx="1668">
                  <c:v>0.405070037</c:v>
                </c:pt>
                <c:pt idx="1669">
                  <c:v>0.405374543</c:v>
                </c:pt>
                <c:pt idx="1670">
                  <c:v>0.405374543</c:v>
                </c:pt>
                <c:pt idx="1671">
                  <c:v>0.405755177</c:v>
                </c:pt>
                <c:pt idx="1672">
                  <c:v>0.405755177</c:v>
                </c:pt>
                <c:pt idx="1673">
                  <c:v>0.405983557</c:v>
                </c:pt>
                <c:pt idx="1674">
                  <c:v>0.405983557</c:v>
                </c:pt>
                <c:pt idx="1675">
                  <c:v>0.405983557</c:v>
                </c:pt>
                <c:pt idx="1676">
                  <c:v>0.405983557</c:v>
                </c:pt>
                <c:pt idx="1677">
                  <c:v>0.406059683</c:v>
                </c:pt>
                <c:pt idx="1678">
                  <c:v>0.406059683</c:v>
                </c:pt>
                <c:pt idx="1679">
                  <c:v>0.406516443</c:v>
                </c:pt>
                <c:pt idx="1680">
                  <c:v>0.406516443</c:v>
                </c:pt>
                <c:pt idx="1681">
                  <c:v>0.408571864</c:v>
                </c:pt>
                <c:pt idx="1682">
                  <c:v>0.408571864</c:v>
                </c:pt>
                <c:pt idx="1683">
                  <c:v>0.408724117</c:v>
                </c:pt>
                <c:pt idx="1684">
                  <c:v>0.408800244</c:v>
                </c:pt>
                <c:pt idx="1685">
                  <c:v>0.408800244</c:v>
                </c:pt>
                <c:pt idx="1686">
                  <c:v>0.408800244</c:v>
                </c:pt>
                <c:pt idx="1687">
                  <c:v>0.408952497</c:v>
                </c:pt>
                <c:pt idx="1688">
                  <c:v>0.408952497</c:v>
                </c:pt>
                <c:pt idx="1689">
                  <c:v>0.409028624</c:v>
                </c:pt>
                <c:pt idx="1690">
                  <c:v>0.409028624</c:v>
                </c:pt>
                <c:pt idx="1691">
                  <c:v>0.409409257</c:v>
                </c:pt>
                <c:pt idx="1692">
                  <c:v>0.409409257</c:v>
                </c:pt>
                <c:pt idx="1693">
                  <c:v>0.409485384</c:v>
                </c:pt>
                <c:pt idx="1694">
                  <c:v>0.409637637</c:v>
                </c:pt>
                <c:pt idx="1695">
                  <c:v>0.41001827</c:v>
                </c:pt>
                <c:pt idx="1696">
                  <c:v>0.41001827</c:v>
                </c:pt>
                <c:pt idx="1697">
                  <c:v>0.410094397</c:v>
                </c:pt>
                <c:pt idx="1698">
                  <c:v>0.413748477</c:v>
                </c:pt>
                <c:pt idx="1699">
                  <c:v>0.413976857</c:v>
                </c:pt>
                <c:pt idx="1700">
                  <c:v>0.413976857</c:v>
                </c:pt>
                <c:pt idx="1701">
                  <c:v>0.414052984</c:v>
                </c:pt>
                <c:pt idx="1702">
                  <c:v>0.414205238</c:v>
                </c:pt>
                <c:pt idx="1703">
                  <c:v>0.414281364</c:v>
                </c:pt>
                <c:pt idx="1704">
                  <c:v>0.414585871</c:v>
                </c:pt>
                <c:pt idx="1705">
                  <c:v>0.414585871</c:v>
                </c:pt>
                <c:pt idx="1706">
                  <c:v>0.414814251</c:v>
                </c:pt>
                <c:pt idx="1707">
                  <c:v>0.414814251</c:v>
                </c:pt>
                <c:pt idx="1708">
                  <c:v>0.414814251</c:v>
                </c:pt>
                <c:pt idx="1709">
                  <c:v>0.415042631</c:v>
                </c:pt>
                <c:pt idx="1710">
                  <c:v>0.415042631</c:v>
                </c:pt>
                <c:pt idx="1711">
                  <c:v>0.415194884</c:v>
                </c:pt>
                <c:pt idx="1712">
                  <c:v>0.415194884</c:v>
                </c:pt>
                <c:pt idx="1713">
                  <c:v>0.415423264</c:v>
                </c:pt>
                <c:pt idx="1714">
                  <c:v>0.415423264</c:v>
                </c:pt>
                <c:pt idx="1715">
                  <c:v>0.415651644</c:v>
                </c:pt>
                <c:pt idx="1716">
                  <c:v>0.415651644</c:v>
                </c:pt>
                <c:pt idx="1717">
                  <c:v>0.415727771</c:v>
                </c:pt>
                <c:pt idx="1718">
                  <c:v>0.415727771</c:v>
                </c:pt>
                <c:pt idx="1719">
                  <c:v>0.415956151</c:v>
                </c:pt>
                <c:pt idx="1720">
                  <c:v>0.415956151</c:v>
                </c:pt>
                <c:pt idx="1721">
                  <c:v>0.415956151</c:v>
                </c:pt>
                <c:pt idx="1722">
                  <c:v>0.415956151</c:v>
                </c:pt>
                <c:pt idx="1723">
                  <c:v>0.416108404</c:v>
                </c:pt>
                <c:pt idx="1724">
                  <c:v>0.416108404</c:v>
                </c:pt>
                <c:pt idx="1725">
                  <c:v>0.416184531</c:v>
                </c:pt>
                <c:pt idx="1726">
                  <c:v>0.416184531</c:v>
                </c:pt>
                <c:pt idx="1727">
                  <c:v>0.416336784</c:v>
                </c:pt>
                <c:pt idx="1728">
                  <c:v>0.416336784</c:v>
                </c:pt>
                <c:pt idx="1729">
                  <c:v>0.416336784</c:v>
                </c:pt>
                <c:pt idx="1730">
                  <c:v>0.416489038</c:v>
                </c:pt>
                <c:pt idx="1731">
                  <c:v>0.416489038</c:v>
                </c:pt>
                <c:pt idx="1732">
                  <c:v>0.416641291</c:v>
                </c:pt>
                <c:pt idx="1733">
                  <c:v>0.416641291</c:v>
                </c:pt>
                <c:pt idx="1734">
                  <c:v>0.416717418</c:v>
                </c:pt>
                <c:pt idx="1735">
                  <c:v>0.416717418</c:v>
                </c:pt>
                <c:pt idx="1736">
                  <c:v>0.416717418</c:v>
                </c:pt>
                <c:pt idx="1737">
                  <c:v>0.416869671</c:v>
                </c:pt>
                <c:pt idx="1738">
                  <c:v>0.416869671</c:v>
                </c:pt>
                <c:pt idx="1739">
                  <c:v>0.416945798</c:v>
                </c:pt>
                <c:pt idx="1740">
                  <c:v>0.416945798</c:v>
                </c:pt>
                <c:pt idx="1741">
                  <c:v>0.417554811</c:v>
                </c:pt>
                <c:pt idx="1742">
                  <c:v>0.417783191</c:v>
                </c:pt>
                <c:pt idx="1743">
                  <c:v>0.417783191</c:v>
                </c:pt>
                <c:pt idx="1744">
                  <c:v>0.417783191</c:v>
                </c:pt>
                <c:pt idx="1745">
                  <c:v>0.417859318</c:v>
                </c:pt>
                <c:pt idx="1746">
                  <c:v>0.417859318</c:v>
                </c:pt>
                <c:pt idx="1747">
                  <c:v>0.418239951</c:v>
                </c:pt>
                <c:pt idx="1748">
                  <c:v>0.418239951</c:v>
                </c:pt>
                <c:pt idx="1749">
                  <c:v>0.418239951</c:v>
                </c:pt>
                <c:pt idx="1750">
                  <c:v>0.418392205</c:v>
                </c:pt>
                <c:pt idx="1751">
                  <c:v>0.418392205</c:v>
                </c:pt>
                <c:pt idx="1752">
                  <c:v>0.418468331</c:v>
                </c:pt>
                <c:pt idx="1753">
                  <c:v>0.418468331</c:v>
                </c:pt>
                <c:pt idx="1754">
                  <c:v>0.418544458</c:v>
                </c:pt>
                <c:pt idx="1755">
                  <c:v>0.418544458</c:v>
                </c:pt>
                <c:pt idx="1756">
                  <c:v>0.418696711</c:v>
                </c:pt>
                <c:pt idx="1757">
                  <c:v>0.418696711</c:v>
                </c:pt>
                <c:pt idx="1758">
                  <c:v>0.418848965</c:v>
                </c:pt>
                <c:pt idx="1759">
                  <c:v>0.418848965</c:v>
                </c:pt>
                <c:pt idx="1760">
                  <c:v>0.418925091</c:v>
                </c:pt>
                <c:pt idx="1761">
                  <c:v>0.418925091</c:v>
                </c:pt>
                <c:pt idx="1762">
                  <c:v>0.419001218</c:v>
                </c:pt>
                <c:pt idx="1763">
                  <c:v>0.419153471</c:v>
                </c:pt>
                <c:pt idx="1764">
                  <c:v>0.419381851</c:v>
                </c:pt>
                <c:pt idx="1765">
                  <c:v>0.419381851</c:v>
                </c:pt>
                <c:pt idx="1766">
                  <c:v>0.419534105</c:v>
                </c:pt>
                <c:pt idx="1767">
                  <c:v>0.419686358</c:v>
                </c:pt>
                <c:pt idx="1768">
                  <c:v>0.419762485</c:v>
                </c:pt>
                <c:pt idx="1769">
                  <c:v>0.419762485</c:v>
                </c:pt>
                <c:pt idx="1770">
                  <c:v>0.419914738</c:v>
                </c:pt>
                <c:pt idx="1771">
                  <c:v>0.419914738</c:v>
                </c:pt>
                <c:pt idx="1772">
                  <c:v>0.419990865</c:v>
                </c:pt>
                <c:pt idx="1773">
                  <c:v>0.419990865</c:v>
                </c:pt>
                <c:pt idx="1774">
                  <c:v>0.420066991</c:v>
                </c:pt>
                <c:pt idx="1775">
                  <c:v>0.420066991</c:v>
                </c:pt>
                <c:pt idx="1776">
                  <c:v>0.420143118</c:v>
                </c:pt>
                <c:pt idx="1777">
                  <c:v>0.420143118</c:v>
                </c:pt>
                <c:pt idx="1778">
                  <c:v>0.420219245</c:v>
                </c:pt>
                <c:pt idx="1779">
                  <c:v>0.420219245</c:v>
                </c:pt>
                <c:pt idx="1780">
                  <c:v>0.420295371</c:v>
                </c:pt>
                <c:pt idx="1781">
                  <c:v>0.420295371</c:v>
                </c:pt>
                <c:pt idx="1782">
                  <c:v>0.420371498</c:v>
                </c:pt>
                <c:pt idx="1783">
                  <c:v>0.420523752</c:v>
                </c:pt>
                <c:pt idx="1784">
                  <c:v>0.420904385</c:v>
                </c:pt>
                <c:pt idx="1785">
                  <c:v>0.421056638</c:v>
                </c:pt>
                <c:pt idx="1786">
                  <c:v>0.421056638</c:v>
                </c:pt>
                <c:pt idx="1787">
                  <c:v>0.421056638</c:v>
                </c:pt>
                <c:pt idx="1788">
                  <c:v>0.421056638</c:v>
                </c:pt>
                <c:pt idx="1789">
                  <c:v>0.421132765</c:v>
                </c:pt>
                <c:pt idx="1790">
                  <c:v>0.421132765</c:v>
                </c:pt>
                <c:pt idx="1791">
                  <c:v>0.421208892</c:v>
                </c:pt>
                <c:pt idx="1792">
                  <c:v>0.421208892</c:v>
                </c:pt>
                <c:pt idx="1793">
                  <c:v>0.421589525</c:v>
                </c:pt>
                <c:pt idx="1794">
                  <c:v>0.421589525</c:v>
                </c:pt>
                <c:pt idx="1795">
                  <c:v>0.422198538</c:v>
                </c:pt>
                <c:pt idx="1796">
                  <c:v>0.422198538</c:v>
                </c:pt>
                <c:pt idx="1797">
                  <c:v>0.422274665</c:v>
                </c:pt>
                <c:pt idx="1798">
                  <c:v>0.422274665</c:v>
                </c:pt>
                <c:pt idx="1799">
                  <c:v>0.422350792</c:v>
                </c:pt>
                <c:pt idx="1800">
                  <c:v>0.422350792</c:v>
                </c:pt>
                <c:pt idx="1801">
                  <c:v>0.422426918</c:v>
                </c:pt>
                <c:pt idx="1802">
                  <c:v>0.422655298</c:v>
                </c:pt>
                <c:pt idx="1803">
                  <c:v>0.422655298</c:v>
                </c:pt>
                <c:pt idx="1804">
                  <c:v>0.422731425</c:v>
                </c:pt>
                <c:pt idx="1805">
                  <c:v>0.422731425</c:v>
                </c:pt>
                <c:pt idx="1806">
                  <c:v>0.422883678</c:v>
                </c:pt>
                <c:pt idx="1807">
                  <c:v>0.422883678</c:v>
                </c:pt>
                <c:pt idx="1808">
                  <c:v>0.423035932</c:v>
                </c:pt>
                <c:pt idx="1809">
                  <c:v>0.423112058</c:v>
                </c:pt>
                <c:pt idx="1810">
                  <c:v>0.423568819</c:v>
                </c:pt>
                <c:pt idx="1811">
                  <c:v>0.423568819</c:v>
                </c:pt>
                <c:pt idx="1812">
                  <c:v>0.423721072</c:v>
                </c:pt>
                <c:pt idx="1813">
                  <c:v>0.423721072</c:v>
                </c:pt>
                <c:pt idx="1814">
                  <c:v>0.423873325</c:v>
                </c:pt>
                <c:pt idx="1815">
                  <c:v>0.423873325</c:v>
                </c:pt>
                <c:pt idx="1816">
                  <c:v>0.423873325</c:v>
                </c:pt>
                <c:pt idx="1817">
                  <c:v>0.423949452</c:v>
                </c:pt>
                <c:pt idx="1818">
                  <c:v>0.423949452</c:v>
                </c:pt>
                <c:pt idx="1819">
                  <c:v>0.424253959</c:v>
                </c:pt>
                <c:pt idx="1820">
                  <c:v>0.424253959</c:v>
                </c:pt>
                <c:pt idx="1821">
                  <c:v>0.424482339</c:v>
                </c:pt>
                <c:pt idx="1822">
                  <c:v>0.424482339</c:v>
                </c:pt>
                <c:pt idx="1823">
                  <c:v>0.424558465</c:v>
                </c:pt>
                <c:pt idx="1824">
                  <c:v>0.424710719</c:v>
                </c:pt>
                <c:pt idx="1825">
                  <c:v>0.424710719</c:v>
                </c:pt>
                <c:pt idx="1826">
                  <c:v>0.424939099</c:v>
                </c:pt>
                <c:pt idx="1827">
                  <c:v>0.425091352</c:v>
                </c:pt>
                <c:pt idx="1828">
                  <c:v>0.425471985</c:v>
                </c:pt>
                <c:pt idx="1829">
                  <c:v>0.425471985</c:v>
                </c:pt>
                <c:pt idx="1830">
                  <c:v>0.425548112</c:v>
                </c:pt>
                <c:pt idx="1831">
                  <c:v>0.425548112</c:v>
                </c:pt>
                <c:pt idx="1832">
                  <c:v>0.425852619</c:v>
                </c:pt>
                <c:pt idx="1833">
                  <c:v>0.425852619</c:v>
                </c:pt>
                <c:pt idx="1834">
                  <c:v>0.425852619</c:v>
                </c:pt>
                <c:pt idx="1835">
                  <c:v>0.426004872</c:v>
                </c:pt>
                <c:pt idx="1836">
                  <c:v>0.426004872</c:v>
                </c:pt>
                <c:pt idx="1837">
                  <c:v>0.426080999</c:v>
                </c:pt>
                <c:pt idx="1838">
                  <c:v>0.426080999</c:v>
                </c:pt>
                <c:pt idx="1839">
                  <c:v>0.426461632</c:v>
                </c:pt>
                <c:pt idx="1840">
                  <c:v>0.426461632</c:v>
                </c:pt>
                <c:pt idx="1841">
                  <c:v>0.426613886</c:v>
                </c:pt>
                <c:pt idx="1842">
                  <c:v>0.426613886</c:v>
                </c:pt>
                <c:pt idx="1843">
                  <c:v>0.426766139</c:v>
                </c:pt>
                <c:pt idx="1844">
                  <c:v>0.427146772</c:v>
                </c:pt>
                <c:pt idx="1845">
                  <c:v>0.427146772</c:v>
                </c:pt>
                <c:pt idx="1846">
                  <c:v>0.427222899</c:v>
                </c:pt>
                <c:pt idx="1847">
                  <c:v>0.427222899</c:v>
                </c:pt>
                <c:pt idx="1848">
                  <c:v>0.427451279</c:v>
                </c:pt>
                <c:pt idx="1849">
                  <c:v>0.427451279</c:v>
                </c:pt>
                <c:pt idx="1850">
                  <c:v>0.427679659</c:v>
                </c:pt>
                <c:pt idx="1851">
                  <c:v>0.427908039</c:v>
                </c:pt>
                <c:pt idx="1852">
                  <c:v>0.427908039</c:v>
                </c:pt>
                <c:pt idx="1853">
                  <c:v>0.427908039</c:v>
                </c:pt>
                <c:pt idx="1854">
                  <c:v>0.427984166</c:v>
                </c:pt>
                <c:pt idx="1855">
                  <c:v>0.427984166</c:v>
                </c:pt>
                <c:pt idx="1856">
                  <c:v>0.428060292</c:v>
                </c:pt>
                <c:pt idx="1857">
                  <c:v>0.428060292</c:v>
                </c:pt>
                <c:pt idx="1858">
                  <c:v>0.428136419</c:v>
                </c:pt>
                <c:pt idx="1859">
                  <c:v>0.428136419</c:v>
                </c:pt>
                <c:pt idx="1860">
                  <c:v>0.428212546</c:v>
                </c:pt>
                <c:pt idx="1861">
                  <c:v>0.428212546</c:v>
                </c:pt>
                <c:pt idx="1862">
                  <c:v>0.428897686</c:v>
                </c:pt>
                <c:pt idx="1863">
                  <c:v>0.428897686</c:v>
                </c:pt>
                <c:pt idx="1864">
                  <c:v>0.429049939</c:v>
                </c:pt>
                <c:pt idx="1865">
                  <c:v>0.429049939</c:v>
                </c:pt>
                <c:pt idx="1866">
                  <c:v>0.429202192</c:v>
                </c:pt>
                <c:pt idx="1867">
                  <c:v>0.429202192</c:v>
                </c:pt>
                <c:pt idx="1868">
                  <c:v>0.429278319</c:v>
                </c:pt>
                <c:pt idx="1869">
                  <c:v>0.429278319</c:v>
                </c:pt>
                <c:pt idx="1870">
                  <c:v>0.429430572</c:v>
                </c:pt>
                <c:pt idx="1871">
                  <c:v>0.429430572</c:v>
                </c:pt>
                <c:pt idx="1872">
                  <c:v>0.429506699</c:v>
                </c:pt>
                <c:pt idx="1873">
                  <c:v>0.429506699</c:v>
                </c:pt>
                <c:pt idx="1874">
                  <c:v>0.429506699</c:v>
                </c:pt>
                <c:pt idx="1875">
                  <c:v>0.429887333</c:v>
                </c:pt>
                <c:pt idx="1876">
                  <c:v>0.429887333</c:v>
                </c:pt>
                <c:pt idx="1877">
                  <c:v>0.429963459</c:v>
                </c:pt>
                <c:pt idx="1878">
                  <c:v>0.429963459</c:v>
                </c:pt>
                <c:pt idx="1879">
                  <c:v>0.430115713</c:v>
                </c:pt>
                <c:pt idx="1880">
                  <c:v>0.430191839</c:v>
                </c:pt>
                <c:pt idx="1881">
                  <c:v>0.430267966</c:v>
                </c:pt>
                <c:pt idx="1882">
                  <c:v>0.430572473</c:v>
                </c:pt>
                <c:pt idx="1883">
                  <c:v>0.430648599</c:v>
                </c:pt>
                <c:pt idx="1884">
                  <c:v>0.430648599</c:v>
                </c:pt>
                <c:pt idx="1885">
                  <c:v>0.430724726</c:v>
                </c:pt>
                <c:pt idx="1886">
                  <c:v>0.430724726</c:v>
                </c:pt>
                <c:pt idx="1887">
                  <c:v>0.430724726</c:v>
                </c:pt>
                <c:pt idx="1888">
                  <c:v>0.430876979</c:v>
                </c:pt>
                <c:pt idx="1889">
                  <c:v>0.430876979</c:v>
                </c:pt>
                <c:pt idx="1890">
                  <c:v>0.430953106</c:v>
                </c:pt>
                <c:pt idx="1891">
                  <c:v>0.430953106</c:v>
                </c:pt>
                <c:pt idx="1892">
                  <c:v>0.431029233</c:v>
                </c:pt>
                <c:pt idx="1893">
                  <c:v>0.431029233</c:v>
                </c:pt>
                <c:pt idx="1894">
                  <c:v>0.431181486</c:v>
                </c:pt>
                <c:pt idx="1895">
                  <c:v>0.431257613</c:v>
                </c:pt>
                <c:pt idx="1896">
                  <c:v>0.431257613</c:v>
                </c:pt>
                <c:pt idx="1897">
                  <c:v>0.431333739</c:v>
                </c:pt>
                <c:pt idx="1898">
                  <c:v>0.431333739</c:v>
                </c:pt>
                <c:pt idx="1899">
                  <c:v>0.431485993</c:v>
                </c:pt>
                <c:pt idx="1900">
                  <c:v>0.431485993</c:v>
                </c:pt>
                <c:pt idx="1901">
                  <c:v>0.431714373</c:v>
                </c:pt>
                <c:pt idx="1902">
                  <c:v>0.431790499</c:v>
                </c:pt>
                <c:pt idx="1903">
                  <c:v>0.431790499</c:v>
                </c:pt>
                <c:pt idx="1904">
                  <c:v>0.431942753</c:v>
                </c:pt>
                <c:pt idx="1905">
                  <c:v>0.432018879</c:v>
                </c:pt>
                <c:pt idx="1906">
                  <c:v>0.432018879</c:v>
                </c:pt>
                <c:pt idx="1907">
                  <c:v>0.432399513</c:v>
                </c:pt>
                <c:pt idx="1908">
                  <c:v>0.432399513</c:v>
                </c:pt>
                <c:pt idx="1909">
                  <c:v>0.432704019</c:v>
                </c:pt>
                <c:pt idx="1910">
                  <c:v>0.432704019</c:v>
                </c:pt>
                <c:pt idx="1911">
                  <c:v>0.433008526</c:v>
                </c:pt>
                <c:pt idx="1912">
                  <c:v>0.433008526</c:v>
                </c:pt>
                <c:pt idx="1913">
                  <c:v>0.43316078</c:v>
                </c:pt>
                <c:pt idx="1914">
                  <c:v>0.43316078</c:v>
                </c:pt>
                <c:pt idx="1915">
                  <c:v>0.433236906</c:v>
                </c:pt>
                <c:pt idx="1916">
                  <c:v>0.433236906</c:v>
                </c:pt>
                <c:pt idx="1917">
                  <c:v>0.433313033</c:v>
                </c:pt>
                <c:pt idx="1918">
                  <c:v>0.433998173</c:v>
                </c:pt>
                <c:pt idx="1919">
                  <c:v>0.433998173</c:v>
                </c:pt>
                <c:pt idx="1920">
                  <c:v>0.434378806</c:v>
                </c:pt>
                <c:pt idx="1921">
                  <c:v>0.434378806</c:v>
                </c:pt>
                <c:pt idx="1922">
                  <c:v>0.434454933</c:v>
                </c:pt>
                <c:pt idx="1923">
                  <c:v>0.434454933</c:v>
                </c:pt>
                <c:pt idx="1924">
                  <c:v>0.43453106</c:v>
                </c:pt>
                <c:pt idx="1925">
                  <c:v>0.434683313</c:v>
                </c:pt>
                <c:pt idx="1926">
                  <c:v>0.434683313</c:v>
                </c:pt>
                <c:pt idx="1927">
                  <c:v>0.435063946</c:v>
                </c:pt>
                <c:pt idx="1928">
                  <c:v>0.435140073</c:v>
                </c:pt>
                <c:pt idx="1929">
                  <c:v>0.435140073</c:v>
                </c:pt>
                <c:pt idx="1930">
                  <c:v>0.4352162</c:v>
                </c:pt>
                <c:pt idx="1931">
                  <c:v>0.4352162</c:v>
                </c:pt>
                <c:pt idx="1932">
                  <c:v>0.435368453</c:v>
                </c:pt>
                <c:pt idx="1933">
                  <c:v>0.435368453</c:v>
                </c:pt>
                <c:pt idx="1934">
                  <c:v>0.435520706</c:v>
                </c:pt>
                <c:pt idx="1935">
                  <c:v>0.435520706</c:v>
                </c:pt>
                <c:pt idx="1936">
                  <c:v>0.435825213</c:v>
                </c:pt>
                <c:pt idx="1937">
                  <c:v>0.43590134</c:v>
                </c:pt>
                <c:pt idx="1938">
                  <c:v>0.436053593</c:v>
                </c:pt>
                <c:pt idx="1939">
                  <c:v>0.436281973</c:v>
                </c:pt>
                <c:pt idx="1940">
                  <c:v>0.436281973</c:v>
                </c:pt>
                <c:pt idx="1941">
                  <c:v>0.4363581</c:v>
                </c:pt>
                <c:pt idx="1942">
                  <c:v>0.4363581</c:v>
                </c:pt>
                <c:pt idx="1943">
                  <c:v>0.436510353</c:v>
                </c:pt>
                <c:pt idx="1944">
                  <c:v>0.43658648</c:v>
                </c:pt>
                <c:pt idx="1945">
                  <c:v>0.43658648</c:v>
                </c:pt>
                <c:pt idx="1946">
                  <c:v>0.43658648</c:v>
                </c:pt>
                <c:pt idx="1947">
                  <c:v>0.43658648</c:v>
                </c:pt>
                <c:pt idx="1948">
                  <c:v>0.436738733</c:v>
                </c:pt>
                <c:pt idx="1949">
                  <c:v>0.43932704</c:v>
                </c:pt>
                <c:pt idx="1950">
                  <c:v>0.439403167</c:v>
                </c:pt>
                <c:pt idx="1951">
                  <c:v>0.439403167</c:v>
                </c:pt>
                <c:pt idx="1952">
                  <c:v>0.43955542</c:v>
                </c:pt>
                <c:pt idx="1953">
                  <c:v>0.43955542</c:v>
                </c:pt>
                <c:pt idx="1954">
                  <c:v>0.439631547</c:v>
                </c:pt>
                <c:pt idx="1955">
                  <c:v>0.439631547</c:v>
                </c:pt>
                <c:pt idx="1956">
                  <c:v>0.4397838</c:v>
                </c:pt>
                <c:pt idx="1957">
                  <c:v>0.4397838</c:v>
                </c:pt>
                <c:pt idx="1958">
                  <c:v>0.439859927</c:v>
                </c:pt>
                <c:pt idx="1959">
                  <c:v>0.439859927</c:v>
                </c:pt>
                <c:pt idx="1960">
                  <c:v>0.439859927</c:v>
                </c:pt>
                <c:pt idx="1961">
                  <c:v>0.44001218</c:v>
                </c:pt>
                <c:pt idx="1962">
                  <c:v>0.44001218</c:v>
                </c:pt>
                <c:pt idx="1963">
                  <c:v>0.440088307</c:v>
                </c:pt>
                <c:pt idx="1964">
                  <c:v>0.440088307</c:v>
                </c:pt>
                <c:pt idx="1965">
                  <c:v>0.440088307</c:v>
                </c:pt>
                <c:pt idx="1966">
                  <c:v>0.440088307</c:v>
                </c:pt>
                <c:pt idx="1967">
                  <c:v>0.440164434</c:v>
                </c:pt>
                <c:pt idx="1968">
                  <c:v>0.440164434</c:v>
                </c:pt>
                <c:pt idx="1969">
                  <c:v>0.440164434</c:v>
                </c:pt>
                <c:pt idx="1970">
                  <c:v>0.440164434</c:v>
                </c:pt>
                <c:pt idx="1971">
                  <c:v>0.440392814</c:v>
                </c:pt>
                <c:pt idx="1972">
                  <c:v>0.440392814</c:v>
                </c:pt>
                <c:pt idx="1973">
                  <c:v>0.44046894</c:v>
                </c:pt>
                <c:pt idx="1974">
                  <c:v>0.44046894</c:v>
                </c:pt>
                <c:pt idx="1975">
                  <c:v>0.440545067</c:v>
                </c:pt>
                <c:pt idx="1976">
                  <c:v>0.440545067</c:v>
                </c:pt>
                <c:pt idx="1977">
                  <c:v>0.440621194</c:v>
                </c:pt>
                <c:pt idx="1978">
                  <c:v>0.440621194</c:v>
                </c:pt>
                <c:pt idx="1979">
                  <c:v>0.440773447</c:v>
                </c:pt>
                <c:pt idx="1980">
                  <c:v>0.4409257</c:v>
                </c:pt>
                <c:pt idx="1981">
                  <c:v>0.441001827</c:v>
                </c:pt>
                <c:pt idx="1982">
                  <c:v>0.441001827</c:v>
                </c:pt>
                <c:pt idx="1983">
                  <c:v>0.44115408</c:v>
                </c:pt>
                <c:pt idx="1984">
                  <c:v>0.44115408</c:v>
                </c:pt>
                <c:pt idx="1985">
                  <c:v>0.441230207</c:v>
                </c:pt>
                <c:pt idx="1986">
                  <c:v>0.441230207</c:v>
                </c:pt>
                <c:pt idx="1987">
                  <c:v>0.441534714</c:v>
                </c:pt>
                <c:pt idx="1988">
                  <c:v>0.441991474</c:v>
                </c:pt>
                <c:pt idx="1989">
                  <c:v>0.441991474</c:v>
                </c:pt>
                <c:pt idx="1990">
                  <c:v>0.4420676</c:v>
                </c:pt>
                <c:pt idx="1991">
                  <c:v>0.4420676</c:v>
                </c:pt>
                <c:pt idx="1992">
                  <c:v>0.442143727</c:v>
                </c:pt>
                <c:pt idx="1993">
                  <c:v>0.442143727</c:v>
                </c:pt>
                <c:pt idx="1994">
                  <c:v>0.442295981</c:v>
                </c:pt>
                <c:pt idx="1995">
                  <c:v>0.442448234</c:v>
                </c:pt>
                <c:pt idx="1996">
                  <c:v>0.442448234</c:v>
                </c:pt>
                <c:pt idx="1997">
                  <c:v>0.442676614</c:v>
                </c:pt>
                <c:pt idx="1998">
                  <c:v>0.442904994</c:v>
                </c:pt>
                <c:pt idx="1999">
                  <c:v>0.443057247</c:v>
                </c:pt>
                <c:pt idx="2000">
                  <c:v>0.443285627</c:v>
                </c:pt>
                <c:pt idx="2001">
                  <c:v>0.443285627</c:v>
                </c:pt>
                <c:pt idx="2002">
                  <c:v>0.443361754</c:v>
                </c:pt>
                <c:pt idx="2003">
                  <c:v>0.443361754</c:v>
                </c:pt>
                <c:pt idx="2004">
                  <c:v>0.443437881</c:v>
                </c:pt>
                <c:pt idx="2005">
                  <c:v>0.443437881</c:v>
                </c:pt>
                <c:pt idx="2006">
                  <c:v>0.443590134</c:v>
                </c:pt>
                <c:pt idx="2007">
                  <c:v>0.443590134</c:v>
                </c:pt>
                <c:pt idx="2008">
                  <c:v>0.443590134</c:v>
                </c:pt>
                <c:pt idx="2009">
                  <c:v>0.443666261</c:v>
                </c:pt>
                <c:pt idx="2010">
                  <c:v>0.443818514</c:v>
                </c:pt>
                <c:pt idx="2011">
                  <c:v>0.444123021</c:v>
                </c:pt>
                <c:pt idx="2012">
                  <c:v>0.444579781</c:v>
                </c:pt>
                <c:pt idx="2013">
                  <c:v>0.444579781</c:v>
                </c:pt>
                <c:pt idx="2014">
                  <c:v>0.444655907</c:v>
                </c:pt>
                <c:pt idx="2015">
                  <c:v>0.444655907</c:v>
                </c:pt>
                <c:pt idx="2016">
                  <c:v>0.444732034</c:v>
                </c:pt>
                <c:pt idx="2017">
                  <c:v>0.444732034</c:v>
                </c:pt>
                <c:pt idx="2018">
                  <c:v>0.444960414</c:v>
                </c:pt>
                <c:pt idx="2019">
                  <c:v>0.444960414</c:v>
                </c:pt>
                <c:pt idx="2020">
                  <c:v>0.444960414</c:v>
                </c:pt>
                <c:pt idx="2021">
                  <c:v>0.444960414</c:v>
                </c:pt>
                <c:pt idx="2022">
                  <c:v>0.445036541</c:v>
                </c:pt>
                <c:pt idx="2023">
                  <c:v>0.445036541</c:v>
                </c:pt>
                <c:pt idx="2024">
                  <c:v>0.445188794</c:v>
                </c:pt>
                <c:pt idx="2025">
                  <c:v>0.445188794</c:v>
                </c:pt>
                <c:pt idx="2026">
                  <c:v>0.445341048</c:v>
                </c:pt>
                <c:pt idx="2027">
                  <c:v>0.445341048</c:v>
                </c:pt>
                <c:pt idx="2028">
                  <c:v>0.445493301</c:v>
                </c:pt>
                <c:pt idx="2029">
                  <c:v>0.445493301</c:v>
                </c:pt>
                <c:pt idx="2030">
                  <c:v>0.445569428</c:v>
                </c:pt>
                <c:pt idx="2031">
                  <c:v>0.445721681</c:v>
                </c:pt>
                <c:pt idx="2032">
                  <c:v>0.446406821</c:v>
                </c:pt>
                <c:pt idx="2033">
                  <c:v>0.446406821</c:v>
                </c:pt>
                <c:pt idx="2034">
                  <c:v>0.446482948</c:v>
                </c:pt>
                <c:pt idx="2035">
                  <c:v>0.446482948</c:v>
                </c:pt>
                <c:pt idx="2036">
                  <c:v>0.446559074</c:v>
                </c:pt>
                <c:pt idx="2037">
                  <c:v>0.446559074</c:v>
                </c:pt>
                <c:pt idx="2038">
                  <c:v>0.446711328</c:v>
                </c:pt>
                <c:pt idx="2039">
                  <c:v>0.446711328</c:v>
                </c:pt>
                <c:pt idx="2040">
                  <c:v>0.446787454</c:v>
                </c:pt>
                <c:pt idx="2041">
                  <c:v>0.446787454</c:v>
                </c:pt>
                <c:pt idx="2042">
                  <c:v>0.447015834</c:v>
                </c:pt>
                <c:pt idx="2043">
                  <c:v>0.447015834</c:v>
                </c:pt>
                <c:pt idx="2044">
                  <c:v>0.447091961</c:v>
                </c:pt>
                <c:pt idx="2045">
                  <c:v>0.447091961</c:v>
                </c:pt>
                <c:pt idx="2046">
                  <c:v>0.447396468</c:v>
                </c:pt>
                <c:pt idx="2047">
                  <c:v>0.447396468</c:v>
                </c:pt>
                <c:pt idx="2048">
                  <c:v>0.447472594</c:v>
                </c:pt>
                <c:pt idx="2049">
                  <c:v>0.447472594</c:v>
                </c:pt>
                <c:pt idx="2050">
                  <c:v>0.447548721</c:v>
                </c:pt>
                <c:pt idx="2051">
                  <c:v>0.447548721</c:v>
                </c:pt>
                <c:pt idx="2052">
                  <c:v>0.447624848</c:v>
                </c:pt>
                <c:pt idx="2053">
                  <c:v>0.447777101</c:v>
                </c:pt>
                <c:pt idx="2054">
                  <c:v>0.448005481</c:v>
                </c:pt>
                <c:pt idx="2055">
                  <c:v>0.448005481</c:v>
                </c:pt>
                <c:pt idx="2056">
                  <c:v>0.448081608</c:v>
                </c:pt>
                <c:pt idx="2057">
                  <c:v>0.448081608</c:v>
                </c:pt>
                <c:pt idx="2058">
                  <c:v>0.448386114</c:v>
                </c:pt>
                <c:pt idx="2059">
                  <c:v>0.448386114</c:v>
                </c:pt>
                <c:pt idx="2060">
                  <c:v>0.448538368</c:v>
                </c:pt>
                <c:pt idx="2061">
                  <c:v>0.448766748</c:v>
                </c:pt>
                <c:pt idx="2062">
                  <c:v>0.448766748</c:v>
                </c:pt>
                <c:pt idx="2063">
                  <c:v>0.448766748</c:v>
                </c:pt>
                <c:pt idx="2064">
                  <c:v>0.448842875</c:v>
                </c:pt>
                <c:pt idx="2065">
                  <c:v>0.448842875</c:v>
                </c:pt>
                <c:pt idx="2066">
                  <c:v>0.448919001</c:v>
                </c:pt>
                <c:pt idx="2067">
                  <c:v>0.448919001</c:v>
                </c:pt>
                <c:pt idx="2068">
                  <c:v>0.448995128</c:v>
                </c:pt>
                <c:pt idx="2069">
                  <c:v>0.449451888</c:v>
                </c:pt>
                <c:pt idx="2070">
                  <c:v>0.449528015</c:v>
                </c:pt>
                <c:pt idx="2071">
                  <c:v>0.449528015</c:v>
                </c:pt>
                <c:pt idx="2072">
                  <c:v>0.449528015</c:v>
                </c:pt>
                <c:pt idx="2073">
                  <c:v>0.449528015</c:v>
                </c:pt>
                <c:pt idx="2074">
                  <c:v>0.449604141</c:v>
                </c:pt>
                <c:pt idx="2075">
                  <c:v>0.449604141</c:v>
                </c:pt>
                <c:pt idx="2076">
                  <c:v>0.449604141</c:v>
                </c:pt>
                <c:pt idx="2077">
                  <c:v>0.449680268</c:v>
                </c:pt>
                <c:pt idx="2078">
                  <c:v>0.449832521</c:v>
                </c:pt>
                <c:pt idx="2079">
                  <c:v>0.449832521</c:v>
                </c:pt>
                <c:pt idx="2080">
                  <c:v>0.449984775</c:v>
                </c:pt>
                <c:pt idx="2081">
                  <c:v>0.449984775</c:v>
                </c:pt>
                <c:pt idx="2082">
                  <c:v>0.449984775</c:v>
                </c:pt>
                <c:pt idx="2083">
                  <c:v>0.449984775</c:v>
                </c:pt>
                <c:pt idx="2084">
                  <c:v>0.450213155</c:v>
                </c:pt>
                <c:pt idx="2085">
                  <c:v>0.450213155</c:v>
                </c:pt>
                <c:pt idx="2086">
                  <c:v>0.450365408</c:v>
                </c:pt>
                <c:pt idx="2087">
                  <c:v>0.450365408</c:v>
                </c:pt>
                <c:pt idx="2088">
                  <c:v>0.450517661</c:v>
                </c:pt>
                <c:pt idx="2089">
                  <c:v>0.450517661</c:v>
                </c:pt>
                <c:pt idx="2090">
                  <c:v>0.450593788</c:v>
                </c:pt>
                <c:pt idx="2091">
                  <c:v>0.450593788</c:v>
                </c:pt>
                <c:pt idx="2092">
                  <c:v>0.450669915</c:v>
                </c:pt>
                <c:pt idx="2093">
                  <c:v>0.451659562</c:v>
                </c:pt>
                <c:pt idx="2094">
                  <c:v>0.451659562</c:v>
                </c:pt>
                <c:pt idx="2095">
                  <c:v>0.451735688</c:v>
                </c:pt>
                <c:pt idx="2096">
                  <c:v>0.451735688</c:v>
                </c:pt>
                <c:pt idx="2097">
                  <c:v>0.451735688</c:v>
                </c:pt>
                <c:pt idx="2098">
                  <c:v>0.451735688</c:v>
                </c:pt>
                <c:pt idx="2099">
                  <c:v>0.451811815</c:v>
                </c:pt>
                <c:pt idx="2100">
                  <c:v>0.451964068</c:v>
                </c:pt>
                <c:pt idx="2101">
                  <c:v>0.452344702</c:v>
                </c:pt>
                <c:pt idx="2102">
                  <c:v>0.452344702</c:v>
                </c:pt>
                <c:pt idx="2103">
                  <c:v>0.452573082</c:v>
                </c:pt>
                <c:pt idx="2104">
                  <c:v>0.452573082</c:v>
                </c:pt>
                <c:pt idx="2105">
                  <c:v>0.452725335</c:v>
                </c:pt>
                <c:pt idx="2106">
                  <c:v>0.452725335</c:v>
                </c:pt>
                <c:pt idx="2107">
                  <c:v>0.453334348</c:v>
                </c:pt>
                <c:pt idx="2108">
                  <c:v>0.453334348</c:v>
                </c:pt>
                <c:pt idx="2109">
                  <c:v>0.453410475</c:v>
                </c:pt>
                <c:pt idx="2110">
                  <c:v>0.453638855</c:v>
                </c:pt>
                <c:pt idx="2111">
                  <c:v>0.453638855</c:v>
                </c:pt>
                <c:pt idx="2112">
                  <c:v>0.453791108</c:v>
                </c:pt>
                <c:pt idx="2113">
                  <c:v>0.453791108</c:v>
                </c:pt>
                <c:pt idx="2114">
                  <c:v>0.453867235</c:v>
                </c:pt>
                <c:pt idx="2115">
                  <c:v>0.453867235</c:v>
                </c:pt>
                <c:pt idx="2116">
                  <c:v>0.453943362</c:v>
                </c:pt>
                <c:pt idx="2117">
                  <c:v>0.453943362</c:v>
                </c:pt>
                <c:pt idx="2118">
                  <c:v>0.454019488</c:v>
                </c:pt>
                <c:pt idx="2119">
                  <c:v>0.454019488</c:v>
                </c:pt>
                <c:pt idx="2120">
                  <c:v>0.454095615</c:v>
                </c:pt>
                <c:pt idx="2121">
                  <c:v>0.454095615</c:v>
                </c:pt>
                <c:pt idx="2122">
                  <c:v>0.454095615</c:v>
                </c:pt>
                <c:pt idx="2123">
                  <c:v>0.454095615</c:v>
                </c:pt>
                <c:pt idx="2124">
                  <c:v>0.454171742</c:v>
                </c:pt>
                <c:pt idx="2125">
                  <c:v>0.454171742</c:v>
                </c:pt>
                <c:pt idx="2126">
                  <c:v>0.454171742</c:v>
                </c:pt>
                <c:pt idx="2127">
                  <c:v>0.454247868</c:v>
                </c:pt>
                <c:pt idx="2128">
                  <c:v>0.454247868</c:v>
                </c:pt>
                <c:pt idx="2129">
                  <c:v>0.454323995</c:v>
                </c:pt>
                <c:pt idx="2130">
                  <c:v>0.454400122</c:v>
                </c:pt>
                <c:pt idx="2131">
                  <c:v>0.454400122</c:v>
                </c:pt>
                <c:pt idx="2132">
                  <c:v>0.454400122</c:v>
                </c:pt>
                <c:pt idx="2133">
                  <c:v>0.454552375</c:v>
                </c:pt>
                <c:pt idx="2134">
                  <c:v>0.455009135</c:v>
                </c:pt>
                <c:pt idx="2135">
                  <c:v>0.455161389</c:v>
                </c:pt>
                <c:pt idx="2136">
                  <c:v>0.455161389</c:v>
                </c:pt>
                <c:pt idx="2137">
                  <c:v>0.455313642</c:v>
                </c:pt>
                <c:pt idx="2138">
                  <c:v>0.455313642</c:v>
                </c:pt>
                <c:pt idx="2139">
                  <c:v>0.455389769</c:v>
                </c:pt>
                <c:pt idx="2140">
                  <c:v>0.455389769</c:v>
                </c:pt>
                <c:pt idx="2141">
                  <c:v>0.455389769</c:v>
                </c:pt>
                <c:pt idx="2142">
                  <c:v>0.455389769</c:v>
                </c:pt>
                <c:pt idx="2143">
                  <c:v>0.455542022</c:v>
                </c:pt>
                <c:pt idx="2144">
                  <c:v>0.455542022</c:v>
                </c:pt>
                <c:pt idx="2145">
                  <c:v>0.455618149</c:v>
                </c:pt>
                <c:pt idx="2146">
                  <c:v>0.455618149</c:v>
                </c:pt>
                <c:pt idx="2147">
                  <c:v>0.455694275</c:v>
                </c:pt>
                <c:pt idx="2148">
                  <c:v>0.455694275</c:v>
                </c:pt>
                <c:pt idx="2149">
                  <c:v>0.455770402</c:v>
                </c:pt>
                <c:pt idx="2150">
                  <c:v>0.455770402</c:v>
                </c:pt>
                <c:pt idx="2151">
                  <c:v>0.455846529</c:v>
                </c:pt>
                <c:pt idx="2152">
                  <c:v>0.455846529</c:v>
                </c:pt>
                <c:pt idx="2153">
                  <c:v>0.455846529</c:v>
                </c:pt>
                <c:pt idx="2154">
                  <c:v>0.455922655</c:v>
                </c:pt>
                <c:pt idx="2155">
                  <c:v>0.455922655</c:v>
                </c:pt>
                <c:pt idx="2156">
                  <c:v>0.456151035</c:v>
                </c:pt>
                <c:pt idx="2157">
                  <c:v>0.456151035</c:v>
                </c:pt>
                <c:pt idx="2158">
                  <c:v>0.456227162</c:v>
                </c:pt>
                <c:pt idx="2159">
                  <c:v>0.456227162</c:v>
                </c:pt>
                <c:pt idx="2160">
                  <c:v>0.456227162</c:v>
                </c:pt>
                <c:pt idx="2161">
                  <c:v>0.456303289</c:v>
                </c:pt>
                <c:pt idx="2162">
                  <c:v>0.456303289</c:v>
                </c:pt>
                <c:pt idx="2163">
                  <c:v>0.456379415</c:v>
                </c:pt>
                <c:pt idx="2164">
                  <c:v>0.456531669</c:v>
                </c:pt>
                <c:pt idx="2165">
                  <c:v>0.456607795</c:v>
                </c:pt>
                <c:pt idx="2166">
                  <c:v>0.456760049</c:v>
                </c:pt>
                <c:pt idx="2167">
                  <c:v>0.456912302</c:v>
                </c:pt>
                <c:pt idx="2168">
                  <c:v>0.456912302</c:v>
                </c:pt>
                <c:pt idx="2169">
                  <c:v>0.456988429</c:v>
                </c:pt>
                <c:pt idx="2170">
                  <c:v>0.456988429</c:v>
                </c:pt>
                <c:pt idx="2171">
                  <c:v>0.456988429</c:v>
                </c:pt>
                <c:pt idx="2172">
                  <c:v>0.457140682</c:v>
                </c:pt>
                <c:pt idx="2173">
                  <c:v>0.457292935</c:v>
                </c:pt>
                <c:pt idx="2174">
                  <c:v>0.457369062</c:v>
                </c:pt>
                <c:pt idx="2175">
                  <c:v>0.457369062</c:v>
                </c:pt>
                <c:pt idx="2176">
                  <c:v>0.457521315</c:v>
                </c:pt>
                <c:pt idx="2177">
                  <c:v>0.457597442</c:v>
                </c:pt>
                <c:pt idx="2178">
                  <c:v>0.457673569</c:v>
                </c:pt>
                <c:pt idx="2179">
                  <c:v>0.457673569</c:v>
                </c:pt>
                <c:pt idx="2180">
                  <c:v>0.457901949</c:v>
                </c:pt>
                <c:pt idx="2181">
                  <c:v>0.457901949</c:v>
                </c:pt>
                <c:pt idx="2182">
                  <c:v>0.457978076</c:v>
                </c:pt>
                <c:pt idx="2183">
                  <c:v>0.457978076</c:v>
                </c:pt>
                <c:pt idx="2184">
                  <c:v>0.458054202</c:v>
                </c:pt>
                <c:pt idx="2185">
                  <c:v>0.458054202</c:v>
                </c:pt>
                <c:pt idx="2186">
                  <c:v>0.458206456</c:v>
                </c:pt>
                <c:pt idx="2187">
                  <c:v>0.458206456</c:v>
                </c:pt>
                <c:pt idx="2188">
                  <c:v>0.458282582</c:v>
                </c:pt>
                <c:pt idx="2189">
                  <c:v>0.458587089</c:v>
                </c:pt>
                <c:pt idx="2190">
                  <c:v>0.458587089</c:v>
                </c:pt>
                <c:pt idx="2191">
                  <c:v>0.458663216</c:v>
                </c:pt>
                <c:pt idx="2192">
                  <c:v>0.458663216</c:v>
                </c:pt>
                <c:pt idx="2193">
                  <c:v>0.458815469</c:v>
                </c:pt>
                <c:pt idx="2194">
                  <c:v>0.458891596</c:v>
                </c:pt>
                <c:pt idx="2195">
                  <c:v>0.458967722</c:v>
                </c:pt>
                <c:pt idx="2196">
                  <c:v>0.458967722</c:v>
                </c:pt>
                <c:pt idx="2197">
                  <c:v>0.458967722</c:v>
                </c:pt>
                <c:pt idx="2198">
                  <c:v>0.458967722</c:v>
                </c:pt>
                <c:pt idx="2199">
                  <c:v>0.458967722</c:v>
                </c:pt>
                <c:pt idx="2200">
                  <c:v>0.459043849</c:v>
                </c:pt>
                <c:pt idx="2201">
                  <c:v>0.459043849</c:v>
                </c:pt>
                <c:pt idx="2202">
                  <c:v>0.459043849</c:v>
                </c:pt>
                <c:pt idx="2203">
                  <c:v>0.459119976</c:v>
                </c:pt>
                <c:pt idx="2204">
                  <c:v>0.459119976</c:v>
                </c:pt>
                <c:pt idx="2205">
                  <c:v>0.459272229</c:v>
                </c:pt>
                <c:pt idx="2206">
                  <c:v>0.459272229</c:v>
                </c:pt>
                <c:pt idx="2207">
                  <c:v>0.459272229</c:v>
                </c:pt>
                <c:pt idx="2208">
                  <c:v>0.459272229</c:v>
                </c:pt>
                <c:pt idx="2209">
                  <c:v>0.459272229</c:v>
                </c:pt>
                <c:pt idx="2210">
                  <c:v>0.459348356</c:v>
                </c:pt>
                <c:pt idx="2211">
                  <c:v>0.459348356</c:v>
                </c:pt>
                <c:pt idx="2212">
                  <c:v>0.459424482</c:v>
                </c:pt>
                <c:pt idx="2213">
                  <c:v>0.459424482</c:v>
                </c:pt>
                <c:pt idx="2214">
                  <c:v>0.459576736</c:v>
                </c:pt>
                <c:pt idx="2215">
                  <c:v>0.459576736</c:v>
                </c:pt>
                <c:pt idx="2216">
                  <c:v>0.460109622</c:v>
                </c:pt>
                <c:pt idx="2217">
                  <c:v>0.460338002</c:v>
                </c:pt>
                <c:pt idx="2218">
                  <c:v>0.460414129</c:v>
                </c:pt>
                <c:pt idx="2219">
                  <c:v>0.460414129</c:v>
                </c:pt>
                <c:pt idx="2220">
                  <c:v>0.460870889</c:v>
                </c:pt>
                <c:pt idx="2221">
                  <c:v>0.460870889</c:v>
                </c:pt>
                <c:pt idx="2222">
                  <c:v>0.460947016</c:v>
                </c:pt>
                <c:pt idx="2223">
                  <c:v>0.460947016</c:v>
                </c:pt>
                <c:pt idx="2224">
                  <c:v>0.461099269</c:v>
                </c:pt>
                <c:pt idx="2225">
                  <c:v>0.461099269</c:v>
                </c:pt>
                <c:pt idx="2226">
                  <c:v>0.461251523</c:v>
                </c:pt>
                <c:pt idx="2227">
                  <c:v>0.461251523</c:v>
                </c:pt>
                <c:pt idx="2228">
                  <c:v>0.461403776</c:v>
                </c:pt>
                <c:pt idx="2229">
                  <c:v>0.461403776</c:v>
                </c:pt>
                <c:pt idx="2230">
                  <c:v>0.461479903</c:v>
                </c:pt>
                <c:pt idx="2231">
                  <c:v>0.461632156</c:v>
                </c:pt>
                <c:pt idx="2232">
                  <c:v>0.461936663</c:v>
                </c:pt>
                <c:pt idx="2233">
                  <c:v>0.461936663</c:v>
                </c:pt>
                <c:pt idx="2234">
                  <c:v>0.462088916</c:v>
                </c:pt>
                <c:pt idx="2235">
                  <c:v>0.462088916</c:v>
                </c:pt>
                <c:pt idx="2236">
                  <c:v>0.462165043</c:v>
                </c:pt>
                <c:pt idx="2237">
                  <c:v>0.462165043</c:v>
                </c:pt>
                <c:pt idx="2238">
                  <c:v>0.462241169</c:v>
                </c:pt>
                <c:pt idx="2239">
                  <c:v>0.462241169</c:v>
                </c:pt>
                <c:pt idx="2240">
                  <c:v>0.462469549</c:v>
                </c:pt>
                <c:pt idx="2241">
                  <c:v>0.462469549</c:v>
                </c:pt>
                <c:pt idx="2242">
                  <c:v>0.462545676</c:v>
                </c:pt>
                <c:pt idx="2243">
                  <c:v>0.462545676</c:v>
                </c:pt>
                <c:pt idx="2244">
                  <c:v>0.462697929</c:v>
                </c:pt>
                <c:pt idx="2245">
                  <c:v>0.462697929</c:v>
                </c:pt>
                <c:pt idx="2246">
                  <c:v>0.462774056</c:v>
                </c:pt>
                <c:pt idx="2247">
                  <c:v>0.462774056</c:v>
                </c:pt>
                <c:pt idx="2248">
                  <c:v>0.462850183</c:v>
                </c:pt>
                <c:pt idx="2249">
                  <c:v>0.462850183</c:v>
                </c:pt>
                <c:pt idx="2250">
                  <c:v>0.462926309</c:v>
                </c:pt>
                <c:pt idx="2251">
                  <c:v>0.462926309</c:v>
                </c:pt>
                <c:pt idx="2252">
                  <c:v>0.463154689</c:v>
                </c:pt>
                <c:pt idx="2253">
                  <c:v>0.463154689</c:v>
                </c:pt>
                <c:pt idx="2254">
                  <c:v>0.463306943</c:v>
                </c:pt>
                <c:pt idx="2255">
                  <c:v>0.463306943</c:v>
                </c:pt>
                <c:pt idx="2256">
                  <c:v>0.463383069</c:v>
                </c:pt>
                <c:pt idx="2257">
                  <c:v>0.463383069</c:v>
                </c:pt>
                <c:pt idx="2258">
                  <c:v>0.463383069</c:v>
                </c:pt>
                <c:pt idx="2259">
                  <c:v>0.463459196</c:v>
                </c:pt>
                <c:pt idx="2260">
                  <c:v>0.463459196</c:v>
                </c:pt>
                <c:pt idx="2261">
                  <c:v>0.463763703</c:v>
                </c:pt>
                <c:pt idx="2262">
                  <c:v>0.463763703</c:v>
                </c:pt>
                <c:pt idx="2263">
                  <c:v>0.46406821</c:v>
                </c:pt>
                <c:pt idx="2264">
                  <c:v>0.46406821</c:v>
                </c:pt>
                <c:pt idx="2265">
                  <c:v>0.464144336</c:v>
                </c:pt>
                <c:pt idx="2266">
                  <c:v>0.464144336</c:v>
                </c:pt>
                <c:pt idx="2267">
                  <c:v>0.464220463</c:v>
                </c:pt>
                <c:pt idx="2268">
                  <c:v>0.464220463</c:v>
                </c:pt>
                <c:pt idx="2269">
                  <c:v>0.46429659</c:v>
                </c:pt>
                <c:pt idx="2270">
                  <c:v>0.46429659</c:v>
                </c:pt>
                <c:pt idx="2271">
                  <c:v>0.46429659</c:v>
                </c:pt>
                <c:pt idx="2272">
                  <c:v>0.46452497</c:v>
                </c:pt>
                <c:pt idx="2273">
                  <c:v>0.465133983</c:v>
                </c:pt>
                <c:pt idx="2274">
                  <c:v>0.465133983</c:v>
                </c:pt>
                <c:pt idx="2275">
                  <c:v>0.465286236</c:v>
                </c:pt>
                <c:pt idx="2276">
                  <c:v>0.465286236</c:v>
                </c:pt>
                <c:pt idx="2277">
                  <c:v>0.46543849</c:v>
                </c:pt>
                <c:pt idx="2278">
                  <c:v>0.46543849</c:v>
                </c:pt>
                <c:pt idx="2279">
                  <c:v>0.465514616</c:v>
                </c:pt>
                <c:pt idx="2280">
                  <c:v>0.46566687</c:v>
                </c:pt>
                <c:pt idx="2281">
                  <c:v>0.465742996</c:v>
                </c:pt>
                <c:pt idx="2282">
                  <c:v>0.465742996</c:v>
                </c:pt>
                <c:pt idx="2283">
                  <c:v>0.465819123</c:v>
                </c:pt>
                <c:pt idx="2284">
                  <c:v>0.466047503</c:v>
                </c:pt>
                <c:pt idx="2285">
                  <c:v>0.466199756</c:v>
                </c:pt>
                <c:pt idx="2286">
                  <c:v>0.466199756</c:v>
                </c:pt>
                <c:pt idx="2287">
                  <c:v>0.466428136</c:v>
                </c:pt>
                <c:pt idx="2288">
                  <c:v>0.466504263</c:v>
                </c:pt>
                <c:pt idx="2289">
                  <c:v>0.466504263</c:v>
                </c:pt>
                <c:pt idx="2290">
                  <c:v>0.46658039</c:v>
                </c:pt>
                <c:pt idx="2291">
                  <c:v>0.46658039</c:v>
                </c:pt>
                <c:pt idx="2292">
                  <c:v>0.46680877</c:v>
                </c:pt>
                <c:pt idx="2293">
                  <c:v>0.46680877</c:v>
                </c:pt>
                <c:pt idx="2294">
                  <c:v>0.467113276</c:v>
                </c:pt>
                <c:pt idx="2295">
                  <c:v>0.467113276</c:v>
                </c:pt>
                <c:pt idx="2296">
                  <c:v>0.467189403</c:v>
                </c:pt>
                <c:pt idx="2297">
                  <c:v>0.467341657</c:v>
                </c:pt>
                <c:pt idx="2298">
                  <c:v>0.467341657</c:v>
                </c:pt>
                <c:pt idx="2299">
                  <c:v>0.467417783</c:v>
                </c:pt>
                <c:pt idx="2300">
                  <c:v>0.467570037</c:v>
                </c:pt>
                <c:pt idx="2301">
                  <c:v>0.467570037</c:v>
                </c:pt>
                <c:pt idx="2302">
                  <c:v>0.467646163</c:v>
                </c:pt>
                <c:pt idx="2303">
                  <c:v>0.467646163</c:v>
                </c:pt>
                <c:pt idx="2304">
                  <c:v>0.467646163</c:v>
                </c:pt>
                <c:pt idx="2305">
                  <c:v>0.467798417</c:v>
                </c:pt>
                <c:pt idx="2306">
                  <c:v>0.467798417</c:v>
                </c:pt>
                <c:pt idx="2307">
                  <c:v>0.467798417</c:v>
                </c:pt>
                <c:pt idx="2308">
                  <c:v>0.467798417</c:v>
                </c:pt>
                <c:pt idx="2309">
                  <c:v>0.467798417</c:v>
                </c:pt>
                <c:pt idx="2310">
                  <c:v>0.467874543</c:v>
                </c:pt>
                <c:pt idx="2311">
                  <c:v>0.467874543</c:v>
                </c:pt>
                <c:pt idx="2312">
                  <c:v>0.468026797</c:v>
                </c:pt>
                <c:pt idx="2313">
                  <c:v>0.468026797</c:v>
                </c:pt>
                <c:pt idx="2314">
                  <c:v>0.468102923</c:v>
                </c:pt>
                <c:pt idx="2315">
                  <c:v>0.468102923</c:v>
                </c:pt>
                <c:pt idx="2316">
                  <c:v>0.46817905</c:v>
                </c:pt>
                <c:pt idx="2317">
                  <c:v>0.468255177</c:v>
                </c:pt>
                <c:pt idx="2318">
                  <c:v>0.468255177</c:v>
                </c:pt>
                <c:pt idx="2319">
                  <c:v>0.468331303</c:v>
                </c:pt>
                <c:pt idx="2320">
                  <c:v>0.468331303</c:v>
                </c:pt>
                <c:pt idx="2321">
                  <c:v>0.46840743</c:v>
                </c:pt>
                <c:pt idx="2322">
                  <c:v>0.468483557</c:v>
                </c:pt>
                <c:pt idx="2323">
                  <c:v>0.46863581</c:v>
                </c:pt>
                <c:pt idx="2324">
                  <c:v>0.468711937</c:v>
                </c:pt>
                <c:pt idx="2325">
                  <c:v>0.468711937</c:v>
                </c:pt>
                <c:pt idx="2326">
                  <c:v>0.468940317</c:v>
                </c:pt>
                <c:pt idx="2327">
                  <c:v>0.468940317</c:v>
                </c:pt>
                <c:pt idx="2328">
                  <c:v>0.469244823</c:v>
                </c:pt>
                <c:pt idx="2329">
                  <c:v>0.469244823</c:v>
                </c:pt>
                <c:pt idx="2330">
                  <c:v>0.469473203</c:v>
                </c:pt>
                <c:pt idx="2331">
                  <c:v>0.469473203</c:v>
                </c:pt>
                <c:pt idx="2332">
                  <c:v>0.469929963</c:v>
                </c:pt>
                <c:pt idx="2333">
                  <c:v>0.469929963</c:v>
                </c:pt>
                <c:pt idx="2334">
                  <c:v>0.47000609</c:v>
                </c:pt>
                <c:pt idx="2335">
                  <c:v>0.47000609</c:v>
                </c:pt>
                <c:pt idx="2336">
                  <c:v>0.470082217</c:v>
                </c:pt>
                <c:pt idx="2337">
                  <c:v>0.470082217</c:v>
                </c:pt>
                <c:pt idx="2338">
                  <c:v>0.470158343</c:v>
                </c:pt>
                <c:pt idx="2339">
                  <c:v>0.470158343</c:v>
                </c:pt>
                <c:pt idx="2340">
                  <c:v>0.470310597</c:v>
                </c:pt>
                <c:pt idx="2341">
                  <c:v>0.470310597</c:v>
                </c:pt>
                <c:pt idx="2342">
                  <c:v>0.47046285</c:v>
                </c:pt>
                <c:pt idx="2343">
                  <c:v>0.47046285</c:v>
                </c:pt>
                <c:pt idx="2344">
                  <c:v>0.470538977</c:v>
                </c:pt>
                <c:pt idx="2345">
                  <c:v>0.470538977</c:v>
                </c:pt>
                <c:pt idx="2346">
                  <c:v>0.470615104</c:v>
                </c:pt>
                <c:pt idx="2347">
                  <c:v>0.470615104</c:v>
                </c:pt>
                <c:pt idx="2348">
                  <c:v>0.47069123</c:v>
                </c:pt>
                <c:pt idx="2349">
                  <c:v>0.47069123</c:v>
                </c:pt>
                <c:pt idx="2350">
                  <c:v>0.47091961</c:v>
                </c:pt>
                <c:pt idx="2351">
                  <c:v>0.47091961</c:v>
                </c:pt>
                <c:pt idx="2352">
                  <c:v>0.47114799</c:v>
                </c:pt>
                <c:pt idx="2353">
                  <c:v>0.47114799</c:v>
                </c:pt>
                <c:pt idx="2354">
                  <c:v>0.471300244</c:v>
                </c:pt>
                <c:pt idx="2355">
                  <c:v>0.471300244</c:v>
                </c:pt>
                <c:pt idx="2356">
                  <c:v>0.471528624</c:v>
                </c:pt>
                <c:pt idx="2357">
                  <c:v>0.47160475</c:v>
                </c:pt>
                <c:pt idx="2358">
                  <c:v>0.471680877</c:v>
                </c:pt>
                <c:pt idx="2359">
                  <c:v>0.471680877</c:v>
                </c:pt>
                <c:pt idx="2360">
                  <c:v>0.471909257</c:v>
                </c:pt>
                <c:pt idx="2361">
                  <c:v>0.471909257</c:v>
                </c:pt>
                <c:pt idx="2362">
                  <c:v>0.471985384</c:v>
                </c:pt>
                <c:pt idx="2363">
                  <c:v>0.472137637</c:v>
                </c:pt>
                <c:pt idx="2364">
                  <c:v>0.472137637</c:v>
                </c:pt>
                <c:pt idx="2365">
                  <c:v>0.472366017</c:v>
                </c:pt>
                <c:pt idx="2366">
                  <c:v>0.472366017</c:v>
                </c:pt>
                <c:pt idx="2367">
                  <c:v>0.472442144</c:v>
                </c:pt>
                <c:pt idx="2368">
                  <c:v>0.472442144</c:v>
                </c:pt>
                <c:pt idx="2369">
                  <c:v>0.47251827</c:v>
                </c:pt>
                <c:pt idx="2370">
                  <c:v>0.47251827</c:v>
                </c:pt>
                <c:pt idx="2371">
                  <c:v>0.47297503</c:v>
                </c:pt>
                <c:pt idx="2372">
                  <c:v>0.47297503</c:v>
                </c:pt>
                <c:pt idx="2373">
                  <c:v>0.473051157</c:v>
                </c:pt>
                <c:pt idx="2374">
                  <c:v>0.473051157</c:v>
                </c:pt>
                <c:pt idx="2375">
                  <c:v>0.473127284</c:v>
                </c:pt>
                <c:pt idx="2376">
                  <c:v>0.473279537</c:v>
                </c:pt>
                <c:pt idx="2377">
                  <c:v>0.473279537</c:v>
                </c:pt>
                <c:pt idx="2378">
                  <c:v>0.473355664</c:v>
                </c:pt>
                <c:pt idx="2379">
                  <c:v>0.473964677</c:v>
                </c:pt>
                <c:pt idx="2380">
                  <c:v>0.474269184</c:v>
                </c:pt>
                <c:pt idx="2381">
                  <c:v>0.474269184</c:v>
                </c:pt>
                <c:pt idx="2382">
                  <c:v>0.474345311</c:v>
                </c:pt>
                <c:pt idx="2383">
                  <c:v>0.474345311</c:v>
                </c:pt>
                <c:pt idx="2384">
                  <c:v>0.474421437</c:v>
                </c:pt>
                <c:pt idx="2385">
                  <c:v>0.474421437</c:v>
                </c:pt>
                <c:pt idx="2386">
                  <c:v>0.474573691</c:v>
                </c:pt>
                <c:pt idx="2387">
                  <c:v>0.474573691</c:v>
                </c:pt>
                <c:pt idx="2388">
                  <c:v>0.474649817</c:v>
                </c:pt>
                <c:pt idx="2389">
                  <c:v>0.474649817</c:v>
                </c:pt>
                <c:pt idx="2390">
                  <c:v>0.474725944</c:v>
                </c:pt>
                <c:pt idx="2391">
                  <c:v>0.474878197</c:v>
                </c:pt>
                <c:pt idx="2392">
                  <c:v>0.474878197</c:v>
                </c:pt>
                <c:pt idx="2393">
                  <c:v>0.474954324</c:v>
                </c:pt>
                <c:pt idx="2394">
                  <c:v>0.474954324</c:v>
                </c:pt>
                <c:pt idx="2395">
                  <c:v>0.475030451</c:v>
                </c:pt>
                <c:pt idx="2396">
                  <c:v>0.475030451</c:v>
                </c:pt>
                <c:pt idx="2397">
                  <c:v>0.475258831</c:v>
                </c:pt>
                <c:pt idx="2398">
                  <c:v>0.475258831</c:v>
                </c:pt>
                <c:pt idx="2399">
                  <c:v>0.475334957</c:v>
                </c:pt>
                <c:pt idx="2400">
                  <c:v>0.475334957</c:v>
                </c:pt>
                <c:pt idx="2401">
                  <c:v>0.475411084</c:v>
                </c:pt>
                <c:pt idx="2402">
                  <c:v>0.475411084</c:v>
                </c:pt>
                <c:pt idx="2403">
                  <c:v>0.475487211</c:v>
                </c:pt>
                <c:pt idx="2404">
                  <c:v>0.476400731</c:v>
                </c:pt>
                <c:pt idx="2405">
                  <c:v>0.476400731</c:v>
                </c:pt>
                <c:pt idx="2406">
                  <c:v>0.476552984</c:v>
                </c:pt>
                <c:pt idx="2407">
                  <c:v>0.476552984</c:v>
                </c:pt>
                <c:pt idx="2408">
                  <c:v>0.476629111</c:v>
                </c:pt>
                <c:pt idx="2409">
                  <c:v>0.476629111</c:v>
                </c:pt>
                <c:pt idx="2410">
                  <c:v>0.476705238</c:v>
                </c:pt>
                <c:pt idx="2411">
                  <c:v>0.476705238</c:v>
                </c:pt>
                <c:pt idx="2412">
                  <c:v>0.476781364</c:v>
                </c:pt>
                <c:pt idx="2413">
                  <c:v>0.476781364</c:v>
                </c:pt>
                <c:pt idx="2414">
                  <c:v>0.477085871</c:v>
                </c:pt>
                <c:pt idx="2415">
                  <c:v>0.477085871</c:v>
                </c:pt>
                <c:pt idx="2416">
                  <c:v>0.477238124</c:v>
                </c:pt>
                <c:pt idx="2417">
                  <c:v>0.477238124</c:v>
                </c:pt>
                <c:pt idx="2418">
                  <c:v>0.477314251</c:v>
                </c:pt>
                <c:pt idx="2419">
                  <c:v>0.477390378</c:v>
                </c:pt>
                <c:pt idx="2420">
                  <c:v>0.477390378</c:v>
                </c:pt>
                <c:pt idx="2421">
                  <c:v>0.477390378</c:v>
                </c:pt>
                <c:pt idx="2422">
                  <c:v>0.477390378</c:v>
                </c:pt>
                <c:pt idx="2423">
                  <c:v>0.477466504</c:v>
                </c:pt>
                <c:pt idx="2424">
                  <c:v>0.477466504</c:v>
                </c:pt>
                <c:pt idx="2425">
                  <c:v>0.477542631</c:v>
                </c:pt>
                <c:pt idx="2426">
                  <c:v>0.477542631</c:v>
                </c:pt>
                <c:pt idx="2427">
                  <c:v>0.477923264</c:v>
                </c:pt>
                <c:pt idx="2428">
                  <c:v>0.477923264</c:v>
                </c:pt>
                <c:pt idx="2429">
                  <c:v>0.477999391</c:v>
                </c:pt>
                <c:pt idx="2430">
                  <c:v>0.477999391</c:v>
                </c:pt>
                <c:pt idx="2431">
                  <c:v>0.478075518</c:v>
                </c:pt>
                <c:pt idx="2432">
                  <c:v>0.478075518</c:v>
                </c:pt>
                <c:pt idx="2433">
                  <c:v>0.478075518</c:v>
                </c:pt>
                <c:pt idx="2434">
                  <c:v>0.478075518</c:v>
                </c:pt>
                <c:pt idx="2435">
                  <c:v>0.478151644</c:v>
                </c:pt>
                <c:pt idx="2436">
                  <c:v>0.478151644</c:v>
                </c:pt>
                <c:pt idx="2437">
                  <c:v>0.478151644</c:v>
                </c:pt>
                <c:pt idx="2438">
                  <c:v>0.478303898</c:v>
                </c:pt>
                <c:pt idx="2439">
                  <c:v>0.478303898</c:v>
                </c:pt>
                <c:pt idx="2440">
                  <c:v>0.478380024</c:v>
                </c:pt>
                <c:pt idx="2441">
                  <c:v>0.478380024</c:v>
                </c:pt>
                <c:pt idx="2442">
                  <c:v>0.478380024</c:v>
                </c:pt>
                <c:pt idx="2443">
                  <c:v>0.478532278</c:v>
                </c:pt>
                <c:pt idx="2444">
                  <c:v>0.478532278</c:v>
                </c:pt>
                <c:pt idx="2445">
                  <c:v>0.478608404</c:v>
                </c:pt>
                <c:pt idx="2446">
                  <c:v>0.478608404</c:v>
                </c:pt>
                <c:pt idx="2447">
                  <c:v>0.478684531</c:v>
                </c:pt>
                <c:pt idx="2448">
                  <c:v>0.478684531</c:v>
                </c:pt>
                <c:pt idx="2449">
                  <c:v>0.478760658</c:v>
                </c:pt>
                <c:pt idx="2450">
                  <c:v>0.478760658</c:v>
                </c:pt>
                <c:pt idx="2451">
                  <c:v>0.478760658</c:v>
                </c:pt>
                <c:pt idx="2452">
                  <c:v>0.478760658</c:v>
                </c:pt>
                <c:pt idx="2453">
                  <c:v>0.478836784</c:v>
                </c:pt>
                <c:pt idx="2454">
                  <c:v>0.478836784</c:v>
                </c:pt>
                <c:pt idx="2455">
                  <c:v>0.478912911</c:v>
                </c:pt>
                <c:pt idx="2456">
                  <c:v>0.478912911</c:v>
                </c:pt>
                <c:pt idx="2457">
                  <c:v>0.479065164</c:v>
                </c:pt>
                <c:pt idx="2458">
                  <c:v>0.479065164</c:v>
                </c:pt>
                <c:pt idx="2459">
                  <c:v>0.479217418</c:v>
                </c:pt>
                <c:pt idx="2460">
                  <c:v>0.479217418</c:v>
                </c:pt>
                <c:pt idx="2461">
                  <c:v>0.479293544</c:v>
                </c:pt>
                <c:pt idx="2462">
                  <c:v>0.479293544</c:v>
                </c:pt>
                <c:pt idx="2463">
                  <c:v>0.479521924</c:v>
                </c:pt>
                <c:pt idx="2464">
                  <c:v>0.479521924</c:v>
                </c:pt>
                <c:pt idx="2465">
                  <c:v>0.479598051</c:v>
                </c:pt>
                <c:pt idx="2466">
                  <c:v>0.479598051</c:v>
                </c:pt>
                <c:pt idx="2467">
                  <c:v>0.479674178</c:v>
                </c:pt>
                <c:pt idx="2468">
                  <c:v>0.479674178</c:v>
                </c:pt>
                <c:pt idx="2469">
                  <c:v>0.479826431</c:v>
                </c:pt>
                <c:pt idx="2470">
                  <c:v>0.479826431</c:v>
                </c:pt>
                <c:pt idx="2471">
                  <c:v>0.479978685</c:v>
                </c:pt>
                <c:pt idx="2472">
                  <c:v>0.480130938</c:v>
                </c:pt>
                <c:pt idx="2473">
                  <c:v>0.480130938</c:v>
                </c:pt>
                <c:pt idx="2474">
                  <c:v>0.480283191</c:v>
                </c:pt>
                <c:pt idx="2475">
                  <c:v>0.480283191</c:v>
                </c:pt>
                <c:pt idx="2476">
                  <c:v>0.480435445</c:v>
                </c:pt>
                <c:pt idx="2477">
                  <c:v>0.480435445</c:v>
                </c:pt>
                <c:pt idx="2478">
                  <c:v>0.480587698</c:v>
                </c:pt>
                <c:pt idx="2479">
                  <c:v>0.480587698</c:v>
                </c:pt>
                <c:pt idx="2480">
                  <c:v>0.480663825</c:v>
                </c:pt>
                <c:pt idx="2481">
                  <c:v>0.480663825</c:v>
                </c:pt>
                <c:pt idx="2482">
                  <c:v>0.480816078</c:v>
                </c:pt>
                <c:pt idx="2483">
                  <c:v>0.480816078</c:v>
                </c:pt>
                <c:pt idx="2484">
                  <c:v>0.480892205</c:v>
                </c:pt>
                <c:pt idx="2485">
                  <c:v>0.480892205</c:v>
                </c:pt>
                <c:pt idx="2486">
                  <c:v>0.480968331</c:v>
                </c:pt>
                <c:pt idx="2487">
                  <c:v>0.480968331</c:v>
                </c:pt>
                <c:pt idx="2488">
                  <c:v>0.481044458</c:v>
                </c:pt>
                <c:pt idx="2489">
                  <c:v>0.481044458</c:v>
                </c:pt>
                <c:pt idx="2490">
                  <c:v>0.481044458</c:v>
                </c:pt>
                <c:pt idx="2491">
                  <c:v>0.481120585</c:v>
                </c:pt>
                <c:pt idx="2492">
                  <c:v>0.481120585</c:v>
                </c:pt>
                <c:pt idx="2493">
                  <c:v>0.481272838</c:v>
                </c:pt>
                <c:pt idx="2494">
                  <c:v>0.481272838</c:v>
                </c:pt>
                <c:pt idx="2495">
                  <c:v>0.481348965</c:v>
                </c:pt>
                <c:pt idx="2496">
                  <c:v>0.481348965</c:v>
                </c:pt>
                <c:pt idx="2497">
                  <c:v>0.481653471</c:v>
                </c:pt>
                <c:pt idx="2498">
                  <c:v>0.481653471</c:v>
                </c:pt>
                <c:pt idx="2499">
                  <c:v>0.481653471</c:v>
                </c:pt>
                <c:pt idx="2500">
                  <c:v>0.481653471</c:v>
                </c:pt>
                <c:pt idx="2501">
                  <c:v>0.481881851</c:v>
                </c:pt>
                <c:pt idx="2502">
                  <c:v>0.481881851</c:v>
                </c:pt>
                <c:pt idx="2503">
                  <c:v>0.482034105</c:v>
                </c:pt>
                <c:pt idx="2504">
                  <c:v>0.482110231</c:v>
                </c:pt>
                <c:pt idx="2505">
                  <c:v>0.482110231</c:v>
                </c:pt>
                <c:pt idx="2506">
                  <c:v>0.482262485</c:v>
                </c:pt>
                <c:pt idx="2507">
                  <c:v>0.482262485</c:v>
                </c:pt>
                <c:pt idx="2508">
                  <c:v>0.482338611</c:v>
                </c:pt>
                <c:pt idx="2509">
                  <c:v>0.482338611</c:v>
                </c:pt>
                <c:pt idx="2510">
                  <c:v>0.482490865</c:v>
                </c:pt>
                <c:pt idx="2511">
                  <c:v>0.482566991</c:v>
                </c:pt>
                <c:pt idx="2512">
                  <c:v>0.482566991</c:v>
                </c:pt>
                <c:pt idx="2513">
                  <c:v>0.483023752</c:v>
                </c:pt>
                <c:pt idx="2514">
                  <c:v>0.483023752</c:v>
                </c:pt>
                <c:pt idx="2515">
                  <c:v>0.483328258</c:v>
                </c:pt>
                <c:pt idx="2516">
                  <c:v>0.483328258</c:v>
                </c:pt>
                <c:pt idx="2517">
                  <c:v>0.483480512</c:v>
                </c:pt>
                <c:pt idx="2518">
                  <c:v>0.483480512</c:v>
                </c:pt>
                <c:pt idx="2519">
                  <c:v>0.483785018</c:v>
                </c:pt>
                <c:pt idx="2520">
                  <c:v>0.483861145</c:v>
                </c:pt>
                <c:pt idx="2521">
                  <c:v>0.483861145</c:v>
                </c:pt>
                <c:pt idx="2522">
                  <c:v>0.483937272</c:v>
                </c:pt>
                <c:pt idx="2523">
                  <c:v>0.483937272</c:v>
                </c:pt>
                <c:pt idx="2524">
                  <c:v>0.484013398</c:v>
                </c:pt>
                <c:pt idx="2525">
                  <c:v>0.484241778</c:v>
                </c:pt>
                <c:pt idx="2526">
                  <c:v>0.484241778</c:v>
                </c:pt>
                <c:pt idx="2527">
                  <c:v>0.484317905</c:v>
                </c:pt>
                <c:pt idx="2528">
                  <c:v>0.484317905</c:v>
                </c:pt>
                <c:pt idx="2529">
                  <c:v>0.484470158</c:v>
                </c:pt>
                <c:pt idx="2530">
                  <c:v>0.484622412</c:v>
                </c:pt>
                <c:pt idx="2531">
                  <c:v>0.484774665</c:v>
                </c:pt>
                <c:pt idx="2532">
                  <c:v>0.484774665</c:v>
                </c:pt>
                <c:pt idx="2533">
                  <c:v>0.484926918</c:v>
                </c:pt>
                <c:pt idx="2534">
                  <c:v>0.484926918</c:v>
                </c:pt>
                <c:pt idx="2535">
                  <c:v>0.485003045</c:v>
                </c:pt>
                <c:pt idx="2536">
                  <c:v>0.485003045</c:v>
                </c:pt>
                <c:pt idx="2537">
                  <c:v>0.485231425</c:v>
                </c:pt>
                <c:pt idx="2538">
                  <c:v>0.485231425</c:v>
                </c:pt>
                <c:pt idx="2539">
                  <c:v>0.485383678</c:v>
                </c:pt>
                <c:pt idx="2540">
                  <c:v>0.485383678</c:v>
                </c:pt>
                <c:pt idx="2541">
                  <c:v>0.485459805</c:v>
                </c:pt>
                <c:pt idx="2542">
                  <c:v>0.485459805</c:v>
                </c:pt>
                <c:pt idx="2543">
                  <c:v>0.485688185</c:v>
                </c:pt>
                <c:pt idx="2544">
                  <c:v>0.485840438</c:v>
                </c:pt>
                <c:pt idx="2545">
                  <c:v>0.485840438</c:v>
                </c:pt>
                <c:pt idx="2546">
                  <c:v>0.485992692</c:v>
                </c:pt>
                <c:pt idx="2547">
                  <c:v>0.485992692</c:v>
                </c:pt>
                <c:pt idx="2548">
                  <c:v>0.485992692</c:v>
                </c:pt>
                <c:pt idx="2549">
                  <c:v>0.486144945</c:v>
                </c:pt>
                <c:pt idx="2550">
                  <c:v>0.486144945</c:v>
                </c:pt>
                <c:pt idx="2551">
                  <c:v>0.486297199</c:v>
                </c:pt>
                <c:pt idx="2552">
                  <c:v>0.486297199</c:v>
                </c:pt>
                <c:pt idx="2553">
                  <c:v>0.486677832</c:v>
                </c:pt>
                <c:pt idx="2554">
                  <c:v>0.486677832</c:v>
                </c:pt>
                <c:pt idx="2555">
                  <c:v>0.486830085</c:v>
                </c:pt>
                <c:pt idx="2556">
                  <c:v>0.486982339</c:v>
                </c:pt>
                <c:pt idx="2557">
                  <c:v>0.487134592</c:v>
                </c:pt>
                <c:pt idx="2558">
                  <c:v>0.487134592</c:v>
                </c:pt>
                <c:pt idx="2559">
                  <c:v>0.487210719</c:v>
                </c:pt>
                <c:pt idx="2560">
                  <c:v>0.487210719</c:v>
                </c:pt>
                <c:pt idx="2561">
                  <c:v>0.487286845</c:v>
                </c:pt>
                <c:pt idx="2562">
                  <c:v>0.487439099</c:v>
                </c:pt>
                <c:pt idx="2563">
                  <c:v>0.487591352</c:v>
                </c:pt>
                <c:pt idx="2564">
                  <c:v>0.487743605</c:v>
                </c:pt>
                <c:pt idx="2565">
                  <c:v>0.487819732</c:v>
                </c:pt>
                <c:pt idx="2566">
                  <c:v>0.487819732</c:v>
                </c:pt>
                <c:pt idx="2567">
                  <c:v>0.488352619</c:v>
                </c:pt>
                <c:pt idx="2568">
                  <c:v>0.488504872</c:v>
                </c:pt>
                <c:pt idx="2569">
                  <c:v>0.488657125</c:v>
                </c:pt>
                <c:pt idx="2570">
                  <c:v>0.488657125</c:v>
                </c:pt>
                <c:pt idx="2571">
                  <c:v>0.488733252</c:v>
                </c:pt>
                <c:pt idx="2572">
                  <c:v>0.488733252</c:v>
                </c:pt>
                <c:pt idx="2573">
                  <c:v>0.488885505</c:v>
                </c:pt>
                <c:pt idx="2574">
                  <c:v>0.488885505</c:v>
                </c:pt>
                <c:pt idx="2575">
                  <c:v>0.488961632</c:v>
                </c:pt>
                <c:pt idx="2576">
                  <c:v>0.488961632</c:v>
                </c:pt>
                <c:pt idx="2577">
                  <c:v>0.489037759</c:v>
                </c:pt>
                <c:pt idx="2578">
                  <c:v>0.489037759</c:v>
                </c:pt>
                <c:pt idx="2579">
                  <c:v>0.489113886</c:v>
                </c:pt>
                <c:pt idx="2580">
                  <c:v>0.489113886</c:v>
                </c:pt>
                <c:pt idx="2581">
                  <c:v>0.489190012</c:v>
                </c:pt>
                <c:pt idx="2582">
                  <c:v>0.489190012</c:v>
                </c:pt>
                <c:pt idx="2583">
                  <c:v>0.489266139</c:v>
                </c:pt>
                <c:pt idx="2584">
                  <c:v>0.489266139</c:v>
                </c:pt>
                <c:pt idx="2585">
                  <c:v>0.489342266</c:v>
                </c:pt>
                <c:pt idx="2586">
                  <c:v>0.489342266</c:v>
                </c:pt>
                <c:pt idx="2587">
                  <c:v>0.489494519</c:v>
                </c:pt>
                <c:pt idx="2588">
                  <c:v>0.489494519</c:v>
                </c:pt>
                <c:pt idx="2589">
                  <c:v>0.489722899</c:v>
                </c:pt>
                <c:pt idx="2590">
                  <c:v>0.489722899</c:v>
                </c:pt>
                <c:pt idx="2591">
                  <c:v>0.489799026</c:v>
                </c:pt>
                <c:pt idx="2592">
                  <c:v>0.489799026</c:v>
                </c:pt>
                <c:pt idx="2593">
                  <c:v>0.490484166</c:v>
                </c:pt>
                <c:pt idx="2594">
                  <c:v>0.490484166</c:v>
                </c:pt>
                <c:pt idx="2595">
                  <c:v>0.490560292</c:v>
                </c:pt>
                <c:pt idx="2596">
                  <c:v>0.490560292</c:v>
                </c:pt>
                <c:pt idx="2597">
                  <c:v>0.490636419</c:v>
                </c:pt>
                <c:pt idx="2598">
                  <c:v>0.490636419</c:v>
                </c:pt>
                <c:pt idx="2599">
                  <c:v>0.490788672</c:v>
                </c:pt>
                <c:pt idx="2600">
                  <c:v>0.490788672</c:v>
                </c:pt>
                <c:pt idx="2601">
                  <c:v>0.490864799</c:v>
                </c:pt>
                <c:pt idx="2602">
                  <c:v>0.490864799</c:v>
                </c:pt>
                <c:pt idx="2603">
                  <c:v>0.490864799</c:v>
                </c:pt>
                <c:pt idx="2604">
                  <c:v>0.491017052</c:v>
                </c:pt>
                <c:pt idx="2605">
                  <c:v>0.491093179</c:v>
                </c:pt>
                <c:pt idx="2606">
                  <c:v>0.491093179</c:v>
                </c:pt>
                <c:pt idx="2607">
                  <c:v>0.491321559</c:v>
                </c:pt>
                <c:pt idx="2608">
                  <c:v>0.491321559</c:v>
                </c:pt>
                <c:pt idx="2609">
                  <c:v>0.491397686</c:v>
                </c:pt>
                <c:pt idx="2610">
                  <c:v>0.491397686</c:v>
                </c:pt>
                <c:pt idx="2611">
                  <c:v>0.491473812</c:v>
                </c:pt>
                <c:pt idx="2612">
                  <c:v>0.491473812</c:v>
                </c:pt>
                <c:pt idx="2613">
                  <c:v>0.491473812</c:v>
                </c:pt>
                <c:pt idx="2614">
                  <c:v>0.491626066</c:v>
                </c:pt>
                <c:pt idx="2615">
                  <c:v>0.491626066</c:v>
                </c:pt>
                <c:pt idx="2616">
                  <c:v>0.491702192</c:v>
                </c:pt>
                <c:pt idx="2617">
                  <c:v>0.491702192</c:v>
                </c:pt>
                <c:pt idx="2618">
                  <c:v>0.491778319</c:v>
                </c:pt>
                <c:pt idx="2619">
                  <c:v>0.491778319</c:v>
                </c:pt>
                <c:pt idx="2620">
                  <c:v>0.491854446</c:v>
                </c:pt>
                <c:pt idx="2621">
                  <c:v>0.491854446</c:v>
                </c:pt>
                <c:pt idx="2622">
                  <c:v>0.492158952</c:v>
                </c:pt>
                <c:pt idx="2623">
                  <c:v>0.492158952</c:v>
                </c:pt>
                <c:pt idx="2624">
                  <c:v>0.492235079</c:v>
                </c:pt>
                <c:pt idx="2625">
                  <c:v>0.492235079</c:v>
                </c:pt>
                <c:pt idx="2626">
                  <c:v>0.492767966</c:v>
                </c:pt>
                <c:pt idx="2627">
                  <c:v>0.492920219</c:v>
                </c:pt>
                <c:pt idx="2628">
                  <c:v>0.492920219</c:v>
                </c:pt>
                <c:pt idx="2629">
                  <c:v>0.493072473</c:v>
                </c:pt>
                <c:pt idx="2630">
                  <c:v>0.493072473</c:v>
                </c:pt>
                <c:pt idx="2631">
                  <c:v>0.493072473</c:v>
                </c:pt>
                <c:pt idx="2632">
                  <c:v>0.493224726</c:v>
                </c:pt>
                <c:pt idx="2633">
                  <c:v>0.493376979</c:v>
                </c:pt>
                <c:pt idx="2634">
                  <c:v>0.493376979</c:v>
                </c:pt>
                <c:pt idx="2635">
                  <c:v>0.493453106</c:v>
                </c:pt>
                <c:pt idx="2636">
                  <c:v>0.493453106</c:v>
                </c:pt>
                <c:pt idx="2637">
                  <c:v>0.493529233</c:v>
                </c:pt>
                <c:pt idx="2638">
                  <c:v>0.493529233</c:v>
                </c:pt>
                <c:pt idx="2639">
                  <c:v>0.493605359</c:v>
                </c:pt>
                <c:pt idx="2640">
                  <c:v>0.493605359</c:v>
                </c:pt>
                <c:pt idx="2641">
                  <c:v>0.493681486</c:v>
                </c:pt>
                <c:pt idx="2642">
                  <c:v>0.493681486</c:v>
                </c:pt>
                <c:pt idx="2643">
                  <c:v>0.493757613</c:v>
                </c:pt>
                <c:pt idx="2644">
                  <c:v>0.493757613</c:v>
                </c:pt>
                <c:pt idx="2645">
                  <c:v>0.493985993</c:v>
                </c:pt>
                <c:pt idx="2646">
                  <c:v>0.493985993</c:v>
                </c:pt>
                <c:pt idx="2647">
                  <c:v>0.494062119</c:v>
                </c:pt>
                <c:pt idx="2648">
                  <c:v>0.494062119</c:v>
                </c:pt>
                <c:pt idx="2649">
                  <c:v>0.494214373</c:v>
                </c:pt>
                <c:pt idx="2650">
                  <c:v>0.494290499</c:v>
                </c:pt>
                <c:pt idx="2651">
                  <c:v>0.494290499</c:v>
                </c:pt>
                <c:pt idx="2652">
                  <c:v>0.494290499</c:v>
                </c:pt>
                <c:pt idx="2653">
                  <c:v>0.494518879</c:v>
                </c:pt>
                <c:pt idx="2654">
                  <c:v>0.494518879</c:v>
                </c:pt>
                <c:pt idx="2655">
                  <c:v>0.494595006</c:v>
                </c:pt>
                <c:pt idx="2656">
                  <c:v>0.494747259</c:v>
                </c:pt>
                <c:pt idx="2657">
                  <c:v>0.494899513</c:v>
                </c:pt>
                <c:pt idx="2658">
                  <c:v>0.494899513</c:v>
                </c:pt>
                <c:pt idx="2659">
                  <c:v>0.494975639</c:v>
                </c:pt>
                <c:pt idx="2660">
                  <c:v>0.495127893</c:v>
                </c:pt>
                <c:pt idx="2661">
                  <c:v>0.495356273</c:v>
                </c:pt>
                <c:pt idx="2662">
                  <c:v>0.495356273</c:v>
                </c:pt>
                <c:pt idx="2663">
                  <c:v>0.495356273</c:v>
                </c:pt>
                <c:pt idx="2664">
                  <c:v>0.495356273</c:v>
                </c:pt>
                <c:pt idx="2665">
                  <c:v>0.495508526</c:v>
                </c:pt>
                <c:pt idx="2666">
                  <c:v>0.495508526</c:v>
                </c:pt>
                <c:pt idx="2667">
                  <c:v>0.498020706</c:v>
                </c:pt>
                <c:pt idx="2668">
                  <c:v>0.498096833</c:v>
                </c:pt>
                <c:pt idx="2669">
                  <c:v>0.498249086</c:v>
                </c:pt>
                <c:pt idx="2670">
                  <c:v>0.498249086</c:v>
                </c:pt>
                <c:pt idx="2671">
                  <c:v>0.498325213</c:v>
                </c:pt>
                <c:pt idx="2672">
                  <c:v>0.498325213</c:v>
                </c:pt>
                <c:pt idx="2673">
                  <c:v>0.49840134</c:v>
                </c:pt>
                <c:pt idx="2674">
                  <c:v>0.49840134</c:v>
                </c:pt>
                <c:pt idx="2675">
                  <c:v>0.498553593</c:v>
                </c:pt>
                <c:pt idx="2676">
                  <c:v>0.498553593</c:v>
                </c:pt>
                <c:pt idx="2677">
                  <c:v>0.498553593</c:v>
                </c:pt>
                <c:pt idx="2678">
                  <c:v>0.498553593</c:v>
                </c:pt>
                <c:pt idx="2679">
                  <c:v>0.49862972</c:v>
                </c:pt>
                <c:pt idx="2680">
                  <c:v>0.498781973</c:v>
                </c:pt>
                <c:pt idx="2681">
                  <c:v>0.498934227</c:v>
                </c:pt>
                <c:pt idx="2682">
                  <c:v>0.498934227</c:v>
                </c:pt>
                <c:pt idx="2683">
                  <c:v>0.499010353</c:v>
                </c:pt>
                <c:pt idx="2684">
                  <c:v>0.499010353</c:v>
                </c:pt>
                <c:pt idx="2685">
                  <c:v>0.49908648</c:v>
                </c:pt>
                <c:pt idx="2686">
                  <c:v>0.499238733</c:v>
                </c:pt>
                <c:pt idx="2687">
                  <c:v>0.499390987</c:v>
                </c:pt>
                <c:pt idx="2688">
                  <c:v>0.499390987</c:v>
                </c:pt>
                <c:pt idx="2689">
                  <c:v>0.49977162</c:v>
                </c:pt>
                <c:pt idx="2690">
                  <c:v>0.49977162</c:v>
                </c:pt>
                <c:pt idx="2691">
                  <c:v>0.5</c:v>
                </c:pt>
                <c:pt idx="2692">
                  <c:v>0.500152253</c:v>
                </c:pt>
                <c:pt idx="2693">
                  <c:v>0.500152253</c:v>
                </c:pt>
                <c:pt idx="2694">
                  <c:v>0.50022838</c:v>
                </c:pt>
                <c:pt idx="2695">
                  <c:v>0.50022838</c:v>
                </c:pt>
                <c:pt idx="2696">
                  <c:v>0.500380633</c:v>
                </c:pt>
                <c:pt idx="2697">
                  <c:v>0.500380633</c:v>
                </c:pt>
                <c:pt idx="2698">
                  <c:v>0.500532887</c:v>
                </c:pt>
                <c:pt idx="2699">
                  <c:v>0.500532887</c:v>
                </c:pt>
                <c:pt idx="2700">
                  <c:v>0.500609013</c:v>
                </c:pt>
                <c:pt idx="2701">
                  <c:v>0.500609013</c:v>
                </c:pt>
                <c:pt idx="2702">
                  <c:v>0.50091352</c:v>
                </c:pt>
                <c:pt idx="2703">
                  <c:v>0.50091352</c:v>
                </c:pt>
                <c:pt idx="2704">
                  <c:v>0.50091352</c:v>
                </c:pt>
                <c:pt idx="2705">
                  <c:v>0.500989647</c:v>
                </c:pt>
                <c:pt idx="2706">
                  <c:v>0.500989647</c:v>
                </c:pt>
                <c:pt idx="2707">
                  <c:v>0.501522533</c:v>
                </c:pt>
                <c:pt idx="2708">
                  <c:v>0.501522533</c:v>
                </c:pt>
                <c:pt idx="2709">
                  <c:v>0.501674787</c:v>
                </c:pt>
                <c:pt idx="2710">
                  <c:v>0.501674787</c:v>
                </c:pt>
                <c:pt idx="2711">
                  <c:v>0.501674787</c:v>
                </c:pt>
                <c:pt idx="2712">
                  <c:v>0.501903167</c:v>
                </c:pt>
                <c:pt idx="2713">
                  <c:v>0.501903167</c:v>
                </c:pt>
                <c:pt idx="2714">
                  <c:v>0.50205542</c:v>
                </c:pt>
                <c:pt idx="2715">
                  <c:v>0.502436054</c:v>
                </c:pt>
                <c:pt idx="2716">
                  <c:v>0.502436054</c:v>
                </c:pt>
                <c:pt idx="2717">
                  <c:v>0.502436054</c:v>
                </c:pt>
                <c:pt idx="2718">
                  <c:v>0.502436054</c:v>
                </c:pt>
                <c:pt idx="2719">
                  <c:v>0.502588307</c:v>
                </c:pt>
                <c:pt idx="2720">
                  <c:v>0.502588307</c:v>
                </c:pt>
                <c:pt idx="2721">
                  <c:v>0.502892814</c:v>
                </c:pt>
                <c:pt idx="2722">
                  <c:v>0.502892814</c:v>
                </c:pt>
                <c:pt idx="2723">
                  <c:v>0.50296894</c:v>
                </c:pt>
                <c:pt idx="2724">
                  <c:v>0.50296894</c:v>
                </c:pt>
                <c:pt idx="2725">
                  <c:v>0.503045067</c:v>
                </c:pt>
                <c:pt idx="2726">
                  <c:v>0.503045067</c:v>
                </c:pt>
                <c:pt idx="2727">
                  <c:v>0.503121194</c:v>
                </c:pt>
                <c:pt idx="2728">
                  <c:v>0.503273447</c:v>
                </c:pt>
                <c:pt idx="2729">
                  <c:v>0.503273447</c:v>
                </c:pt>
                <c:pt idx="2730">
                  <c:v>0.503349574</c:v>
                </c:pt>
                <c:pt idx="2731">
                  <c:v>0.503349574</c:v>
                </c:pt>
                <c:pt idx="2732">
                  <c:v>0.5034257</c:v>
                </c:pt>
                <c:pt idx="2733">
                  <c:v>0.503501827</c:v>
                </c:pt>
                <c:pt idx="2734">
                  <c:v>0.503577954</c:v>
                </c:pt>
                <c:pt idx="2735">
                  <c:v>0.503577954</c:v>
                </c:pt>
                <c:pt idx="2736">
                  <c:v>0.503730207</c:v>
                </c:pt>
                <c:pt idx="2737">
                  <c:v>0.503730207</c:v>
                </c:pt>
                <c:pt idx="2738">
                  <c:v>0.503806334</c:v>
                </c:pt>
                <c:pt idx="2739">
                  <c:v>0.503958587</c:v>
                </c:pt>
                <c:pt idx="2740">
                  <c:v>0.504415347</c:v>
                </c:pt>
                <c:pt idx="2741">
                  <c:v>0.504415347</c:v>
                </c:pt>
                <c:pt idx="2742">
                  <c:v>0.504643727</c:v>
                </c:pt>
                <c:pt idx="2743">
                  <c:v>0.504643727</c:v>
                </c:pt>
                <c:pt idx="2744">
                  <c:v>0.504643727</c:v>
                </c:pt>
                <c:pt idx="2745">
                  <c:v>0.504795981</c:v>
                </c:pt>
                <c:pt idx="2746">
                  <c:v>0.504795981</c:v>
                </c:pt>
                <c:pt idx="2747">
                  <c:v>0.504872107</c:v>
                </c:pt>
                <c:pt idx="2748">
                  <c:v>0.504872107</c:v>
                </c:pt>
                <c:pt idx="2749">
                  <c:v>0.504948234</c:v>
                </c:pt>
                <c:pt idx="2750">
                  <c:v>0.504948234</c:v>
                </c:pt>
                <c:pt idx="2751">
                  <c:v>0.505024361</c:v>
                </c:pt>
                <c:pt idx="2752">
                  <c:v>0.505024361</c:v>
                </c:pt>
                <c:pt idx="2753">
                  <c:v>0.505100487</c:v>
                </c:pt>
                <c:pt idx="2754">
                  <c:v>0.505100487</c:v>
                </c:pt>
                <c:pt idx="2755">
                  <c:v>0.505176614</c:v>
                </c:pt>
                <c:pt idx="2756">
                  <c:v>0.505176614</c:v>
                </c:pt>
                <c:pt idx="2757">
                  <c:v>0.505252741</c:v>
                </c:pt>
                <c:pt idx="2758">
                  <c:v>0.505252741</c:v>
                </c:pt>
                <c:pt idx="2759">
                  <c:v>0.505328867</c:v>
                </c:pt>
                <c:pt idx="2760">
                  <c:v>0.505328867</c:v>
                </c:pt>
                <c:pt idx="2761">
                  <c:v>0.505404994</c:v>
                </c:pt>
                <c:pt idx="2762">
                  <c:v>0.505404994</c:v>
                </c:pt>
                <c:pt idx="2763">
                  <c:v>0.505404994</c:v>
                </c:pt>
                <c:pt idx="2764">
                  <c:v>0.505785627</c:v>
                </c:pt>
                <c:pt idx="2765">
                  <c:v>0.505861754</c:v>
                </c:pt>
                <c:pt idx="2766">
                  <c:v>0.505861754</c:v>
                </c:pt>
                <c:pt idx="2767">
                  <c:v>0.505937881</c:v>
                </c:pt>
                <c:pt idx="2768">
                  <c:v>0.505937881</c:v>
                </c:pt>
                <c:pt idx="2769">
                  <c:v>0.506014007</c:v>
                </c:pt>
                <c:pt idx="2770">
                  <c:v>0.506014007</c:v>
                </c:pt>
                <c:pt idx="2771">
                  <c:v>0.506014007</c:v>
                </c:pt>
                <c:pt idx="2772">
                  <c:v>0.506318514</c:v>
                </c:pt>
                <c:pt idx="2773">
                  <c:v>0.506318514</c:v>
                </c:pt>
                <c:pt idx="2774">
                  <c:v>0.506699147</c:v>
                </c:pt>
                <c:pt idx="2775">
                  <c:v>0.506775274</c:v>
                </c:pt>
                <c:pt idx="2776">
                  <c:v>0.506775274</c:v>
                </c:pt>
                <c:pt idx="2777">
                  <c:v>0.507079781</c:v>
                </c:pt>
                <c:pt idx="2778">
                  <c:v>0.507079781</c:v>
                </c:pt>
                <c:pt idx="2779">
                  <c:v>0.507155907</c:v>
                </c:pt>
                <c:pt idx="2780">
                  <c:v>0.507155907</c:v>
                </c:pt>
                <c:pt idx="2781">
                  <c:v>0.507308161</c:v>
                </c:pt>
                <c:pt idx="2782">
                  <c:v>0.507308161</c:v>
                </c:pt>
                <c:pt idx="2783">
                  <c:v>0.507384287</c:v>
                </c:pt>
                <c:pt idx="2784">
                  <c:v>0.507384287</c:v>
                </c:pt>
                <c:pt idx="2785">
                  <c:v>0.507460414</c:v>
                </c:pt>
                <c:pt idx="2786">
                  <c:v>0.507460414</c:v>
                </c:pt>
                <c:pt idx="2787">
                  <c:v>0.507612667</c:v>
                </c:pt>
                <c:pt idx="2788">
                  <c:v>0.507612667</c:v>
                </c:pt>
                <c:pt idx="2789">
                  <c:v>0.507688794</c:v>
                </c:pt>
                <c:pt idx="2790">
                  <c:v>0.507688794</c:v>
                </c:pt>
                <c:pt idx="2791">
                  <c:v>0.507764921</c:v>
                </c:pt>
                <c:pt idx="2792">
                  <c:v>0.507917174</c:v>
                </c:pt>
                <c:pt idx="2793">
                  <c:v>0.507917174</c:v>
                </c:pt>
                <c:pt idx="2794">
                  <c:v>0.508069428</c:v>
                </c:pt>
                <c:pt idx="2795">
                  <c:v>0.508069428</c:v>
                </c:pt>
                <c:pt idx="2796">
                  <c:v>0.508145554</c:v>
                </c:pt>
                <c:pt idx="2797">
                  <c:v>0.508145554</c:v>
                </c:pt>
                <c:pt idx="2798">
                  <c:v>0.508373934</c:v>
                </c:pt>
                <c:pt idx="2799">
                  <c:v>0.508602314</c:v>
                </c:pt>
                <c:pt idx="2800">
                  <c:v>0.508754568</c:v>
                </c:pt>
                <c:pt idx="2801">
                  <c:v>0.508754568</c:v>
                </c:pt>
                <c:pt idx="2802">
                  <c:v>0.508830694</c:v>
                </c:pt>
                <c:pt idx="2803">
                  <c:v>0.508830694</c:v>
                </c:pt>
                <c:pt idx="2804">
                  <c:v>0.508906821</c:v>
                </c:pt>
                <c:pt idx="2805">
                  <c:v>0.508906821</c:v>
                </c:pt>
                <c:pt idx="2806">
                  <c:v>0.508982948</c:v>
                </c:pt>
                <c:pt idx="2807">
                  <c:v>0.508982948</c:v>
                </c:pt>
                <c:pt idx="2808">
                  <c:v>0.509059074</c:v>
                </c:pt>
                <c:pt idx="2809">
                  <c:v>0.509059074</c:v>
                </c:pt>
                <c:pt idx="2810">
                  <c:v>0.509059074</c:v>
                </c:pt>
                <c:pt idx="2811">
                  <c:v>0.509896468</c:v>
                </c:pt>
                <c:pt idx="2812">
                  <c:v>0.509896468</c:v>
                </c:pt>
                <c:pt idx="2813">
                  <c:v>0.509972594</c:v>
                </c:pt>
                <c:pt idx="2814">
                  <c:v>0.509972594</c:v>
                </c:pt>
                <c:pt idx="2815">
                  <c:v>0.510124848</c:v>
                </c:pt>
                <c:pt idx="2816">
                  <c:v>0.510429354</c:v>
                </c:pt>
                <c:pt idx="2817">
                  <c:v>0.510429354</c:v>
                </c:pt>
                <c:pt idx="2818">
                  <c:v>0.510581608</c:v>
                </c:pt>
                <c:pt idx="2819">
                  <c:v>0.510581608</c:v>
                </c:pt>
                <c:pt idx="2820">
                  <c:v>0.510657734</c:v>
                </c:pt>
                <c:pt idx="2821">
                  <c:v>0.510657734</c:v>
                </c:pt>
                <c:pt idx="2822">
                  <c:v>0.510733861</c:v>
                </c:pt>
                <c:pt idx="2823">
                  <c:v>0.510733861</c:v>
                </c:pt>
                <c:pt idx="2824">
                  <c:v>0.510809988</c:v>
                </c:pt>
                <c:pt idx="2825">
                  <c:v>0.510809988</c:v>
                </c:pt>
                <c:pt idx="2826">
                  <c:v>0.510886114</c:v>
                </c:pt>
                <c:pt idx="2827">
                  <c:v>0.510886114</c:v>
                </c:pt>
                <c:pt idx="2828">
                  <c:v>0.510962241</c:v>
                </c:pt>
                <c:pt idx="2829">
                  <c:v>0.510962241</c:v>
                </c:pt>
                <c:pt idx="2830">
                  <c:v>0.511114495</c:v>
                </c:pt>
                <c:pt idx="2831">
                  <c:v>0.511266748</c:v>
                </c:pt>
                <c:pt idx="2832">
                  <c:v>0.511266748</c:v>
                </c:pt>
                <c:pt idx="2833">
                  <c:v>0.511342875</c:v>
                </c:pt>
                <c:pt idx="2834">
                  <c:v>0.511342875</c:v>
                </c:pt>
                <c:pt idx="2835">
                  <c:v>0.511495128</c:v>
                </c:pt>
                <c:pt idx="2836">
                  <c:v>0.511799635</c:v>
                </c:pt>
                <c:pt idx="2837">
                  <c:v>0.511799635</c:v>
                </c:pt>
                <c:pt idx="2838">
                  <c:v>0.511875761</c:v>
                </c:pt>
                <c:pt idx="2839">
                  <c:v>0.511875761</c:v>
                </c:pt>
                <c:pt idx="2840">
                  <c:v>0.512028015</c:v>
                </c:pt>
                <c:pt idx="2841">
                  <c:v>0.512028015</c:v>
                </c:pt>
                <c:pt idx="2842">
                  <c:v>0.512256395</c:v>
                </c:pt>
                <c:pt idx="2843">
                  <c:v>0.512256395</c:v>
                </c:pt>
                <c:pt idx="2844">
                  <c:v>0.512332521</c:v>
                </c:pt>
                <c:pt idx="2845">
                  <c:v>0.512332521</c:v>
                </c:pt>
                <c:pt idx="2846">
                  <c:v>0.512408648</c:v>
                </c:pt>
                <c:pt idx="2847">
                  <c:v>0.512637028</c:v>
                </c:pt>
                <c:pt idx="2848">
                  <c:v>0.512637028</c:v>
                </c:pt>
                <c:pt idx="2849">
                  <c:v>0.512865408</c:v>
                </c:pt>
                <c:pt idx="2850">
                  <c:v>0.512865408</c:v>
                </c:pt>
                <c:pt idx="2851">
                  <c:v>0.513017661</c:v>
                </c:pt>
                <c:pt idx="2852">
                  <c:v>0.513093788</c:v>
                </c:pt>
                <c:pt idx="2853">
                  <c:v>0.513093788</c:v>
                </c:pt>
                <c:pt idx="2854">
                  <c:v>0.513322168</c:v>
                </c:pt>
                <c:pt idx="2855">
                  <c:v>0.513322168</c:v>
                </c:pt>
                <c:pt idx="2856">
                  <c:v>0.513398295</c:v>
                </c:pt>
                <c:pt idx="2857">
                  <c:v>0.513398295</c:v>
                </c:pt>
                <c:pt idx="2858">
                  <c:v>0.513702801</c:v>
                </c:pt>
                <c:pt idx="2859">
                  <c:v>0.513702801</c:v>
                </c:pt>
                <c:pt idx="2860">
                  <c:v>0.513855055</c:v>
                </c:pt>
                <c:pt idx="2861">
                  <c:v>0.513855055</c:v>
                </c:pt>
                <c:pt idx="2862">
                  <c:v>0.513931181</c:v>
                </c:pt>
                <c:pt idx="2863">
                  <c:v>0.513931181</c:v>
                </c:pt>
                <c:pt idx="2864">
                  <c:v>0.514387942</c:v>
                </c:pt>
                <c:pt idx="2865">
                  <c:v>0.514844702</c:v>
                </c:pt>
                <c:pt idx="2866">
                  <c:v>0.514844702</c:v>
                </c:pt>
                <c:pt idx="2867">
                  <c:v>0.515073082</c:v>
                </c:pt>
                <c:pt idx="2868">
                  <c:v>0.515073082</c:v>
                </c:pt>
                <c:pt idx="2869">
                  <c:v>0.515225335</c:v>
                </c:pt>
                <c:pt idx="2870">
                  <c:v>0.515225335</c:v>
                </c:pt>
                <c:pt idx="2871">
                  <c:v>0.515453715</c:v>
                </c:pt>
                <c:pt idx="2872">
                  <c:v>0.515453715</c:v>
                </c:pt>
                <c:pt idx="2873">
                  <c:v>0.515605968</c:v>
                </c:pt>
                <c:pt idx="2874">
                  <c:v>0.515834348</c:v>
                </c:pt>
                <c:pt idx="2875">
                  <c:v>0.515986602</c:v>
                </c:pt>
                <c:pt idx="2876">
                  <c:v>0.515986602</c:v>
                </c:pt>
                <c:pt idx="2877">
                  <c:v>0.516062728</c:v>
                </c:pt>
                <c:pt idx="2878">
                  <c:v>0.516062728</c:v>
                </c:pt>
                <c:pt idx="2879">
                  <c:v>0.516138855</c:v>
                </c:pt>
                <c:pt idx="2880">
                  <c:v>0.516214982</c:v>
                </c:pt>
                <c:pt idx="2881">
                  <c:v>0.516214982</c:v>
                </c:pt>
                <c:pt idx="2882">
                  <c:v>0.516367235</c:v>
                </c:pt>
                <c:pt idx="2883">
                  <c:v>0.516367235</c:v>
                </c:pt>
                <c:pt idx="2884">
                  <c:v>0.516367235</c:v>
                </c:pt>
                <c:pt idx="2885">
                  <c:v>0.516443362</c:v>
                </c:pt>
                <c:pt idx="2886">
                  <c:v>0.516443362</c:v>
                </c:pt>
                <c:pt idx="2887">
                  <c:v>0.516671742</c:v>
                </c:pt>
                <c:pt idx="2888">
                  <c:v>0.516747868</c:v>
                </c:pt>
                <c:pt idx="2889">
                  <c:v>0.516976248</c:v>
                </c:pt>
                <c:pt idx="2890">
                  <c:v>0.516976248</c:v>
                </c:pt>
                <c:pt idx="2891">
                  <c:v>0.517052375</c:v>
                </c:pt>
                <c:pt idx="2892">
                  <c:v>0.517509135</c:v>
                </c:pt>
                <c:pt idx="2893">
                  <c:v>0.517661389</c:v>
                </c:pt>
                <c:pt idx="2894">
                  <c:v>0.517737515</c:v>
                </c:pt>
                <c:pt idx="2895">
                  <c:v>0.517737515</c:v>
                </c:pt>
                <c:pt idx="2896">
                  <c:v>0.517965895</c:v>
                </c:pt>
                <c:pt idx="2897">
                  <c:v>0.517965895</c:v>
                </c:pt>
                <c:pt idx="2898">
                  <c:v>0.517965895</c:v>
                </c:pt>
                <c:pt idx="2899">
                  <c:v>0.518194275</c:v>
                </c:pt>
                <c:pt idx="2900">
                  <c:v>0.518194275</c:v>
                </c:pt>
                <c:pt idx="2901">
                  <c:v>0.518270402</c:v>
                </c:pt>
                <c:pt idx="2902">
                  <c:v>0.518270402</c:v>
                </c:pt>
                <c:pt idx="2903">
                  <c:v>0.518498782</c:v>
                </c:pt>
                <c:pt idx="2904">
                  <c:v>0.518498782</c:v>
                </c:pt>
                <c:pt idx="2905">
                  <c:v>0.518803289</c:v>
                </c:pt>
                <c:pt idx="2906">
                  <c:v>0.519031669</c:v>
                </c:pt>
                <c:pt idx="2907">
                  <c:v>0.519031669</c:v>
                </c:pt>
                <c:pt idx="2908">
                  <c:v>0.519260049</c:v>
                </c:pt>
                <c:pt idx="2909">
                  <c:v>0.519260049</c:v>
                </c:pt>
                <c:pt idx="2910">
                  <c:v>0.519336175</c:v>
                </c:pt>
                <c:pt idx="2911">
                  <c:v>0.519336175</c:v>
                </c:pt>
                <c:pt idx="2912">
                  <c:v>0.519488429</c:v>
                </c:pt>
                <c:pt idx="2913">
                  <c:v>0.519488429</c:v>
                </c:pt>
                <c:pt idx="2914">
                  <c:v>0.519792935</c:v>
                </c:pt>
                <c:pt idx="2915">
                  <c:v>0.519869062</c:v>
                </c:pt>
                <c:pt idx="2916">
                  <c:v>0.520021315</c:v>
                </c:pt>
                <c:pt idx="2917">
                  <c:v>0.520173569</c:v>
                </c:pt>
                <c:pt idx="2918">
                  <c:v>0.520173569</c:v>
                </c:pt>
                <c:pt idx="2919">
                  <c:v>0.520249695</c:v>
                </c:pt>
                <c:pt idx="2920">
                  <c:v>0.520249695</c:v>
                </c:pt>
                <c:pt idx="2921">
                  <c:v>0.520478076</c:v>
                </c:pt>
                <c:pt idx="2922">
                  <c:v>0.520478076</c:v>
                </c:pt>
                <c:pt idx="2923">
                  <c:v>0.520630329</c:v>
                </c:pt>
                <c:pt idx="2924">
                  <c:v>0.520630329</c:v>
                </c:pt>
                <c:pt idx="2925">
                  <c:v>0.520630329</c:v>
                </c:pt>
                <c:pt idx="2926">
                  <c:v>0.520706456</c:v>
                </c:pt>
                <c:pt idx="2927">
                  <c:v>0.521391596</c:v>
                </c:pt>
                <c:pt idx="2928">
                  <c:v>0.521391596</c:v>
                </c:pt>
                <c:pt idx="2929">
                  <c:v>0.521467722</c:v>
                </c:pt>
                <c:pt idx="2930">
                  <c:v>0.521467722</c:v>
                </c:pt>
                <c:pt idx="2931">
                  <c:v>0.521619976</c:v>
                </c:pt>
                <c:pt idx="2932">
                  <c:v>0.521619976</c:v>
                </c:pt>
                <c:pt idx="2933">
                  <c:v>0.521772229</c:v>
                </c:pt>
                <c:pt idx="2934">
                  <c:v>0.521772229</c:v>
                </c:pt>
                <c:pt idx="2935">
                  <c:v>0.521772229</c:v>
                </c:pt>
                <c:pt idx="2936">
                  <c:v>0.521772229</c:v>
                </c:pt>
                <c:pt idx="2937">
                  <c:v>0.521772229</c:v>
                </c:pt>
                <c:pt idx="2938">
                  <c:v>0.521924482</c:v>
                </c:pt>
                <c:pt idx="2939">
                  <c:v>0.522228989</c:v>
                </c:pt>
                <c:pt idx="2940">
                  <c:v>0.522228989</c:v>
                </c:pt>
                <c:pt idx="2941">
                  <c:v>0.522381242</c:v>
                </c:pt>
                <c:pt idx="2942">
                  <c:v>0.522381242</c:v>
                </c:pt>
                <c:pt idx="2943">
                  <c:v>0.522761876</c:v>
                </c:pt>
                <c:pt idx="2944">
                  <c:v>0.522761876</c:v>
                </c:pt>
                <c:pt idx="2945">
                  <c:v>0.523218636</c:v>
                </c:pt>
                <c:pt idx="2946">
                  <c:v>0.523218636</c:v>
                </c:pt>
                <c:pt idx="2947">
                  <c:v>0.523370889</c:v>
                </c:pt>
                <c:pt idx="2948">
                  <c:v>0.524284409</c:v>
                </c:pt>
                <c:pt idx="2949">
                  <c:v>0.524284409</c:v>
                </c:pt>
                <c:pt idx="2950">
                  <c:v>0.524284409</c:v>
                </c:pt>
                <c:pt idx="2951">
                  <c:v>0.524360536</c:v>
                </c:pt>
                <c:pt idx="2952">
                  <c:v>0.524360536</c:v>
                </c:pt>
                <c:pt idx="2953">
                  <c:v>0.524436663</c:v>
                </c:pt>
                <c:pt idx="2954">
                  <c:v>0.524436663</c:v>
                </c:pt>
                <c:pt idx="2955">
                  <c:v>0.524588916</c:v>
                </c:pt>
                <c:pt idx="2956">
                  <c:v>0.524588916</c:v>
                </c:pt>
                <c:pt idx="2957">
                  <c:v>0.524665043</c:v>
                </c:pt>
                <c:pt idx="2958">
                  <c:v>0.524817296</c:v>
                </c:pt>
                <c:pt idx="2959">
                  <c:v>0.524817296</c:v>
                </c:pt>
                <c:pt idx="2960">
                  <c:v>0.524969549</c:v>
                </c:pt>
                <c:pt idx="2961">
                  <c:v>0.524969549</c:v>
                </c:pt>
                <c:pt idx="2962">
                  <c:v>0.525730816</c:v>
                </c:pt>
                <c:pt idx="2963">
                  <c:v>0.525883069</c:v>
                </c:pt>
                <c:pt idx="2964">
                  <c:v>0.526111449</c:v>
                </c:pt>
                <c:pt idx="2965">
                  <c:v>0.526111449</c:v>
                </c:pt>
                <c:pt idx="2966">
                  <c:v>0.526187576</c:v>
                </c:pt>
                <c:pt idx="2967">
                  <c:v>0.526187576</c:v>
                </c:pt>
                <c:pt idx="2968">
                  <c:v>0.526415956</c:v>
                </c:pt>
                <c:pt idx="2969">
                  <c:v>0.526415956</c:v>
                </c:pt>
                <c:pt idx="2970">
                  <c:v>0.526492083</c:v>
                </c:pt>
                <c:pt idx="2971">
                  <c:v>0.526492083</c:v>
                </c:pt>
                <c:pt idx="2972">
                  <c:v>0.526644336</c:v>
                </c:pt>
                <c:pt idx="2973">
                  <c:v>0.526644336</c:v>
                </c:pt>
                <c:pt idx="2974">
                  <c:v>0.526720463</c:v>
                </c:pt>
                <c:pt idx="2975">
                  <c:v>0.526720463</c:v>
                </c:pt>
                <c:pt idx="2976">
                  <c:v>0.526720463</c:v>
                </c:pt>
                <c:pt idx="2977">
                  <c:v>0.52679659</c:v>
                </c:pt>
                <c:pt idx="2978">
                  <c:v>0.52679659</c:v>
                </c:pt>
                <c:pt idx="2979">
                  <c:v>0.52679659</c:v>
                </c:pt>
                <c:pt idx="2980">
                  <c:v>0.52679659</c:v>
                </c:pt>
                <c:pt idx="2981">
                  <c:v>0.526872716</c:v>
                </c:pt>
                <c:pt idx="2982">
                  <c:v>0.52702497</c:v>
                </c:pt>
                <c:pt idx="2983">
                  <c:v>0.52702497</c:v>
                </c:pt>
                <c:pt idx="2984">
                  <c:v>0.527101096</c:v>
                </c:pt>
                <c:pt idx="2985">
                  <c:v>0.527101096</c:v>
                </c:pt>
                <c:pt idx="2986">
                  <c:v>0.527177223</c:v>
                </c:pt>
                <c:pt idx="2987">
                  <c:v>0.527177223</c:v>
                </c:pt>
                <c:pt idx="2988">
                  <c:v>0.52725335</c:v>
                </c:pt>
                <c:pt idx="2989">
                  <c:v>0.52725335</c:v>
                </c:pt>
                <c:pt idx="2990">
                  <c:v>0.52748173</c:v>
                </c:pt>
                <c:pt idx="2991">
                  <c:v>0.52748173</c:v>
                </c:pt>
                <c:pt idx="2992">
                  <c:v>0.527633983</c:v>
                </c:pt>
                <c:pt idx="2993">
                  <c:v>0.527633983</c:v>
                </c:pt>
                <c:pt idx="2994">
                  <c:v>0.527862363</c:v>
                </c:pt>
                <c:pt idx="2995">
                  <c:v>0.528014616</c:v>
                </c:pt>
                <c:pt idx="2996">
                  <c:v>0.528014616</c:v>
                </c:pt>
                <c:pt idx="2997">
                  <c:v>0.528014616</c:v>
                </c:pt>
                <c:pt idx="2998">
                  <c:v>0.528014616</c:v>
                </c:pt>
                <c:pt idx="2999">
                  <c:v>0.528090743</c:v>
                </c:pt>
                <c:pt idx="3000">
                  <c:v>0.528090743</c:v>
                </c:pt>
                <c:pt idx="3001">
                  <c:v>0.528090743</c:v>
                </c:pt>
                <c:pt idx="3002">
                  <c:v>0.52816687</c:v>
                </c:pt>
                <c:pt idx="3003">
                  <c:v>0.52816687</c:v>
                </c:pt>
                <c:pt idx="3004">
                  <c:v>0.528547503</c:v>
                </c:pt>
                <c:pt idx="3005">
                  <c:v>0.528547503</c:v>
                </c:pt>
                <c:pt idx="3006">
                  <c:v>0.52862363</c:v>
                </c:pt>
                <c:pt idx="3007">
                  <c:v>0.52862363</c:v>
                </c:pt>
                <c:pt idx="3008">
                  <c:v>0.528775883</c:v>
                </c:pt>
                <c:pt idx="3009">
                  <c:v>0.528775883</c:v>
                </c:pt>
                <c:pt idx="3010">
                  <c:v>0.52885201</c:v>
                </c:pt>
                <c:pt idx="3011">
                  <c:v>0.52885201</c:v>
                </c:pt>
                <c:pt idx="3012">
                  <c:v>0.52908039</c:v>
                </c:pt>
                <c:pt idx="3013">
                  <c:v>0.52908039</c:v>
                </c:pt>
                <c:pt idx="3014">
                  <c:v>0.529232643</c:v>
                </c:pt>
                <c:pt idx="3015">
                  <c:v>0.529232643</c:v>
                </c:pt>
                <c:pt idx="3016">
                  <c:v>0.529384896</c:v>
                </c:pt>
                <c:pt idx="3017">
                  <c:v>0.529384896</c:v>
                </c:pt>
                <c:pt idx="3018">
                  <c:v>0.529461023</c:v>
                </c:pt>
                <c:pt idx="3019">
                  <c:v>0.529461023</c:v>
                </c:pt>
                <c:pt idx="3020">
                  <c:v>0.52953715</c:v>
                </c:pt>
                <c:pt idx="3021">
                  <c:v>0.52953715</c:v>
                </c:pt>
                <c:pt idx="3022">
                  <c:v>0.529613276</c:v>
                </c:pt>
                <c:pt idx="3023">
                  <c:v>0.529613276</c:v>
                </c:pt>
                <c:pt idx="3024">
                  <c:v>0.529841657</c:v>
                </c:pt>
                <c:pt idx="3025">
                  <c:v>0.529841657</c:v>
                </c:pt>
                <c:pt idx="3026">
                  <c:v>0.529917783</c:v>
                </c:pt>
                <c:pt idx="3027">
                  <c:v>0.529917783</c:v>
                </c:pt>
                <c:pt idx="3028">
                  <c:v>0.52999391</c:v>
                </c:pt>
                <c:pt idx="3029">
                  <c:v>0.530146163</c:v>
                </c:pt>
                <c:pt idx="3030">
                  <c:v>0.530146163</c:v>
                </c:pt>
                <c:pt idx="3031">
                  <c:v>0.530146163</c:v>
                </c:pt>
                <c:pt idx="3032">
                  <c:v>0.530146163</c:v>
                </c:pt>
                <c:pt idx="3033">
                  <c:v>0.530374543</c:v>
                </c:pt>
                <c:pt idx="3034">
                  <c:v>0.530374543</c:v>
                </c:pt>
                <c:pt idx="3035">
                  <c:v>0.53045067</c:v>
                </c:pt>
                <c:pt idx="3036">
                  <c:v>0.53045067</c:v>
                </c:pt>
                <c:pt idx="3037">
                  <c:v>0.53067905</c:v>
                </c:pt>
                <c:pt idx="3038">
                  <c:v>0.53067905</c:v>
                </c:pt>
                <c:pt idx="3039">
                  <c:v>0.530831303</c:v>
                </c:pt>
                <c:pt idx="3040">
                  <c:v>0.530831303</c:v>
                </c:pt>
                <c:pt idx="3041">
                  <c:v>0.530831303</c:v>
                </c:pt>
                <c:pt idx="3042">
                  <c:v>0.53090743</c:v>
                </c:pt>
                <c:pt idx="3043">
                  <c:v>0.53090743</c:v>
                </c:pt>
                <c:pt idx="3044">
                  <c:v>0.53090743</c:v>
                </c:pt>
                <c:pt idx="3045">
                  <c:v>0.530983557</c:v>
                </c:pt>
                <c:pt idx="3046">
                  <c:v>0.530983557</c:v>
                </c:pt>
                <c:pt idx="3047">
                  <c:v>0.531059683</c:v>
                </c:pt>
                <c:pt idx="3048">
                  <c:v>0.531059683</c:v>
                </c:pt>
                <c:pt idx="3049">
                  <c:v>0.531211937</c:v>
                </c:pt>
                <c:pt idx="3050">
                  <c:v>0.531211937</c:v>
                </c:pt>
                <c:pt idx="3051">
                  <c:v>0.53136419</c:v>
                </c:pt>
                <c:pt idx="3052">
                  <c:v>0.53136419</c:v>
                </c:pt>
                <c:pt idx="3053">
                  <c:v>0.53136419</c:v>
                </c:pt>
                <c:pt idx="3054">
                  <c:v>0.53136419</c:v>
                </c:pt>
                <c:pt idx="3055">
                  <c:v>0.53159257</c:v>
                </c:pt>
                <c:pt idx="3056">
                  <c:v>0.53159257</c:v>
                </c:pt>
                <c:pt idx="3057">
                  <c:v>0.531668697</c:v>
                </c:pt>
                <c:pt idx="3058">
                  <c:v>0.53182095</c:v>
                </c:pt>
                <c:pt idx="3059">
                  <c:v>0.531897077</c:v>
                </c:pt>
                <c:pt idx="3060">
                  <c:v>0.53204933</c:v>
                </c:pt>
                <c:pt idx="3061">
                  <c:v>0.532125457</c:v>
                </c:pt>
                <c:pt idx="3062">
                  <c:v>0.532353837</c:v>
                </c:pt>
                <c:pt idx="3063">
                  <c:v>0.53250609</c:v>
                </c:pt>
                <c:pt idx="3064">
                  <c:v>0.532658343</c:v>
                </c:pt>
                <c:pt idx="3065">
                  <c:v>0.532658343</c:v>
                </c:pt>
                <c:pt idx="3066">
                  <c:v>0.53296285</c:v>
                </c:pt>
                <c:pt idx="3067">
                  <c:v>0.53296285</c:v>
                </c:pt>
                <c:pt idx="3068">
                  <c:v>0.533115104</c:v>
                </c:pt>
                <c:pt idx="3069">
                  <c:v>0.533115104</c:v>
                </c:pt>
                <c:pt idx="3070">
                  <c:v>0.53319123</c:v>
                </c:pt>
                <c:pt idx="3071">
                  <c:v>0.53319123</c:v>
                </c:pt>
                <c:pt idx="3072">
                  <c:v>0.53341961</c:v>
                </c:pt>
                <c:pt idx="3073">
                  <c:v>0.53341961</c:v>
                </c:pt>
                <c:pt idx="3074">
                  <c:v>0.53364799</c:v>
                </c:pt>
                <c:pt idx="3075">
                  <c:v>0.53364799</c:v>
                </c:pt>
                <c:pt idx="3076">
                  <c:v>0.53387637</c:v>
                </c:pt>
                <c:pt idx="3077">
                  <c:v>0.53387637</c:v>
                </c:pt>
                <c:pt idx="3078">
                  <c:v>0.533952497</c:v>
                </c:pt>
                <c:pt idx="3079">
                  <c:v>0.533952497</c:v>
                </c:pt>
                <c:pt idx="3080">
                  <c:v>0.53410475</c:v>
                </c:pt>
                <c:pt idx="3081">
                  <c:v>0.53410475</c:v>
                </c:pt>
                <c:pt idx="3082">
                  <c:v>0.53433313</c:v>
                </c:pt>
                <c:pt idx="3083">
                  <c:v>0.53433313</c:v>
                </c:pt>
                <c:pt idx="3084">
                  <c:v>0.534409257</c:v>
                </c:pt>
                <c:pt idx="3085">
                  <c:v>0.534409257</c:v>
                </c:pt>
                <c:pt idx="3086">
                  <c:v>0.534409257</c:v>
                </c:pt>
                <c:pt idx="3087">
                  <c:v>0.534485384</c:v>
                </c:pt>
                <c:pt idx="3088">
                  <c:v>0.534485384</c:v>
                </c:pt>
                <c:pt idx="3089">
                  <c:v>0.534637637</c:v>
                </c:pt>
                <c:pt idx="3090">
                  <c:v>0.534637637</c:v>
                </c:pt>
                <c:pt idx="3091">
                  <c:v>0.534866017</c:v>
                </c:pt>
                <c:pt idx="3092">
                  <c:v>0.534866017</c:v>
                </c:pt>
                <c:pt idx="3093">
                  <c:v>0.534942144</c:v>
                </c:pt>
                <c:pt idx="3094">
                  <c:v>0.534942144</c:v>
                </c:pt>
                <c:pt idx="3095">
                  <c:v>0.53501827</c:v>
                </c:pt>
                <c:pt idx="3096">
                  <c:v>0.53501827</c:v>
                </c:pt>
                <c:pt idx="3097">
                  <c:v>0.535170524</c:v>
                </c:pt>
                <c:pt idx="3098">
                  <c:v>0.535170524</c:v>
                </c:pt>
                <c:pt idx="3099">
                  <c:v>0.535322777</c:v>
                </c:pt>
                <c:pt idx="3100">
                  <c:v>0.535322777</c:v>
                </c:pt>
                <c:pt idx="3101">
                  <c:v>0.535322777</c:v>
                </c:pt>
                <c:pt idx="3102">
                  <c:v>0.535398904</c:v>
                </c:pt>
                <c:pt idx="3103">
                  <c:v>0.535398904</c:v>
                </c:pt>
                <c:pt idx="3104">
                  <c:v>0.53570341</c:v>
                </c:pt>
                <c:pt idx="3105">
                  <c:v>0.535779537</c:v>
                </c:pt>
                <c:pt idx="3106">
                  <c:v>0.535779537</c:v>
                </c:pt>
                <c:pt idx="3107">
                  <c:v>0.535855664</c:v>
                </c:pt>
                <c:pt idx="3108">
                  <c:v>0.535855664</c:v>
                </c:pt>
                <c:pt idx="3109">
                  <c:v>0.536007917</c:v>
                </c:pt>
                <c:pt idx="3110">
                  <c:v>0.536007917</c:v>
                </c:pt>
                <c:pt idx="3111">
                  <c:v>0.536084044</c:v>
                </c:pt>
                <c:pt idx="3112">
                  <c:v>0.536084044</c:v>
                </c:pt>
                <c:pt idx="3113">
                  <c:v>0.536236297</c:v>
                </c:pt>
                <c:pt idx="3114">
                  <c:v>0.536236297</c:v>
                </c:pt>
                <c:pt idx="3115">
                  <c:v>0.536312424</c:v>
                </c:pt>
                <c:pt idx="3116">
                  <c:v>0.536312424</c:v>
                </c:pt>
                <c:pt idx="3117">
                  <c:v>0.536921437</c:v>
                </c:pt>
                <c:pt idx="3118">
                  <c:v>0.536997564</c:v>
                </c:pt>
                <c:pt idx="3119">
                  <c:v>0.536997564</c:v>
                </c:pt>
                <c:pt idx="3120">
                  <c:v>0.537378197</c:v>
                </c:pt>
                <c:pt idx="3121">
                  <c:v>0.537378197</c:v>
                </c:pt>
                <c:pt idx="3122">
                  <c:v>0.537530451</c:v>
                </c:pt>
                <c:pt idx="3123">
                  <c:v>0.537530451</c:v>
                </c:pt>
                <c:pt idx="3124">
                  <c:v>0.537606577</c:v>
                </c:pt>
                <c:pt idx="3125">
                  <c:v>0.537606577</c:v>
                </c:pt>
                <c:pt idx="3126">
                  <c:v>0.537682704</c:v>
                </c:pt>
                <c:pt idx="3127">
                  <c:v>0.537682704</c:v>
                </c:pt>
                <c:pt idx="3128">
                  <c:v>0.537758831</c:v>
                </c:pt>
                <c:pt idx="3129">
                  <c:v>0.537758831</c:v>
                </c:pt>
                <c:pt idx="3130">
                  <c:v>0.537911084</c:v>
                </c:pt>
                <c:pt idx="3131">
                  <c:v>0.537987211</c:v>
                </c:pt>
                <c:pt idx="3132">
                  <c:v>0.537987211</c:v>
                </c:pt>
                <c:pt idx="3133">
                  <c:v>0.538139464</c:v>
                </c:pt>
                <c:pt idx="3134">
                  <c:v>0.538139464</c:v>
                </c:pt>
                <c:pt idx="3135">
                  <c:v>0.538215591</c:v>
                </c:pt>
                <c:pt idx="3136">
                  <c:v>0.538291717</c:v>
                </c:pt>
                <c:pt idx="3137">
                  <c:v>0.538291717</c:v>
                </c:pt>
                <c:pt idx="3138">
                  <c:v>0.538443971</c:v>
                </c:pt>
                <c:pt idx="3139">
                  <c:v>0.538443971</c:v>
                </c:pt>
                <c:pt idx="3140">
                  <c:v>0.538520097</c:v>
                </c:pt>
                <c:pt idx="3141">
                  <c:v>0.538520097</c:v>
                </c:pt>
                <c:pt idx="3142">
                  <c:v>0.538672351</c:v>
                </c:pt>
                <c:pt idx="3143">
                  <c:v>0.538672351</c:v>
                </c:pt>
                <c:pt idx="3144">
                  <c:v>0.538900731</c:v>
                </c:pt>
                <c:pt idx="3145">
                  <c:v>0.538900731</c:v>
                </c:pt>
                <c:pt idx="3146">
                  <c:v>0.539129111</c:v>
                </c:pt>
                <c:pt idx="3147">
                  <c:v>0.539129111</c:v>
                </c:pt>
                <c:pt idx="3148">
                  <c:v>0.539205238</c:v>
                </c:pt>
                <c:pt idx="3149">
                  <c:v>0.539205238</c:v>
                </c:pt>
                <c:pt idx="3150">
                  <c:v>0.539281364</c:v>
                </c:pt>
                <c:pt idx="3151">
                  <c:v>0.539281364</c:v>
                </c:pt>
                <c:pt idx="3152">
                  <c:v>0.539433618</c:v>
                </c:pt>
                <c:pt idx="3153">
                  <c:v>0.539433618</c:v>
                </c:pt>
                <c:pt idx="3154">
                  <c:v>0.539585871</c:v>
                </c:pt>
                <c:pt idx="3155">
                  <c:v>0.539585871</c:v>
                </c:pt>
                <c:pt idx="3156">
                  <c:v>0.539585871</c:v>
                </c:pt>
                <c:pt idx="3157">
                  <c:v>0.539738124</c:v>
                </c:pt>
                <c:pt idx="3158">
                  <c:v>0.539738124</c:v>
                </c:pt>
                <c:pt idx="3159">
                  <c:v>0.539814251</c:v>
                </c:pt>
                <c:pt idx="3160">
                  <c:v>0.539814251</c:v>
                </c:pt>
                <c:pt idx="3161">
                  <c:v>0.539890378</c:v>
                </c:pt>
                <c:pt idx="3162">
                  <c:v>0.540042631</c:v>
                </c:pt>
                <c:pt idx="3163">
                  <c:v>0.540042631</c:v>
                </c:pt>
                <c:pt idx="3164">
                  <c:v>0.540118758</c:v>
                </c:pt>
                <c:pt idx="3165">
                  <c:v>0.540118758</c:v>
                </c:pt>
                <c:pt idx="3166">
                  <c:v>0.540271011</c:v>
                </c:pt>
                <c:pt idx="3167">
                  <c:v>0.540271011</c:v>
                </c:pt>
                <c:pt idx="3168">
                  <c:v>0.540271011</c:v>
                </c:pt>
                <c:pt idx="3169">
                  <c:v>0.540347138</c:v>
                </c:pt>
                <c:pt idx="3170">
                  <c:v>0.540347138</c:v>
                </c:pt>
                <c:pt idx="3171">
                  <c:v>0.540651644</c:v>
                </c:pt>
                <c:pt idx="3172">
                  <c:v>0.540803898</c:v>
                </c:pt>
                <c:pt idx="3173">
                  <c:v>0.540803898</c:v>
                </c:pt>
                <c:pt idx="3174">
                  <c:v>0.540803898</c:v>
                </c:pt>
                <c:pt idx="3175">
                  <c:v>0.540956151</c:v>
                </c:pt>
                <c:pt idx="3176">
                  <c:v>0.541108404</c:v>
                </c:pt>
                <c:pt idx="3177">
                  <c:v>0.541108404</c:v>
                </c:pt>
                <c:pt idx="3178">
                  <c:v>0.541336784</c:v>
                </c:pt>
                <c:pt idx="3179">
                  <c:v>0.541336784</c:v>
                </c:pt>
                <c:pt idx="3180">
                  <c:v>0.541489038</c:v>
                </c:pt>
                <c:pt idx="3181">
                  <c:v>0.541489038</c:v>
                </c:pt>
                <c:pt idx="3182">
                  <c:v>0.541793544</c:v>
                </c:pt>
                <c:pt idx="3183">
                  <c:v>0.541869671</c:v>
                </c:pt>
                <c:pt idx="3184">
                  <c:v>0.541869671</c:v>
                </c:pt>
                <c:pt idx="3185">
                  <c:v>0.541869671</c:v>
                </c:pt>
                <c:pt idx="3186">
                  <c:v>0.541869671</c:v>
                </c:pt>
                <c:pt idx="3187">
                  <c:v>0.541869671</c:v>
                </c:pt>
                <c:pt idx="3188">
                  <c:v>0.541945798</c:v>
                </c:pt>
                <c:pt idx="3189">
                  <c:v>0.541945798</c:v>
                </c:pt>
                <c:pt idx="3190">
                  <c:v>0.542021924</c:v>
                </c:pt>
                <c:pt idx="3191">
                  <c:v>0.542021924</c:v>
                </c:pt>
                <c:pt idx="3192">
                  <c:v>0.542174178</c:v>
                </c:pt>
                <c:pt idx="3193">
                  <c:v>0.542174178</c:v>
                </c:pt>
                <c:pt idx="3194">
                  <c:v>0.542250305</c:v>
                </c:pt>
                <c:pt idx="3195">
                  <c:v>0.542250305</c:v>
                </c:pt>
                <c:pt idx="3196">
                  <c:v>0.542630938</c:v>
                </c:pt>
                <c:pt idx="3197">
                  <c:v>0.542630938</c:v>
                </c:pt>
                <c:pt idx="3198">
                  <c:v>0.542783191</c:v>
                </c:pt>
                <c:pt idx="3199">
                  <c:v>0.542783191</c:v>
                </c:pt>
                <c:pt idx="3200">
                  <c:v>0.543011571</c:v>
                </c:pt>
                <c:pt idx="3201">
                  <c:v>0.543011571</c:v>
                </c:pt>
                <c:pt idx="3202">
                  <c:v>0.543011571</c:v>
                </c:pt>
                <c:pt idx="3203">
                  <c:v>0.543011571</c:v>
                </c:pt>
                <c:pt idx="3204">
                  <c:v>0.543087698</c:v>
                </c:pt>
                <c:pt idx="3205">
                  <c:v>0.543087698</c:v>
                </c:pt>
                <c:pt idx="3206">
                  <c:v>0.543239951</c:v>
                </c:pt>
                <c:pt idx="3207">
                  <c:v>0.543239951</c:v>
                </c:pt>
                <c:pt idx="3208">
                  <c:v>0.543316078</c:v>
                </c:pt>
                <c:pt idx="3209">
                  <c:v>0.543316078</c:v>
                </c:pt>
                <c:pt idx="3210">
                  <c:v>0.543544458</c:v>
                </c:pt>
                <c:pt idx="3211">
                  <c:v>0.543544458</c:v>
                </c:pt>
                <c:pt idx="3212">
                  <c:v>0.543620585</c:v>
                </c:pt>
                <c:pt idx="3213">
                  <c:v>0.543620585</c:v>
                </c:pt>
                <c:pt idx="3214">
                  <c:v>0.543848965</c:v>
                </c:pt>
                <c:pt idx="3215">
                  <c:v>0.543848965</c:v>
                </c:pt>
                <c:pt idx="3216">
                  <c:v>0.543925091</c:v>
                </c:pt>
                <c:pt idx="3217">
                  <c:v>0.543925091</c:v>
                </c:pt>
                <c:pt idx="3218">
                  <c:v>0.544457978</c:v>
                </c:pt>
                <c:pt idx="3219">
                  <c:v>0.544457978</c:v>
                </c:pt>
                <c:pt idx="3220">
                  <c:v>0.544610231</c:v>
                </c:pt>
                <c:pt idx="3221">
                  <c:v>0.544610231</c:v>
                </c:pt>
                <c:pt idx="3222">
                  <c:v>0.544838611</c:v>
                </c:pt>
                <c:pt idx="3223">
                  <c:v>0.544838611</c:v>
                </c:pt>
                <c:pt idx="3224">
                  <c:v>0.544990865</c:v>
                </c:pt>
                <c:pt idx="3225">
                  <c:v>0.544990865</c:v>
                </c:pt>
                <c:pt idx="3226">
                  <c:v>0.544990865</c:v>
                </c:pt>
                <c:pt idx="3227">
                  <c:v>0.545143118</c:v>
                </c:pt>
                <c:pt idx="3228">
                  <c:v>0.545143118</c:v>
                </c:pt>
                <c:pt idx="3229">
                  <c:v>0.545219245</c:v>
                </c:pt>
                <c:pt idx="3230">
                  <c:v>0.545219245</c:v>
                </c:pt>
                <c:pt idx="3231">
                  <c:v>0.545371498</c:v>
                </c:pt>
                <c:pt idx="3232">
                  <c:v>0.545371498</c:v>
                </c:pt>
                <c:pt idx="3233">
                  <c:v>0.545447625</c:v>
                </c:pt>
                <c:pt idx="3234">
                  <c:v>0.545447625</c:v>
                </c:pt>
                <c:pt idx="3235">
                  <c:v>0.545752132</c:v>
                </c:pt>
                <c:pt idx="3236">
                  <c:v>0.545904385</c:v>
                </c:pt>
                <c:pt idx="3237">
                  <c:v>0.545980512</c:v>
                </c:pt>
                <c:pt idx="3238">
                  <c:v>0.545980512</c:v>
                </c:pt>
                <c:pt idx="3239">
                  <c:v>0.546056638</c:v>
                </c:pt>
                <c:pt idx="3240">
                  <c:v>0.546056638</c:v>
                </c:pt>
                <c:pt idx="3241">
                  <c:v>0.546132765</c:v>
                </c:pt>
                <c:pt idx="3242">
                  <c:v>0.546132765</c:v>
                </c:pt>
                <c:pt idx="3243">
                  <c:v>0.546285018</c:v>
                </c:pt>
                <c:pt idx="3244">
                  <c:v>0.546285018</c:v>
                </c:pt>
                <c:pt idx="3245">
                  <c:v>0.546437272</c:v>
                </c:pt>
                <c:pt idx="3246">
                  <c:v>0.546437272</c:v>
                </c:pt>
                <c:pt idx="3247">
                  <c:v>0.546513398</c:v>
                </c:pt>
                <c:pt idx="3248">
                  <c:v>0.546513398</c:v>
                </c:pt>
                <c:pt idx="3249">
                  <c:v>0.546665652</c:v>
                </c:pt>
                <c:pt idx="3250">
                  <c:v>0.546665652</c:v>
                </c:pt>
                <c:pt idx="3251">
                  <c:v>0.546741778</c:v>
                </c:pt>
                <c:pt idx="3252">
                  <c:v>0.546741778</c:v>
                </c:pt>
                <c:pt idx="3253">
                  <c:v>0.546894032</c:v>
                </c:pt>
                <c:pt idx="3254">
                  <c:v>0.546894032</c:v>
                </c:pt>
                <c:pt idx="3255">
                  <c:v>0.547046285</c:v>
                </c:pt>
                <c:pt idx="3256">
                  <c:v>0.547122412</c:v>
                </c:pt>
                <c:pt idx="3257">
                  <c:v>0.547122412</c:v>
                </c:pt>
                <c:pt idx="3258">
                  <c:v>0.547198538</c:v>
                </c:pt>
                <c:pt idx="3259">
                  <c:v>0.547198538</c:v>
                </c:pt>
                <c:pt idx="3260">
                  <c:v>0.547274665</c:v>
                </c:pt>
                <c:pt idx="3261">
                  <c:v>0.547274665</c:v>
                </c:pt>
                <c:pt idx="3262">
                  <c:v>0.547503045</c:v>
                </c:pt>
                <c:pt idx="3263">
                  <c:v>0.547503045</c:v>
                </c:pt>
                <c:pt idx="3264">
                  <c:v>0.547579172</c:v>
                </c:pt>
                <c:pt idx="3265">
                  <c:v>0.547579172</c:v>
                </c:pt>
                <c:pt idx="3266">
                  <c:v>0.547655298</c:v>
                </c:pt>
                <c:pt idx="3267">
                  <c:v>0.547655298</c:v>
                </c:pt>
                <c:pt idx="3268">
                  <c:v>0.547731425</c:v>
                </c:pt>
                <c:pt idx="3269">
                  <c:v>0.547731425</c:v>
                </c:pt>
                <c:pt idx="3270">
                  <c:v>0.547807552</c:v>
                </c:pt>
                <c:pt idx="3271">
                  <c:v>0.547807552</c:v>
                </c:pt>
                <c:pt idx="3272">
                  <c:v>0.547807552</c:v>
                </c:pt>
                <c:pt idx="3273">
                  <c:v>0.547883678</c:v>
                </c:pt>
                <c:pt idx="3274">
                  <c:v>0.547883678</c:v>
                </c:pt>
                <c:pt idx="3275">
                  <c:v>0.547959805</c:v>
                </c:pt>
                <c:pt idx="3276">
                  <c:v>0.547959805</c:v>
                </c:pt>
                <c:pt idx="3277">
                  <c:v>0.548035932</c:v>
                </c:pt>
                <c:pt idx="3278">
                  <c:v>0.548035932</c:v>
                </c:pt>
                <c:pt idx="3279">
                  <c:v>0.548112058</c:v>
                </c:pt>
                <c:pt idx="3280">
                  <c:v>0.548112058</c:v>
                </c:pt>
                <c:pt idx="3281">
                  <c:v>0.548340438</c:v>
                </c:pt>
                <c:pt idx="3282">
                  <c:v>0.548340438</c:v>
                </c:pt>
                <c:pt idx="3283">
                  <c:v>0.548644945</c:v>
                </c:pt>
                <c:pt idx="3284">
                  <c:v>0.548873325</c:v>
                </c:pt>
                <c:pt idx="3285">
                  <c:v>0.549025579</c:v>
                </c:pt>
                <c:pt idx="3286">
                  <c:v>0.549025579</c:v>
                </c:pt>
                <c:pt idx="3287">
                  <c:v>0.549101705</c:v>
                </c:pt>
                <c:pt idx="3288">
                  <c:v>0.549101705</c:v>
                </c:pt>
                <c:pt idx="3289">
                  <c:v>0.549177832</c:v>
                </c:pt>
                <c:pt idx="3290">
                  <c:v>0.549177832</c:v>
                </c:pt>
                <c:pt idx="3291">
                  <c:v>0.549253959</c:v>
                </c:pt>
                <c:pt idx="3292">
                  <c:v>0.549330085</c:v>
                </c:pt>
                <c:pt idx="3293">
                  <c:v>0.549330085</c:v>
                </c:pt>
                <c:pt idx="3294">
                  <c:v>0.549406212</c:v>
                </c:pt>
                <c:pt idx="3295">
                  <c:v>0.549406212</c:v>
                </c:pt>
                <c:pt idx="3296">
                  <c:v>0.549558465</c:v>
                </c:pt>
                <c:pt idx="3297">
                  <c:v>0.549710719</c:v>
                </c:pt>
                <c:pt idx="3298">
                  <c:v>0.549710719</c:v>
                </c:pt>
                <c:pt idx="3299">
                  <c:v>0.549786845</c:v>
                </c:pt>
                <c:pt idx="3300">
                  <c:v>0.549786845</c:v>
                </c:pt>
                <c:pt idx="3301">
                  <c:v>0.550015225</c:v>
                </c:pt>
                <c:pt idx="3302">
                  <c:v>0.550015225</c:v>
                </c:pt>
                <c:pt idx="3303">
                  <c:v>0.550548112</c:v>
                </c:pt>
                <c:pt idx="3304">
                  <c:v>0.550548112</c:v>
                </c:pt>
                <c:pt idx="3305">
                  <c:v>0.550776492</c:v>
                </c:pt>
                <c:pt idx="3306">
                  <c:v>0.550852619</c:v>
                </c:pt>
                <c:pt idx="3307">
                  <c:v>0.550852619</c:v>
                </c:pt>
                <c:pt idx="3308">
                  <c:v>0.551004872</c:v>
                </c:pt>
                <c:pt idx="3309">
                  <c:v>0.551004872</c:v>
                </c:pt>
                <c:pt idx="3310">
                  <c:v>0.551080999</c:v>
                </c:pt>
                <c:pt idx="3311">
                  <c:v>0.551080999</c:v>
                </c:pt>
                <c:pt idx="3312">
                  <c:v>0.551233252</c:v>
                </c:pt>
                <c:pt idx="3313">
                  <c:v>0.551233252</c:v>
                </c:pt>
                <c:pt idx="3314">
                  <c:v>0.551385505</c:v>
                </c:pt>
                <c:pt idx="3315">
                  <c:v>0.551385505</c:v>
                </c:pt>
                <c:pt idx="3316">
                  <c:v>0.551690012</c:v>
                </c:pt>
                <c:pt idx="3317">
                  <c:v>0.551690012</c:v>
                </c:pt>
                <c:pt idx="3318">
                  <c:v>0.551766139</c:v>
                </c:pt>
                <c:pt idx="3319">
                  <c:v>0.551766139</c:v>
                </c:pt>
                <c:pt idx="3320">
                  <c:v>0.551994519</c:v>
                </c:pt>
                <c:pt idx="3321">
                  <c:v>0.552146772</c:v>
                </c:pt>
                <c:pt idx="3322">
                  <c:v>0.552146772</c:v>
                </c:pt>
                <c:pt idx="3323">
                  <c:v>0.552299026</c:v>
                </c:pt>
                <c:pt idx="3324">
                  <c:v>0.552299026</c:v>
                </c:pt>
                <c:pt idx="3325">
                  <c:v>0.552375152</c:v>
                </c:pt>
                <c:pt idx="3326">
                  <c:v>0.552603532</c:v>
                </c:pt>
                <c:pt idx="3327">
                  <c:v>0.552603532</c:v>
                </c:pt>
                <c:pt idx="3328">
                  <c:v>0.552831912</c:v>
                </c:pt>
                <c:pt idx="3329">
                  <c:v>0.552831912</c:v>
                </c:pt>
                <c:pt idx="3330">
                  <c:v>0.552984166</c:v>
                </c:pt>
                <c:pt idx="3331">
                  <c:v>0.552984166</c:v>
                </c:pt>
                <c:pt idx="3332">
                  <c:v>0.553060292</c:v>
                </c:pt>
                <c:pt idx="3333">
                  <c:v>0.553060292</c:v>
                </c:pt>
                <c:pt idx="3334">
                  <c:v>0.553364799</c:v>
                </c:pt>
                <c:pt idx="3335">
                  <c:v>0.553364799</c:v>
                </c:pt>
                <c:pt idx="3336">
                  <c:v>0.553440926</c:v>
                </c:pt>
                <c:pt idx="3337">
                  <c:v>0.553440926</c:v>
                </c:pt>
                <c:pt idx="3338">
                  <c:v>0.553440926</c:v>
                </c:pt>
                <c:pt idx="3339">
                  <c:v>0.553593179</c:v>
                </c:pt>
                <c:pt idx="3340">
                  <c:v>0.553593179</c:v>
                </c:pt>
                <c:pt idx="3341">
                  <c:v>0.553669306</c:v>
                </c:pt>
                <c:pt idx="3342">
                  <c:v>0.553669306</c:v>
                </c:pt>
                <c:pt idx="3343">
                  <c:v>0.553897686</c:v>
                </c:pt>
                <c:pt idx="3344">
                  <c:v>0.553897686</c:v>
                </c:pt>
                <c:pt idx="3345">
                  <c:v>0.554049939</c:v>
                </c:pt>
                <c:pt idx="3346">
                  <c:v>0.554430572</c:v>
                </c:pt>
                <c:pt idx="3347">
                  <c:v>0.554506699</c:v>
                </c:pt>
                <c:pt idx="3348">
                  <c:v>0.554506699</c:v>
                </c:pt>
                <c:pt idx="3349">
                  <c:v>0.554735079</c:v>
                </c:pt>
                <c:pt idx="3350">
                  <c:v>0.554735079</c:v>
                </c:pt>
                <c:pt idx="3351">
                  <c:v>0.555496346</c:v>
                </c:pt>
                <c:pt idx="3352">
                  <c:v>0.555496346</c:v>
                </c:pt>
                <c:pt idx="3353">
                  <c:v>0.555496346</c:v>
                </c:pt>
                <c:pt idx="3354">
                  <c:v>0.555572473</c:v>
                </c:pt>
                <c:pt idx="3355">
                  <c:v>0.555572473</c:v>
                </c:pt>
                <c:pt idx="3356">
                  <c:v>0.555648599</c:v>
                </c:pt>
                <c:pt idx="3357">
                  <c:v>0.555648599</c:v>
                </c:pt>
                <c:pt idx="3358">
                  <c:v>0.555724726</c:v>
                </c:pt>
                <c:pt idx="3359">
                  <c:v>0.555724726</c:v>
                </c:pt>
                <c:pt idx="3360">
                  <c:v>0.555876979</c:v>
                </c:pt>
                <c:pt idx="3361">
                  <c:v>0.555876979</c:v>
                </c:pt>
                <c:pt idx="3362">
                  <c:v>0.556029233</c:v>
                </c:pt>
                <c:pt idx="3363">
                  <c:v>0.556181486</c:v>
                </c:pt>
                <c:pt idx="3364">
                  <c:v>0.556181486</c:v>
                </c:pt>
                <c:pt idx="3365">
                  <c:v>0.556257613</c:v>
                </c:pt>
                <c:pt idx="3366">
                  <c:v>0.556257613</c:v>
                </c:pt>
                <c:pt idx="3367">
                  <c:v>0.556333739</c:v>
                </c:pt>
                <c:pt idx="3368">
                  <c:v>0.556333739</c:v>
                </c:pt>
                <c:pt idx="3369">
                  <c:v>0.556409866</c:v>
                </c:pt>
                <c:pt idx="3370">
                  <c:v>0.556409866</c:v>
                </c:pt>
                <c:pt idx="3371">
                  <c:v>0.556714373</c:v>
                </c:pt>
                <c:pt idx="3372">
                  <c:v>0.556714373</c:v>
                </c:pt>
                <c:pt idx="3373">
                  <c:v>0.556714373</c:v>
                </c:pt>
                <c:pt idx="3374">
                  <c:v>0.556866626</c:v>
                </c:pt>
                <c:pt idx="3375">
                  <c:v>0.556866626</c:v>
                </c:pt>
                <c:pt idx="3376">
                  <c:v>0.556866626</c:v>
                </c:pt>
                <c:pt idx="3377">
                  <c:v>0.557018879</c:v>
                </c:pt>
                <c:pt idx="3378">
                  <c:v>0.557018879</c:v>
                </c:pt>
                <c:pt idx="3379">
                  <c:v>0.557018879</c:v>
                </c:pt>
                <c:pt idx="3380">
                  <c:v>0.557095006</c:v>
                </c:pt>
                <c:pt idx="3381">
                  <c:v>0.557247259</c:v>
                </c:pt>
                <c:pt idx="3382">
                  <c:v>0.557247259</c:v>
                </c:pt>
                <c:pt idx="3383">
                  <c:v>0.557475639</c:v>
                </c:pt>
                <c:pt idx="3384">
                  <c:v>0.557475639</c:v>
                </c:pt>
                <c:pt idx="3385">
                  <c:v>0.557551766</c:v>
                </c:pt>
                <c:pt idx="3386">
                  <c:v>0.557551766</c:v>
                </c:pt>
                <c:pt idx="3387">
                  <c:v>0.557704019</c:v>
                </c:pt>
                <c:pt idx="3388">
                  <c:v>0.557704019</c:v>
                </c:pt>
                <c:pt idx="3389">
                  <c:v>0.557704019</c:v>
                </c:pt>
                <c:pt idx="3390">
                  <c:v>0.557856273</c:v>
                </c:pt>
                <c:pt idx="3391">
                  <c:v>0.557856273</c:v>
                </c:pt>
                <c:pt idx="3392">
                  <c:v>0.558008526</c:v>
                </c:pt>
                <c:pt idx="3393">
                  <c:v>0.558008526</c:v>
                </c:pt>
                <c:pt idx="3394">
                  <c:v>0.558084653</c:v>
                </c:pt>
                <c:pt idx="3395">
                  <c:v>0.558084653</c:v>
                </c:pt>
                <c:pt idx="3396">
                  <c:v>0.558084653</c:v>
                </c:pt>
                <c:pt idx="3397">
                  <c:v>0.558236906</c:v>
                </c:pt>
                <c:pt idx="3398">
                  <c:v>0.558236906</c:v>
                </c:pt>
                <c:pt idx="3399">
                  <c:v>0.558236906</c:v>
                </c:pt>
                <c:pt idx="3400">
                  <c:v>0.55861754</c:v>
                </c:pt>
                <c:pt idx="3401">
                  <c:v>0.558769793</c:v>
                </c:pt>
                <c:pt idx="3402">
                  <c:v>0.558769793</c:v>
                </c:pt>
                <c:pt idx="3403">
                  <c:v>0.55884592</c:v>
                </c:pt>
                <c:pt idx="3404">
                  <c:v>0.55884592</c:v>
                </c:pt>
                <c:pt idx="3405">
                  <c:v>0.558998173</c:v>
                </c:pt>
                <c:pt idx="3406">
                  <c:v>0.5590743</c:v>
                </c:pt>
                <c:pt idx="3407">
                  <c:v>0.5590743</c:v>
                </c:pt>
                <c:pt idx="3408">
                  <c:v>0.559150426</c:v>
                </c:pt>
                <c:pt idx="3409">
                  <c:v>0.559150426</c:v>
                </c:pt>
                <c:pt idx="3410">
                  <c:v>0.559226553</c:v>
                </c:pt>
                <c:pt idx="3411">
                  <c:v>0.559226553</c:v>
                </c:pt>
                <c:pt idx="3412">
                  <c:v>0.55930268</c:v>
                </c:pt>
                <c:pt idx="3413">
                  <c:v>0.55930268</c:v>
                </c:pt>
                <c:pt idx="3414">
                  <c:v>0.559378806</c:v>
                </c:pt>
                <c:pt idx="3415">
                  <c:v>0.559378806</c:v>
                </c:pt>
                <c:pt idx="3416">
                  <c:v>0.55953106</c:v>
                </c:pt>
                <c:pt idx="3417">
                  <c:v>0.55953106</c:v>
                </c:pt>
                <c:pt idx="3418">
                  <c:v>0.559683313</c:v>
                </c:pt>
                <c:pt idx="3419">
                  <c:v>0.559683313</c:v>
                </c:pt>
                <c:pt idx="3420">
                  <c:v>0.55975944</c:v>
                </c:pt>
                <c:pt idx="3421">
                  <c:v>0.55975944</c:v>
                </c:pt>
                <c:pt idx="3422">
                  <c:v>0.55975944</c:v>
                </c:pt>
                <c:pt idx="3423">
                  <c:v>0.559835566</c:v>
                </c:pt>
                <c:pt idx="3424">
                  <c:v>0.55998782</c:v>
                </c:pt>
                <c:pt idx="3425">
                  <c:v>0.5602162</c:v>
                </c:pt>
                <c:pt idx="3426">
                  <c:v>0.5602162</c:v>
                </c:pt>
                <c:pt idx="3427">
                  <c:v>0.560292326</c:v>
                </c:pt>
                <c:pt idx="3428">
                  <c:v>0.560292326</c:v>
                </c:pt>
                <c:pt idx="3429">
                  <c:v>0.560596833</c:v>
                </c:pt>
                <c:pt idx="3430">
                  <c:v>0.560596833</c:v>
                </c:pt>
                <c:pt idx="3431">
                  <c:v>0.560596833</c:v>
                </c:pt>
                <c:pt idx="3432">
                  <c:v>0.560749086</c:v>
                </c:pt>
                <c:pt idx="3433">
                  <c:v>0.56090134</c:v>
                </c:pt>
                <c:pt idx="3434">
                  <c:v>0.56090134</c:v>
                </c:pt>
                <c:pt idx="3435">
                  <c:v>0.56112972</c:v>
                </c:pt>
                <c:pt idx="3436">
                  <c:v>0.561434227</c:v>
                </c:pt>
                <c:pt idx="3437">
                  <c:v>0.56158648</c:v>
                </c:pt>
                <c:pt idx="3438">
                  <c:v>0.56158648</c:v>
                </c:pt>
                <c:pt idx="3439">
                  <c:v>0.561890987</c:v>
                </c:pt>
                <c:pt idx="3440">
                  <c:v>0.561890987</c:v>
                </c:pt>
                <c:pt idx="3441">
                  <c:v>0.56204324</c:v>
                </c:pt>
                <c:pt idx="3442">
                  <c:v>0.562119367</c:v>
                </c:pt>
                <c:pt idx="3443">
                  <c:v>0.562195493</c:v>
                </c:pt>
                <c:pt idx="3444">
                  <c:v>0.562195493</c:v>
                </c:pt>
                <c:pt idx="3445">
                  <c:v>0.56227162</c:v>
                </c:pt>
                <c:pt idx="3446">
                  <c:v>0.56227162</c:v>
                </c:pt>
                <c:pt idx="3447">
                  <c:v>0.562347747</c:v>
                </c:pt>
                <c:pt idx="3448">
                  <c:v>0.562576127</c:v>
                </c:pt>
                <c:pt idx="3449">
                  <c:v>0.562576127</c:v>
                </c:pt>
                <c:pt idx="3450">
                  <c:v>0.56272838</c:v>
                </c:pt>
                <c:pt idx="3451">
                  <c:v>0.56272838</c:v>
                </c:pt>
                <c:pt idx="3452">
                  <c:v>0.562804507</c:v>
                </c:pt>
                <c:pt idx="3453">
                  <c:v>0.563032887</c:v>
                </c:pt>
                <c:pt idx="3454">
                  <c:v>0.563032887</c:v>
                </c:pt>
                <c:pt idx="3455">
                  <c:v>0.563337393</c:v>
                </c:pt>
                <c:pt idx="3456">
                  <c:v>0.563337393</c:v>
                </c:pt>
                <c:pt idx="3457">
                  <c:v>0.56341352</c:v>
                </c:pt>
                <c:pt idx="3458">
                  <c:v>0.5636419</c:v>
                </c:pt>
                <c:pt idx="3459">
                  <c:v>0.563718027</c:v>
                </c:pt>
                <c:pt idx="3460">
                  <c:v>0.563718027</c:v>
                </c:pt>
                <c:pt idx="3461">
                  <c:v>0.563794153</c:v>
                </c:pt>
                <c:pt idx="3462">
                  <c:v>0.563794153</c:v>
                </c:pt>
                <c:pt idx="3463">
                  <c:v>0.56455542</c:v>
                </c:pt>
                <c:pt idx="3464">
                  <c:v>0.56455542</c:v>
                </c:pt>
                <c:pt idx="3465">
                  <c:v>0.564631547</c:v>
                </c:pt>
                <c:pt idx="3466">
                  <c:v>0.564631547</c:v>
                </c:pt>
                <c:pt idx="3467">
                  <c:v>0.564707674</c:v>
                </c:pt>
                <c:pt idx="3468">
                  <c:v>0.564707674</c:v>
                </c:pt>
                <c:pt idx="3469">
                  <c:v>0.5647838</c:v>
                </c:pt>
                <c:pt idx="3470">
                  <c:v>0.565545067</c:v>
                </c:pt>
                <c:pt idx="3471">
                  <c:v>0.565621194</c:v>
                </c:pt>
                <c:pt idx="3472">
                  <c:v>0.565621194</c:v>
                </c:pt>
                <c:pt idx="3473">
                  <c:v>0.56569732</c:v>
                </c:pt>
                <c:pt idx="3474">
                  <c:v>0.56569732</c:v>
                </c:pt>
                <c:pt idx="3475">
                  <c:v>0.5659257</c:v>
                </c:pt>
                <c:pt idx="3476">
                  <c:v>0.566001827</c:v>
                </c:pt>
                <c:pt idx="3477">
                  <c:v>0.56615408</c:v>
                </c:pt>
                <c:pt idx="3478">
                  <c:v>0.56615408</c:v>
                </c:pt>
                <c:pt idx="3479">
                  <c:v>0.56615408</c:v>
                </c:pt>
                <c:pt idx="3480">
                  <c:v>0.566230207</c:v>
                </c:pt>
                <c:pt idx="3481">
                  <c:v>0.56638246</c:v>
                </c:pt>
                <c:pt idx="3482">
                  <c:v>0.56638246</c:v>
                </c:pt>
                <c:pt idx="3483">
                  <c:v>0.566534714</c:v>
                </c:pt>
                <c:pt idx="3484">
                  <c:v>0.566534714</c:v>
                </c:pt>
                <c:pt idx="3485">
                  <c:v>0.56661084</c:v>
                </c:pt>
                <c:pt idx="3486">
                  <c:v>0.56661084</c:v>
                </c:pt>
                <c:pt idx="3487">
                  <c:v>0.56683922</c:v>
                </c:pt>
                <c:pt idx="3488">
                  <c:v>0.566991474</c:v>
                </c:pt>
                <c:pt idx="3489">
                  <c:v>0.566991474</c:v>
                </c:pt>
                <c:pt idx="3490">
                  <c:v>0.567219854</c:v>
                </c:pt>
                <c:pt idx="3491">
                  <c:v>0.567219854</c:v>
                </c:pt>
                <c:pt idx="3492">
                  <c:v>0.567372107</c:v>
                </c:pt>
                <c:pt idx="3493">
                  <c:v>0.567372107</c:v>
                </c:pt>
                <c:pt idx="3494">
                  <c:v>0.567448234</c:v>
                </c:pt>
                <c:pt idx="3495">
                  <c:v>0.567448234</c:v>
                </c:pt>
                <c:pt idx="3496">
                  <c:v>0.567448234</c:v>
                </c:pt>
                <c:pt idx="3497">
                  <c:v>0.567904994</c:v>
                </c:pt>
                <c:pt idx="3498">
                  <c:v>0.567904994</c:v>
                </c:pt>
                <c:pt idx="3499">
                  <c:v>0.567981121</c:v>
                </c:pt>
                <c:pt idx="3500">
                  <c:v>0.567981121</c:v>
                </c:pt>
                <c:pt idx="3501">
                  <c:v>0.567981121</c:v>
                </c:pt>
                <c:pt idx="3502">
                  <c:v>0.567981121</c:v>
                </c:pt>
                <c:pt idx="3503">
                  <c:v>0.567981121</c:v>
                </c:pt>
                <c:pt idx="3504">
                  <c:v>0.567981121</c:v>
                </c:pt>
                <c:pt idx="3505">
                  <c:v>0.568057247</c:v>
                </c:pt>
                <c:pt idx="3506">
                  <c:v>0.568057247</c:v>
                </c:pt>
                <c:pt idx="3507">
                  <c:v>0.568133374</c:v>
                </c:pt>
                <c:pt idx="3508">
                  <c:v>0.568133374</c:v>
                </c:pt>
                <c:pt idx="3509">
                  <c:v>0.568209501</c:v>
                </c:pt>
                <c:pt idx="3510">
                  <c:v>0.568361754</c:v>
                </c:pt>
                <c:pt idx="3511">
                  <c:v>0.568361754</c:v>
                </c:pt>
                <c:pt idx="3512">
                  <c:v>0.568514007</c:v>
                </c:pt>
                <c:pt idx="3513">
                  <c:v>0.568590134</c:v>
                </c:pt>
                <c:pt idx="3514">
                  <c:v>0.568590134</c:v>
                </c:pt>
                <c:pt idx="3515">
                  <c:v>0.568742387</c:v>
                </c:pt>
                <c:pt idx="3516">
                  <c:v>0.568742387</c:v>
                </c:pt>
                <c:pt idx="3517">
                  <c:v>0.568742387</c:v>
                </c:pt>
                <c:pt idx="3518">
                  <c:v>0.568742387</c:v>
                </c:pt>
                <c:pt idx="3519">
                  <c:v>0.568818514</c:v>
                </c:pt>
                <c:pt idx="3520">
                  <c:v>0.568818514</c:v>
                </c:pt>
                <c:pt idx="3521">
                  <c:v>0.568970767</c:v>
                </c:pt>
                <c:pt idx="3522">
                  <c:v>0.569046894</c:v>
                </c:pt>
                <c:pt idx="3523">
                  <c:v>0.569046894</c:v>
                </c:pt>
                <c:pt idx="3524">
                  <c:v>0.569123021</c:v>
                </c:pt>
                <c:pt idx="3525">
                  <c:v>0.569123021</c:v>
                </c:pt>
                <c:pt idx="3526">
                  <c:v>0.569275274</c:v>
                </c:pt>
                <c:pt idx="3527">
                  <c:v>0.569275274</c:v>
                </c:pt>
                <c:pt idx="3528">
                  <c:v>0.569503654</c:v>
                </c:pt>
                <c:pt idx="3529">
                  <c:v>0.569503654</c:v>
                </c:pt>
                <c:pt idx="3530">
                  <c:v>0.569579781</c:v>
                </c:pt>
                <c:pt idx="3531">
                  <c:v>0.569579781</c:v>
                </c:pt>
                <c:pt idx="3532">
                  <c:v>0.569655907</c:v>
                </c:pt>
                <c:pt idx="3533">
                  <c:v>0.569655907</c:v>
                </c:pt>
                <c:pt idx="3534">
                  <c:v>0.569732034</c:v>
                </c:pt>
                <c:pt idx="3535">
                  <c:v>0.569732034</c:v>
                </c:pt>
                <c:pt idx="3536">
                  <c:v>0.569732034</c:v>
                </c:pt>
                <c:pt idx="3537">
                  <c:v>0.569884287</c:v>
                </c:pt>
                <c:pt idx="3538">
                  <c:v>0.570341048</c:v>
                </c:pt>
                <c:pt idx="3539">
                  <c:v>0.570493301</c:v>
                </c:pt>
                <c:pt idx="3540">
                  <c:v>0.570493301</c:v>
                </c:pt>
                <c:pt idx="3541">
                  <c:v>0.570645554</c:v>
                </c:pt>
                <c:pt idx="3542">
                  <c:v>0.570645554</c:v>
                </c:pt>
                <c:pt idx="3543">
                  <c:v>0.570645554</c:v>
                </c:pt>
                <c:pt idx="3544">
                  <c:v>0.570645554</c:v>
                </c:pt>
                <c:pt idx="3545">
                  <c:v>0.570721681</c:v>
                </c:pt>
                <c:pt idx="3546">
                  <c:v>0.570721681</c:v>
                </c:pt>
                <c:pt idx="3547">
                  <c:v>0.570797808</c:v>
                </c:pt>
                <c:pt idx="3548">
                  <c:v>0.570797808</c:v>
                </c:pt>
                <c:pt idx="3549">
                  <c:v>0.570873934</c:v>
                </c:pt>
                <c:pt idx="3550">
                  <c:v>0.570873934</c:v>
                </c:pt>
                <c:pt idx="3551">
                  <c:v>0.570950061</c:v>
                </c:pt>
                <c:pt idx="3552">
                  <c:v>0.570950061</c:v>
                </c:pt>
                <c:pt idx="3553">
                  <c:v>0.571026188</c:v>
                </c:pt>
                <c:pt idx="3554">
                  <c:v>0.571026188</c:v>
                </c:pt>
                <c:pt idx="3555">
                  <c:v>0.571178441</c:v>
                </c:pt>
                <c:pt idx="3556">
                  <c:v>0.571178441</c:v>
                </c:pt>
                <c:pt idx="3557">
                  <c:v>0.571330694</c:v>
                </c:pt>
                <c:pt idx="3558">
                  <c:v>0.571482948</c:v>
                </c:pt>
                <c:pt idx="3559">
                  <c:v>0.571482948</c:v>
                </c:pt>
                <c:pt idx="3560">
                  <c:v>0.571635201</c:v>
                </c:pt>
                <c:pt idx="3561">
                  <c:v>0.571635201</c:v>
                </c:pt>
                <c:pt idx="3562">
                  <c:v>0.571711328</c:v>
                </c:pt>
                <c:pt idx="3563">
                  <c:v>0.571711328</c:v>
                </c:pt>
                <c:pt idx="3564">
                  <c:v>0.571787454</c:v>
                </c:pt>
                <c:pt idx="3565">
                  <c:v>0.571787454</c:v>
                </c:pt>
                <c:pt idx="3566">
                  <c:v>0.571863581</c:v>
                </c:pt>
                <c:pt idx="3567">
                  <c:v>0.571863581</c:v>
                </c:pt>
                <c:pt idx="3568">
                  <c:v>0.571939708</c:v>
                </c:pt>
                <c:pt idx="3569">
                  <c:v>0.571939708</c:v>
                </c:pt>
                <c:pt idx="3570">
                  <c:v>0.572015834</c:v>
                </c:pt>
                <c:pt idx="3571">
                  <c:v>0.572015834</c:v>
                </c:pt>
                <c:pt idx="3572">
                  <c:v>0.572168088</c:v>
                </c:pt>
                <c:pt idx="3573">
                  <c:v>0.572168088</c:v>
                </c:pt>
                <c:pt idx="3574">
                  <c:v>0.572244214</c:v>
                </c:pt>
                <c:pt idx="3575">
                  <c:v>0.572244214</c:v>
                </c:pt>
                <c:pt idx="3576">
                  <c:v>0.572396468</c:v>
                </c:pt>
                <c:pt idx="3577">
                  <c:v>0.572396468</c:v>
                </c:pt>
                <c:pt idx="3578">
                  <c:v>0.572472594</c:v>
                </c:pt>
                <c:pt idx="3579">
                  <c:v>0.572472594</c:v>
                </c:pt>
                <c:pt idx="3580">
                  <c:v>0.572548721</c:v>
                </c:pt>
                <c:pt idx="3581">
                  <c:v>0.572548721</c:v>
                </c:pt>
                <c:pt idx="3582">
                  <c:v>0.572700974</c:v>
                </c:pt>
                <c:pt idx="3583">
                  <c:v>0.572700974</c:v>
                </c:pt>
                <c:pt idx="3584">
                  <c:v>0.572929354</c:v>
                </c:pt>
                <c:pt idx="3585">
                  <c:v>0.572929354</c:v>
                </c:pt>
                <c:pt idx="3586">
                  <c:v>0.573005481</c:v>
                </c:pt>
                <c:pt idx="3587">
                  <c:v>0.573005481</c:v>
                </c:pt>
                <c:pt idx="3588">
                  <c:v>0.573157734</c:v>
                </c:pt>
                <c:pt idx="3589">
                  <c:v>0.573157734</c:v>
                </c:pt>
                <c:pt idx="3590">
                  <c:v>0.573157734</c:v>
                </c:pt>
                <c:pt idx="3591">
                  <c:v>0.573386114</c:v>
                </c:pt>
                <c:pt idx="3592">
                  <c:v>0.573538368</c:v>
                </c:pt>
                <c:pt idx="3593">
                  <c:v>0.573538368</c:v>
                </c:pt>
                <c:pt idx="3594">
                  <c:v>0.573842875</c:v>
                </c:pt>
                <c:pt idx="3595">
                  <c:v>0.573842875</c:v>
                </c:pt>
                <c:pt idx="3596">
                  <c:v>0.573842875</c:v>
                </c:pt>
                <c:pt idx="3597">
                  <c:v>0.573919001</c:v>
                </c:pt>
                <c:pt idx="3598">
                  <c:v>0.573919001</c:v>
                </c:pt>
                <c:pt idx="3599">
                  <c:v>0.573919001</c:v>
                </c:pt>
                <c:pt idx="3600">
                  <c:v>0.573995128</c:v>
                </c:pt>
                <c:pt idx="3601">
                  <c:v>0.573995128</c:v>
                </c:pt>
                <c:pt idx="3602">
                  <c:v>0.573995128</c:v>
                </c:pt>
                <c:pt idx="3603">
                  <c:v>0.573995128</c:v>
                </c:pt>
                <c:pt idx="3604">
                  <c:v>0.574071255</c:v>
                </c:pt>
                <c:pt idx="3605">
                  <c:v>0.574071255</c:v>
                </c:pt>
                <c:pt idx="3606">
                  <c:v>0.574147381</c:v>
                </c:pt>
                <c:pt idx="3607">
                  <c:v>0.574147381</c:v>
                </c:pt>
                <c:pt idx="3608">
                  <c:v>0.574147381</c:v>
                </c:pt>
                <c:pt idx="3609">
                  <c:v>0.574223508</c:v>
                </c:pt>
                <c:pt idx="3610">
                  <c:v>0.574299635</c:v>
                </c:pt>
                <c:pt idx="3611">
                  <c:v>0.574299635</c:v>
                </c:pt>
                <c:pt idx="3612">
                  <c:v>0.574299635</c:v>
                </c:pt>
                <c:pt idx="3613">
                  <c:v>0.574375761</c:v>
                </c:pt>
                <c:pt idx="3614">
                  <c:v>0.574528015</c:v>
                </c:pt>
                <c:pt idx="3615">
                  <c:v>0.574756395</c:v>
                </c:pt>
                <c:pt idx="3616">
                  <c:v>0.574756395</c:v>
                </c:pt>
                <c:pt idx="3617">
                  <c:v>0.574832521</c:v>
                </c:pt>
                <c:pt idx="3618">
                  <c:v>0.574832521</c:v>
                </c:pt>
                <c:pt idx="3619">
                  <c:v>0.574908648</c:v>
                </c:pt>
                <c:pt idx="3620">
                  <c:v>0.574908648</c:v>
                </c:pt>
                <c:pt idx="3621">
                  <c:v>0.574984775</c:v>
                </c:pt>
                <c:pt idx="3622">
                  <c:v>0.574984775</c:v>
                </c:pt>
                <c:pt idx="3623">
                  <c:v>0.575137028</c:v>
                </c:pt>
                <c:pt idx="3624">
                  <c:v>0.575137028</c:v>
                </c:pt>
                <c:pt idx="3625">
                  <c:v>0.575365408</c:v>
                </c:pt>
                <c:pt idx="3626">
                  <c:v>0.575365408</c:v>
                </c:pt>
                <c:pt idx="3627">
                  <c:v>0.575517661</c:v>
                </c:pt>
                <c:pt idx="3628">
                  <c:v>0.575517661</c:v>
                </c:pt>
                <c:pt idx="3629">
                  <c:v>0.575593788</c:v>
                </c:pt>
                <c:pt idx="3630">
                  <c:v>0.575593788</c:v>
                </c:pt>
                <c:pt idx="3631">
                  <c:v>0.575669915</c:v>
                </c:pt>
                <c:pt idx="3632">
                  <c:v>0.575669915</c:v>
                </c:pt>
                <c:pt idx="3633">
                  <c:v>0.575669915</c:v>
                </c:pt>
                <c:pt idx="3634">
                  <c:v>0.575669915</c:v>
                </c:pt>
                <c:pt idx="3635">
                  <c:v>0.575822168</c:v>
                </c:pt>
                <c:pt idx="3636">
                  <c:v>0.575974421</c:v>
                </c:pt>
                <c:pt idx="3637">
                  <c:v>0.575974421</c:v>
                </c:pt>
                <c:pt idx="3638">
                  <c:v>0.576126675</c:v>
                </c:pt>
                <c:pt idx="3639">
                  <c:v>0.576126675</c:v>
                </c:pt>
                <c:pt idx="3640">
                  <c:v>0.576202801</c:v>
                </c:pt>
                <c:pt idx="3641">
                  <c:v>0.576202801</c:v>
                </c:pt>
                <c:pt idx="3642">
                  <c:v>0.576202801</c:v>
                </c:pt>
                <c:pt idx="3643">
                  <c:v>0.576355055</c:v>
                </c:pt>
                <c:pt idx="3644">
                  <c:v>0.576355055</c:v>
                </c:pt>
                <c:pt idx="3645">
                  <c:v>0.576507308</c:v>
                </c:pt>
                <c:pt idx="3646">
                  <c:v>0.576583435</c:v>
                </c:pt>
                <c:pt idx="3647">
                  <c:v>0.576659562</c:v>
                </c:pt>
                <c:pt idx="3648">
                  <c:v>0.576659562</c:v>
                </c:pt>
                <c:pt idx="3649">
                  <c:v>0.576659562</c:v>
                </c:pt>
                <c:pt idx="3650">
                  <c:v>0.576735688</c:v>
                </c:pt>
                <c:pt idx="3651">
                  <c:v>0.576735688</c:v>
                </c:pt>
                <c:pt idx="3652">
                  <c:v>0.576887942</c:v>
                </c:pt>
                <c:pt idx="3653">
                  <c:v>0.576887942</c:v>
                </c:pt>
                <c:pt idx="3654">
                  <c:v>0.576964068</c:v>
                </c:pt>
                <c:pt idx="3655">
                  <c:v>0.576964068</c:v>
                </c:pt>
                <c:pt idx="3656">
                  <c:v>0.577116322</c:v>
                </c:pt>
                <c:pt idx="3657">
                  <c:v>0.577116322</c:v>
                </c:pt>
                <c:pt idx="3658">
                  <c:v>0.577268575</c:v>
                </c:pt>
                <c:pt idx="3659">
                  <c:v>0.577268575</c:v>
                </c:pt>
                <c:pt idx="3660">
                  <c:v>0.577344702</c:v>
                </c:pt>
                <c:pt idx="3661">
                  <c:v>0.577344702</c:v>
                </c:pt>
                <c:pt idx="3662">
                  <c:v>0.577496955</c:v>
                </c:pt>
                <c:pt idx="3663">
                  <c:v>0.577573082</c:v>
                </c:pt>
                <c:pt idx="3664">
                  <c:v>0.577573082</c:v>
                </c:pt>
                <c:pt idx="3665">
                  <c:v>0.577801462</c:v>
                </c:pt>
                <c:pt idx="3666">
                  <c:v>0.577801462</c:v>
                </c:pt>
                <c:pt idx="3667">
                  <c:v>0.578105968</c:v>
                </c:pt>
                <c:pt idx="3668">
                  <c:v>0.578105968</c:v>
                </c:pt>
                <c:pt idx="3669">
                  <c:v>0.578258222</c:v>
                </c:pt>
                <c:pt idx="3670">
                  <c:v>0.578258222</c:v>
                </c:pt>
                <c:pt idx="3671">
                  <c:v>0.578334348</c:v>
                </c:pt>
                <c:pt idx="3672">
                  <c:v>0.578486602</c:v>
                </c:pt>
                <c:pt idx="3673">
                  <c:v>0.578486602</c:v>
                </c:pt>
                <c:pt idx="3674">
                  <c:v>0.578867235</c:v>
                </c:pt>
                <c:pt idx="3675">
                  <c:v>0.578867235</c:v>
                </c:pt>
                <c:pt idx="3676">
                  <c:v>0.578943362</c:v>
                </c:pt>
                <c:pt idx="3677">
                  <c:v>0.578943362</c:v>
                </c:pt>
                <c:pt idx="3678">
                  <c:v>0.579019488</c:v>
                </c:pt>
                <c:pt idx="3679">
                  <c:v>0.579019488</c:v>
                </c:pt>
                <c:pt idx="3680">
                  <c:v>0.579095615</c:v>
                </c:pt>
                <c:pt idx="3681">
                  <c:v>0.579095615</c:v>
                </c:pt>
                <c:pt idx="3682">
                  <c:v>0.579247868</c:v>
                </c:pt>
                <c:pt idx="3683">
                  <c:v>0.579247868</c:v>
                </c:pt>
                <c:pt idx="3684">
                  <c:v>0.579476248</c:v>
                </c:pt>
                <c:pt idx="3685">
                  <c:v>0.579476248</c:v>
                </c:pt>
                <c:pt idx="3686">
                  <c:v>0.579552375</c:v>
                </c:pt>
                <c:pt idx="3687">
                  <c:v>0.579552375</c:v>
                </c:pt>
                <c:pt idx="3688">
                  <c:v>0.579780755</c:v>
                </c:pt>
                <c:pt idx="3689">
                  <c:v>0.579933009</c:v>
                </c:pt>
                <c:pt idx="3690">
                  <c:v>0.579933009</c:v>
                </c:pt>
                <c:pt idx="3691">
                  <c:v>0.580009135</c:v>
                </c:pt>
                <c:pt idx="3692">
                  <c:v>0.580009135</c:v>
                </c:pt>
                <c:pt idx="3693">
                  <c:v>0.580085262</c:v>
                </c:pt>
                <c:pt idx="3694">
                  <c:v>0.580085262</c:v>
                </c:pt>
                <c:pt idx="3695">
                  <c:v>0.580161389</c:v>
                </c:pt>
                <c:pt idx="3696">
                  <c:v>0.580161389</c:v>
                </c:pt>
                <c:pt idx="3697">
                  <c:v>0.580237515</c:v>
                </c:pt>
                <c:pt idx="3698">
                  <c:v>0.580237515</c:v>
                </c:pt>
                <c:pt idx="3699">
                  <c:v>0.580237515</c:v>
                </c:pt>
                <c:pt idx="3700">
                  <c:v>0.580237515</c:v>
                </c:pt>
                <c:pt idx="3701">
                  <c:v>0.580313642</c:v>
                </c:pt>
                <c:pt idx="3702">
                  <c:v>0.580313642</c:v>
                </c:pt>
                <c:pt idx="3703">
                  <c:v>0.580389769</c:v>
                </c:pt>
                <c:pt idx="3704">
                  <c:v>0.580389769</c:v>
                </c:pt>
                <c:pt idx="3705">
                  <c:v>0.580465895</c:v>
                </c:pt>
                <c:pt idx="3706">
                  <c:v>0.580465895</c:v>
                </c:pt>
                <c:pt idx="3707">
                  <c:v>0.580770402</c:v>
                </c:pt>
                <c:pt idx="3708">
                  <c:v>0.580770402</c:v>
                </c:pt>
                <c:pt idx="3709">
                  <c:v>0.580922655</c:v>
                </c:pt>
                <c:pt idx="3710">
                  <c:v>0.580922655</c:v>
                </c:pt>
                <c:pt idx="3711">
                  <c:v>0.580998782</c:v>
                </c:pt>
                <c:pt idx="3712">
                  <c:v>0.581227162</c:v>
                </c:pt>
                <c:pt idx="3713">
                  <c:v>0.581227162</c:v>
                </c:pt>
                <c:pt idx="3714">
                  <c:v>0.581227162</c:v>
                </c:pt>
                <c:pt idx="3715">
                  <c:v>0.581227162</c:v>
                </c:pt>
                <c:pt idx="3716">
                  <c:v>0.581303289</c:v>
                </c:pt>
                <c:pt idx="3717">
                  <c:v>0.581303289</c:v>
                </c:pt>
                <c:pt idx="3718">
                  <c:v>0.581379415</c:v>
                </c:pt>
                <c:pt idx="3719">
                  <c:v>0.581379415</c:v>
                </c:pt>
                <c:pt idx="3720">
                  <c:v>0.581531669</c:v>
                </c:pt>
                <c:pt idx="3721">
                  <c:v>0.581531669</c:v>
                </c:pt>
                <c:pt idx="3722">
                  <c:v>0.581531669</c:v>
                </c:pt>
                <c:pt idx="3723">
                  <c:v>0.581531669</c:v>
                </c:pt>
                <c:pt idx="3724">
                  <c:v>0.581607795</c:v>
                </c:pt>
                <c:pt idx="3725">
                  <c:v>0.581607795</c:v>
                </c:pt>
                <c:pt idx="3726">
                  <c:v>0.581760049</c:v>
                </c:pt>
                <c:pt idx="3727">
                  <c:v>0.581760049</c:v>
                </c:pt>
                <c:pt idx="3728">
                  <c:v>0.581836175</c:v>
                </c:pt>
                <c:pt idx="3729">
                  <c:v>0.581836175</c:v>
                </c:pt>
                <c:pt idx="3730">
                  <c:v>0.582140682</c:v>
                </c:pt>
                <c:pt idx="3731">
                  <c:v>0.582140682</c:v>
                </c:pt>
                <c:pt idx="3732">
                  <c:v>0.582292935</c:v>
                </c:pt>
                <c:pt idx="3733">
                  <c:v>0.582445189</c:v>
                </c:pt>
                <c:pt idx="3734">
                  <c:v>0.582445189</c:v>
                </c:pt>
                <c:pt idx="3735">
                  <c:v>0.582521315</c:v>
                </c:pt>
                <c:pt idx="3736">
                  <c:v>0.582521315</c:v>
                </c:pt>
                <c:pt idx="3737">
                  <c:v>0.582901949</c:v>
                </c:pt>
                <c:pt idx="3738">
                  <c:v>0.582901949</c:v>
                </c:pt>
                <c:pt idx="3739">
                  <c:v>0.582978076</c:v>
                </c:pt>
                <c:pt idx="3740">
                  <c:v>0.582978076</c:v>
                </c:pt>
                <c:pt idx="3741">
                  <c:v>0.583054202</c:v>
                </c:pt>
                <c:pt idx="3742">
                  <c:v>0.583054202</c:v>
                </c:pt>
                <c:pt idx="3743">
                  <c:v>0.583206456</c:v>
                </c:pt>
                <c:pt idx="3744">
                  <c:v>0.583206456</c:v>
                </c:pt>
                <c:pt idx="3745">
                  <c:v>0.583434836</c:v>
                </c:pt>
                <c:pt idx="3746">
                  <c:v>0.583434836</c:v>
                </c:pt>
                <c:pt idx="3747">
                  <c:v>0.583510962</c:v>
                </c:pt>
                <c:pt idx="3748">
                  <c:v>0.583510962</c:v>
                </c:pt>
                <c:pt idx="3749">
                  <c:v>0.583587089</c:v>
                </c:pt>
                <c:pt idx="3750">
                  <c:v>0.583587089</c:v>
                </c:pt>
                <c:pt idx="3751">
                  <c:v>0.583663216</c:v>
                </c:pt>
                <c:pt idx="3752">
                  <c:v>0.583663216</c:v>
                </c:pt>
                <c:pt idx="3753">
                  <c:v>0.583815469</c:v>
                </c:pt>
                <c:pt idx="3754">
                  <c:v>0.583815469</c:v>
                </c:pt>
                <c:pt idx="3755">
                  <c:v>0.584043849</c:v>
                </c:pt>
                <c:pt idx="3756">
                  <c:v>0.584043849</c:v>
                </c:pt>
                <c:pt idx="3757">
                  <c:v>0.584119976</c:v>
                </c:pt>
                <c:pt idx="3758">
                  <c:v>0.584119976</c:v>
                </c:pt>
                <c:pt idx="3759">
                  <c:v>0.584272229</c:v>
                </c:pt>
                <c:pt idx="3760">
                  <c:v>0.584272229</c:v>
                </c:pt>
                <c:pt idx="3761">
                  <c:v>0.584348356</c:v>
                </c:pt>
                <c:pt idx="3762">
                  <c:v>0.584348356</c:v>
                </c:pt>
                <c:pt idx="3763">
                  <c:v>0.584348356</c:v>
                </c:pt>
                <c:pt idx="3764">
                  <c:v>0.584424482</c:v>
                </c:pt>
                <c:pt idx="3765">
                  <c:v>0.584424482</c:v>
                </c:pt>
                <c:pt idx="3766">
                  <c:v>0.584500609</c:v>
                </c:pt>
                <c:pt idx="3767">
                  <c:v>0.584500609</c:v>
                </c:pt>
                <c:pt idx="3768">
                  <c:v>0.584652862</c:v>
                </c:pt>
                <c:pt idx="3769">
                  <c:v>0.584652862</c:v>
                </c:pt>
                <c:pt idx="3770">
                  <c:v>0.584805116</c:v>
                </c:pt>
                <c:pt idx="3771">
                  <c:v>0.584805116</c:v>
                </c:pt>
                <c:pt idx="3772">
                  <c:v>0.584881242</c:v>
                </c:pt>
                <c:pt idx="3773">
                  <c:v>0.585033496</c:v>
                </c:pt>
                <c:pt idx="3774">
                  <c:v>0.585033496</c:v>
                </c:pt>
                <c:pt idx="3775">
                  <c:v>0.585185749</c:v>
                </c:pt>
                <c:pt idx="3776">
                  <c:v>0.585185749</c:v>
                </c:pt>
                <c:pt idx="3777">
                  <c:v>0.585338002</c:v>
                </c:pt>
                <c:pt idx="3778">
                  <c:v>0.585338002</c:v>
                </c:pt>
                <c:pt idx="3779">
                  <c:v>0.585338002</c:v>
                </c:pt>
                <c:pt idx="3780">
                  <c:v>0.585414129</c:v>
                </c:pt>
                <c:pt idx="3781">
                  <c:v>0.585414129</c:v>
                </c:pt>
                <c:pt idx="3782">
                  <c:v>0.586023143</c:v>
                </c:pt>
                <c:pt idx="3783">
                  <c:v>0.586023143</c:v>
                </c:pt>
                <c:pt idx="3784">
                  <c:v>0.586175396</c:v>
                </c:pt>
                <c:pt idx="3785">
                  <c:v>0.586327649</c:v>
                </c:pt>
                <c:pt idx="3786">
                  <c:v>0.586327649</c:v>
                </c:pt>
                <c:pt idx="3787">
                  <c:v>0.586479903</c:v>
                </c:pt>
                <c:pt idx="3788">
                  <c:v>0.586479903</c:v>
                </c:pt>
                <c:pt idx="3789">
                  <c:v>0.586632156</c:v>
                </c:pt>
                <c:pt idx="3790">
                  <c:v>0.586632156</c:v>
                </c:pt>
                <c:pt idx="3791">
                  <c:v>0.586936663</c:v>
                </c:pt>
                <c:pt idx="3792">
                  <c:v>0.587088916</c:v>
                </c:pt>
                <c:pt idx="3793">
                  <c:v>0.587165043</c:v>
                </c:pt>
                <c:pt idx="3794">
                  <c:v>0.587165043</c:v>
                </c:pt>
                <c:pt idx="3795">
                  <c:v>0.587241169</c:v>
                </c:pt>
                <c:pt idx="3796">
                  <c:v>0.587241169</c:v>
                </c:pt>
                <c:pt idx="3797">
                  <c:v>0.587317296</c:v>
                </c:pt>
                <c:pt idx="3798">
                  <c:v>0.587317296</c:v>
                </c:pt>
                <c:pt idx="3799">
                  <c:v>0.587393423</c:v>
                </c:pt>
                <c:pt idx="3800">
                  <c:v>0.587393423</c:v>
                </c:pt>
                <c:pt idx="3801">
                  <c:v>0.587469549</c:v>
                </c:pt>
                <c:pt idx="3802">
                  <c:v>0.587469549</c:v>
                </c:pt>
                <c:pt idx="3803">
                  <c:v>0.587545676</c:v>
                </c:pt>
                <c:pt idx="3804">
                  <c:v>0.587545676</c:v>
                </c:pt>
                <c:pt idx="3805">
                  <c:v>0.587697929</c:v>
                </c:pt>
                <c:pt idx="3806">
                  <c:v>0.587697929</c:v>
                </c:pt>
                <c:pt idx="3807">
                  <c:v>0.587850183</c:v>
                </c:pt>
                <c:pt idx="3808">
                  <c:v>0.587850183</c:v>
                </c:pt>
                <c:pt idx="3809">
                  <c:v>0.587926309</c:v>
                </c:pt>
                <c:pt idx="3810">
                  <c:v>0.587926309</c:v>
                </c:pt>
                <c:pt idx="3811">
                  <c:v>0.587926309</c:v>
                </c:pt>
                <c:pt idx="3812">
                  <c:v>0.587926309</c:v>
                </c:pt>
                <c:pt idx="3813">
                  <c:v>0.588078563</c:v>
                </c:pt>
                <c:pt idx="3814">
                  <c:v>0.588078563</c:v>
                </c:pt>
                <c:pt idx="3815">
                  <c:v>0.588154689</c:v>
                </c:pt>
                <c:pt idx="3816">
                  <c:v>0.588154689</c:v>
                </c:pt>
                <c:pt idx="3817">
                  <c:v>0.588230816</c:v>
                </c:pt>
                <c:pt idx="3818">
                  <c:v>0.588383069</c:v>
                </c:pt>
                <c:pt idx="3819">
                  <c:v>0.588383069</c:v>
                </c:pt>
                <c:pt idx="3820">
                  <c:v>0.588459196</c:v>
                </c:pt>
                <c:pt idx="3821">
                  <c:v>0.588459196</c:v>
                </c:pt>
                <c:pt idx="3822">
                  <c:v>0.588535323</c:v>
                </c:pt>
                <c:pt idx="3823">
                  <c:v>0.588535323</c:v>
                </c:pt>
                <c:pt idx="3824">
                  <c:v>0.588687576</c:v>
                </c:pt>
                <c:pt idx="3825">
                  <c:v>0.588763703</c:v>
                </c:pt>
                <c:pt idx="3826">
                  <c:v>0.588839829</c:v>
                </c:pt>
                <c:pt idx="3827">
                  <c:v>0.588839829</c:v>
                </c:pt>
                <c:pt idx="3828">
                  <c:v>0.588839829</c:v>
                </c:pt>
                <c:pt idx="3829">
                  <c:v>0.588839829</c:v>
                </c:pt>
                <c:pt idx="3830">
                  <c:v>0.58929659</c:v>
                </c:pt>
                <c:pt idx="3831">
                  <c:v>0.58929659</c:v>
                </c:pt>
                <c:pt idx="3832">
                  <c:v>0.58929659</c:v>
                </c:pt>
                <c:pt idx="3833">
                  <c:v>0.589448843</c:v>
                </c:pt>
                <c:pt idx="3834">
                  <c:v>0.589448843</c:v>
                </c:pt>
                <c:pt idx="3835">
                  <c:v>0.589601096</c:v>
                </c:pt>
                <c:pt idx="3836">
                  <c:v>0.589601096</c:v>
                </c:pt>
                <c:pt idx="3837">
                  <c:v>0.589677223</c:v>
                </c:pt>
                <c:pt idx="3838">
                  <c:v>0.589677223</c:v>
                </c:pt>
                <c:pt idx="3839">
                  <c:v>0.589829476</c:v>
                </c:pt>
                <c:pt idx="3840">
                  <c:v>0.589829476</c:v>
                </c:pt>
                <c:pt idx="3841">
                  <c:v>0.589905603</c:v>
                </c:pt>
                <c:pt idx="3842">
                  <c:v>0.589905603</c:v>
                </c:pt>
                <c:pt idx="3843">
                  <c:v>0.590057856</c:v>
                </c:pt>
                <c:pt idx="3844">
                  <c:v>0.590057856</c:v>
                </c:pt>
                <c:pt idx="3845">
                  <c:v>0.59021011</c:v>
                </c:pt>
                <c:pt idx="3846">
                  <c:v>0.59021011</c:v>
                </c:pt>
                <c:pt idx="3847">
                  <c:v>0.59066687</c:v>
                </c:pt>
                <c:pt idx="3848">
                  <c:v>0.59066687</c:v>
                </c:pt>
                <c:pt idx="3849">
                  <c:v>0.590742996</c:v>
                </c:pt>
                <c:pt idx="3850">
                  <c:v>0.590742996</c:v>
                </c:pt>
                <c:pt idx="3851">
                  <c:v>0.590819123</c:v>
                </c:pt>
                <c:pt idx="3852">
                  <c:v>0.590971376</c:v>
                </c:pt>
                <c:pt idx="3853">
                  <c:v>0.59112363</c:v>
                </c:pt>
                <c:pt idx="3854">
                  <c:v>0.59112363</c:v>
                </c:pt>
                <c:pt idx="3855">
                  <c:v>0.591428136</c:v>
                </c:pt>
                <c:pt idx="3856">
                  <c:v>0.591428136</c:v>
                </c:pt>
                <c:pt idx="3857">
                  <c:v>0.591428136</c:v>
                </c:pt>
                <c:pt idx="3858">
                  <c:v>0.591428136</c:v>
                </c:pt>
                <c:pt idx="3859">
                  <c:v>0.591656516</c:v>
                </c:pt>
                <c:pt idx="3860">
                  <c:v>0.591656516</c:v>
                </c:pt>
                <c:pt idx="3861">
                  <c:v>0.591732643</c:v>
                </c:pt>
                <c:pt idx="3862">
                  <c:v>0.591732643</c:v>
                </c:pt>
                <c:pt idx="3863">
                  <c:v>0.591732643</c:v>
                </c:pt>
                <c:pt idx="3864">
                  <c:v>0.591732643</c:v>
                </c:pt>
                <c:pt idx="3865">
                  <c:v>0.592417783</c:v>
                </c:pt>
                <c:pt idx="3866">
                  <c:v>0.592570037</c:v>
                </c:pt>
                <c:pt idx="3867">
                  <c:v>0.592570037</c:v>
                </c:pt>
                <c:pt idx="3868">
                  <c:v>0.592646163</c:v>
                </c:pt>
                <c:pt idx="3869">
                  <c:v>0.592646163</c:v>
                </c:pt>
                <c:pt idx="3870">
                  <c:v>0.59272229</c:v>
                </c:pt>
                <c:pt idx="3871">
                  <c:v>0.59272229</c:v>
                </c:pt>
                <c:pt idx="3872">
                  <c:v>0.592798417</c:v>
                </c:pt>
                <c:pt idx="3873">
                  <c:v>0.592798417</c:v>
                </c:pt>
                <c:pt idx="3874">
                  <c:v>0.592874543</c:v>
                </c:pt>
                <c:pt idx="3875">
                  <c:v>0.592874543</c:v>
                </c:pt>
                <c:pt idx="3876">
                  <c:v>0.593102923</c:v>
                </c:pt>
                <c:pt idx="3877">
                  <c:v>0.593102923</c:v>
                </c:pt>
                <c:pt idx="3878">
                  <c:v>0.59317905</c:v>
                </c:pt>
                <c:pt idx="3879">
                  <c:v>0.59317905</c:v>
                </c:pt>
                <c:pt idx="3880">
                  <c:v>0.59340743</c:v>
                </c:pt>
                <c:pt idx="3881">
                  <c:v>0.593559683</c:v>
                </c:pt>
                <c:pt idx="3882">
                  <c:v>0.59363581</c:v>
                </c:pt>
                <c:pt idx="3883">
                  <c:v>0.593788063</c:v>
                </c:pt>
                <c:pt idx="3884">
                  <c:v>0.593788063</c:v>
                </c:pt>
                <c:pt idx="3885">
                  <c:v>0.59386419</c:v>
                </c:pt>
                <c:pt idx="3886">
                  <c:v>0.59386419</c:v>
                </c:pt>
                <c:pt idx="3887">
                  <c:v>0.594016443</c:v>
                </c:pt>
                <c:pt idx="3888">
                  <c:v>0.594016443</c:v>
                </c:pt>
                <c:pt idx="3889">
                  <c:v>0.594016443</c:v>
                </c:pt>
                <c:pt idx="3890">
                  <c:v>0.59409257</c:v>
                </c:pt>
                <c:pt idx="3891">
                  <c:v>0.59409257</c:v>
                </c:pt>
                <c:pt idx="3892">
                  <c:v>0.594625457</c:v>
                </c:pt>
                <c:pt idx="3893">
                  <c:v>0.594625457</c:v>
                </c:pt>
                <c:pt idx="3894">
                  <c:v>0.594701583</c:v>
                </c:pt>
                <c:pt idx="3895">
                  <c:v>0.594701583</c:v>
                </c:pt>
                <c:pt idx="3896">
                  <c:v>0.59477771</c:v>
                </c:pt>
                <c:pt idx="3897">
                  <c:v>0.59477771</c:v>
                </c:pt>
                <c:pt idx="3898">
                  <c:v>0.594929963</c:v>
                </c:pt>
                <c:pt idx="3899">
                  <c:v>0.594929963</c:v>
                </c:pt>
                <c:pt idx="3900">
                  <c:v>0.595082217</c:v>
                </c:pt>
                <c:pt idx="3901">
                  <c:v>0.59523447</c:v>
                </c:pt>
                <c:pt idx="3902">
                  <c:v>0.59523447</c:v>
                </c:pt>
                <c:pt idx="3903">
                  <c:v>0.595310597</c:v>
                </c:pt>
                <c:pt idx="3904">
                  <c:v>0.595310597</c:v>
                </c:pt>
                <c:pt idx="3905">
                  <c:v>0.595310597</c:v>
                </c:pt>
                <c:pt idx="3906">
                  <c:v>0.595386724</c:v>
                </c:pt>
                <c:pt idx="3907">
                  <c:v>0.595386724</c:v>
                </c:pt>
                <c:pt idx="3908">
                  <c:v>0.595386724</c:v>
                </c:pt>
                <c:pt idx="3909">
                  <c:v>0.595386724</c:v>
                </c:pt>
                <c:pt idx="3910">
                  <c:v>0.59546285</c:v>
                </c:pt>
                <c:pt idx="3911">
                  <c:v>0.59546285</c:v>
                </c:pt>
                <c:pt idx="3912">
                  <c:v>0.595615104</c:v>
                </c:pt>
                <c:pt idx="3913">
                  <c:v>0.595615104</c:v>
                </c:pt>
                <c:pt idx="3914">
                  <c:v>0.59569123</c:v>
                </c:pt>
                <c:pt idx="3915">
                  <c:v>0.59569123</c:v>
                </c:pt>
                <c:pt idx="3916">
                  <c:v>0.595767357</c:v>
                </c:pt>
                <c:pt idx="3917">
                  <c:v>0.595767357</c:v>
                </c:pt>
                <c:pt idx="3918">
                  <c:v>0.595767357</c:v>
                </c:pt>
                <c:pt idx="3919">
                  <c:v>0.595843484</c:v>
                </c:pt>
                <c:pt idx="3920">
                  <c:v>0.595843484</c:v>
                </c:pt>
                <c:pt idx="3921">
                  <c:v>0.59591961</c:v>
                </c:pt>
                <c:pt idx="3922">
                  <c:v>0.59591961</c:v>
                </c:pt>
                <c:pt idx="3923">
                  <c:v>0.59591961</c:v>
                </c:pt>
                <c:pt idx="3924">
                  <c:v>0.595995737</c:v>
                </c:pt>
                <c:pt idx="3925">
                  <c:v>0.595995737</c:v>
                </c:pt>
                <c:pt idx="3926">
                  <c:v>0.595995737</c:v>
                </c:pt>
                <c:pt idx="3927">
                  <c:v>0.595995737</c:v>
                </c:pt>
                <c:pt idx="3928">
                  <c:v>0.596224117</c:v>
                </c:pt>
                <c:pt idx="3929">
                  <c:v>0.59637637</c:v>
                </c:pt>
                <c:pt idx="3930">
                  <c:v>0.59637637</c:v>
                </c:pt>
                <c:pt idx="3931">
                  <c:v>0.596452497</c:v>
                </c:pt>
                <c:pt idx="3932">
                  <c:v>0.596452497</c:v>
                </c:pt>
                <c:pt idx="3933">
                  <c:v>0.596528624</c:v>
                </c:pt>
                <c:pt idx="3934">
                  <c:v>0.596528624</c:v>
                </c:pt>
                <c:pt idx="3935">
                  <c:v>0.59660475</c:v>
                </c:pt>
                <c:pt idx="3936">
                  <c:v>0.59660475</c:v>
                </c:pt>
                <c:pt idx="3937">
                  <c:v>0.59660475</c:v>
                </c:pt>
                <c:pt idx="3938">
                  <c:v>0.596757004</c:v>
                </c:pt>
                <c:pt idx="3939">
                  <c:v>0.596757004</c:v>
                </c:pt>
                <c:pt idx="3940">
                  <c:v>0.596909257</c:v>
                </c:pt>
                <c:pt idx="3941">
                  <c:v>0.596909257</c:v>
                </c:pt>
                <c:pt idx="3942">
                  <c:v>0.596985384</c:v>
                </c:pt>
                <c:pt idx="3943">
                  <c:v>0.596985384</c:v>
                </c:pt>
                <c:pt idx="3944">
                  <c:v>0.59706151</c:v>
                </c:pt>
                <c:pt idx="3945">
                  <c:v>0.59706151</c:v>
                </c:pt>
                <c:pt idx="3946">
                  <c:v>0.59728989</c:v>
                </c:pt>
                <c:pt idx="3947">
                  <c:v>0.59728989</c:v>
                </c:pt>
                <c:pt idx="3948">
                  <c:v>0.597366017</c:v>
                </c:pt>
                <c:pt idx="3949">
                  <c:v>0.597366017</c:v>
                </c:pt>
                <c:pt idx="3950">
                  <c:v>0.59751827</c:v>
                </c:pt>
                <c:pt idx="3951">
                  <c:v>0.59751827</c:v>
                </c:pt>
                <c:pt idx="3952">
                  <c:v>0.597594397</c:v>
                </c:pt>
                <c:pt idx="3953">
                  <c:v>0.597594397</c:v>
                </c:pt>
                <c:pt idx="3954">
                  <c:v>0.597594397</c:v>
                </c:pt>
                <c:pt idx="3955">
                  <c:v>0.59774665</c:v>
                </c:pt>
                <c:pt idx="3956">
                  <c:v>0.59774665</c:v>
                </c:pt>
                <c:pt idx="3957">
                  <c:v>0.597898904</c:v>
                </c:pt>
                <c:pt idx="3958">
                  <c:v>0.597898904</c:v>
                </c:pt>
                <c:pt idx="3959">
                  <c:v>0.59797503</c:v>
                </c:pt>
                <c:pt idx="3960">
                  <c:v>0.59797503</c:v>
                </c:pt>
                <c:pt idx="3961">
                  <c:v>0.598051157</c:v>
                </c:pt>
                <c:pt idx="3962">
                  <c:v>0.598051157</c:v>
                </c:pt>
                <c:pt idx="3963">
                  <c:v>0.598051157</c:v>
                </c:pt>
                <c:pt idx="3964">
                  <c:v>0.59820341</c:v>
                </c:pt>
                <c:pt idx="3965">
                  <c:v>0.59820341</c:v>
                </c:pt>
                <c:pt idx="3966">
                  <c:v>0.598279537</c:v>
                </c:pt>
                <c:pt idx="3967">
                  <c:v>0.598279537</c:v>
                </c:pt>
                <c:pt idx="3968">
                  <c:v>0.59843179</c:v>
                </c:pt>
                <c:pt idx="3969">
                  <c:v>0.59843179</c:v>
                </c:pt>
                <c:pt idx="3970">
                  <c:v>0.598507917</c:v>
                </c:pt>
                <c:pt idx="3971">
                  <c:v>0.598507917</c:v>
                </c:pt>
                <c:pt idx="3972">
                  <c:v>0.598812424</c:v>
                </c:pt>
                <c:pt idx="3973">
                  <c:v>0.598964677</c:v>
                </c:pt>
                <c:pt idx="3974">
                  <c:v>0.599040804</c:v>
                </c:pt>
                <c:pt idx="3975">
                  <c:v>0.599040804</c:v>
                </c:pt>
                <c:pt idx="3976">
                  <c:v>0.599040804</c:v>
                </c:pt>
                <c:pt idx="3977">
                  <c:v>0.599116931</c:v>
                </c:pt>
                <c:pt idx="3978">
                  <c:v>0.599116931</c:v>
                </c:pt>
                <c:pt idx="3979">
                  <c:v>0.599193057</c:v>
                </c:pt>
                <c:pt idx="3980">
                  <c:v>0.599193057</c:v>
                </c:pt>
                <c:pt idx="3981">
                  <c:v>0.599193057</c:v>
                </c:pt>
                <c:pt idx="3982">
                  <c:v>0.599269184</c:v>
                </c:pt>
                <c:pt idx="3983">
                  <c:v>0.599269184</c:v>
                </c:pt>
                <c:pt idx="3984">
                  <c:v>0.599421437</c:v>
                </c:pt>
                <c:pt idx="3985">
                  <c:v>0.599421437</c:v>
                </c:pt>
                <c:pt idx="3986">
                  <c:v>0.599497564</c:v>
                </c:pt>
                <c:pt idx="3987">
                  <c:v>0.599497564</c:v>
                </c:pt>
                <c:pt idx="3988">
                  <c:v>0.599497564</c:v>
                </c:pt>
                <c:pt idx="3989">
                  <c:v>0.599497564</c:v>
                </c:pt>
                <c:pt idx="3990">
                  <c:v>0.599649817</c:v>
                </c:pt>
                <c:pt idx="3991">
                  <c:v>0.599649817</c:v>
                </c:pt>
                <c:pt idx="3992">
                  <c:v>0.600106577</c:v>
                </c:pt>
                <c:pt idx="3993">
                  <c:v>0.600106577</c:v>
                </c:pt>
                <c:pt idx="3994">
                  <c:v>0.600182704</c:v>
                </c:pt>
                <c:pt idx="3995">
                  <c:v>0.600334957</c:v>
                </c:pt>
                <c:pt idx="3996">
                  <c:v>0.600334957</c:v>
                </c:pt>
                <c:pt idx="3997">
                  <c:v>0.600563337</c:v>
                </c:pt>
                <c:pt idx="3998">
                  <c:v>0.600563337</c:v>
                </c:pt>
                <c:pt idx="3999">
                  <c:v>0.600791717</c:v>
                </c:pt>
                <c:pt idx="4000">
                  <c:v>0.600791717</c:v>
                </c:pt>
                <c:pt idx="4001">
                  <c:v>0.600791717</c:v>
                </c:pt>
                <c:pt idx="4002">
                  <c:v>0.600867844</c:v>
                </c:pt>
                <c:pt idx="4003">
                  <c:v>0.600867844</c:v>
                </c:pt>
                <c:pt idx="4004">
                  <c:v>0.600943971</c:v>
                </c:pt>
                <c:pt idx="4005">
                  <c:v>0.600943971</c:v>
                </c:pt>
                <c:pt idx="4006">
                  <c:v>0.601020097</c:v>
                </c:pt>
                <c:pt idx="4007">
                  <c:v>0.601020097</c:v>
                </c:pt>
                <c:pt idx="4008">
                  <c:v>0.601172351</c:v>
                </c:pt>
                <c:pt idx="4009">
                  <c:v>0.601172351</c:v>
                </c:pt>
                <c:pt idx="4010">
                  <c:v>0.601172351</c:v>
                </c:pt>
                <c:pt idx="4011">
                  <c:v>0.601172351</c:v>
                </c:pt>
                <c:pt idx="4012">
                  <c:v>0.601248477</c:v>
                </c:pt>
                <c:pt idx="4013">
                  <c:v>0.601476857</c:v>
                </c:pt>
                <c:pt idx="4014">
                  <c:v>0.601476857</c:v>
                </c:pt>
                <c:pt idx="4015">
                  <c:v>0.601552984</c:v>
                </c:pt>
                <c:pt idx="4016">
                  <c:v>0.601552984</c:v>
                </c:pt>
                <c:pt idx="4017">
                  <c:v>0.601629111</c:v>
                </c:pt>
                <c:pt idx="4018">
                  <c:v>0.601629111</c:v>
                </c:pt>
                <c:pt idx="4019">
                  <c:v>0.601781364</c:v>
                </c:pt>
                <c:pt idx="4020">
                  <c:v>0.601781364</c:v>
                </c:pt>
                <c:pt idx="4021">
                  <c:v>0.601857491</c:v>
                </c:pt>
                <c:pt idx="4022">
                  <c:v>0.601857491</c:v>
                </c:pt>
                <c:pt idx="4023">
                  <c:v>0.602085871</c:v>
                </c:pt>
                <c:pt idx="4024">
                  <c:v>0.602085871</c:v>
                </c:pt>
                <c:pt idx="4025">
                  <c:v>0.602238124</c:v>
                </c:pt>
                <c:pt idx="4026">
                  <c:v>0.602238124</c:v>
                </c:pt>
                <c:pt idx="4027">
                  <c:v>0.602390378</c:v>
                </c:pt>
                <c:pt idx="4028">
                  <c:v>0.602390378</c:v>
                </c:pt>
                <c:pt idx="4029">
                  <c:v>0.602390378</c:v>
                </c:pt>
                <c:pt idx="4030">
                  <c:v>0.602390378</c:v>
                </c:pt>
                <c:pt idx="4031">
                  <c:v>0.602466504</c:v>
                </c:pt>
                <c:pt idx="4032">
                  <c:v>0.602466504</c:v>
                </c:pt>
                <c:pt idx="4033">
                  <c:v>0.602466504</c:v>
                </c:pt>
                <c:pt idx="4034">
                  <c:v>0.602847138</c:v>
                </c:pt>
                <c:pt idx="4035">
                  <c:v>0.602847138</c:v>
                </c:pt>
                <c:pt idx="4036">
                  <c:v>0.603227771</c:v>
                </c:pt>
                <c:pt idx="4037">
                  <c:v>0.603303898</c:v>
                </c:pt>
                <c:pt idx="4038">
                  <c:v>0.603380024</c:v>
                </c:pt>
                <c:pt idx="4039">
                  <c:v>0.603380024</c:v>
                </c:pt>
                <c:pt idx="4040">
                  <c:v>0.603456151</c:v>
                </c:pt>
                <c:pt idx="4041">
                  <c:v>0.603456151</c:v>
                </c:pt>
                <c:pt idx="4042">
                  <c:v>0.603608404</c:v>
                </c:pt>
                <c:pt idx="4043">
                  <c:v>0.603608404</c:v>
                </c:pt>
                <c:pt idx="4044">
                  <c:v>0.603684531</c:v>
                </c:pt>
                <c:pt idx="4045">
                  <c:v>0.603684531</c:v>
                </c:pt>
                <c:pt idx="4046">
                  <c:v>0.603684531</c:v>
                </c:pt>
                <c:pt idx="4047">
                  <c:v>0.603760658</c:v>
                </c:pt>
                <c:pt idx="4048">
                  <c:v>0.603760658</c:v>
                </c:pt>
                <c:pt idx="4049">
                  <c:v>0.603836784</c:v>
                </c:pt>
                <c:pt idx="4050">
                  <c:v>0.603836784</c:v>
                </c:pt>
                <c:pt idx="4051">
                  <c:v>0.603989038</c:v>
                </c:pt>
                <c:pt idx="4052">
                  <c:v>0.603989038</c:v>
                </c:pt>
                <c:pt idx="4053">
                  <c:v>0.604065164</c:v>
                </c:pt>
                <c:pt idx="4054">
                  <c:v>0.604065164</c:v>
                </c:pt>
                <c:pt idx="4055">
                  <c:v>0.604065164</c:v>
                </c:pt>
                <c:pt idx="4056">
                  <c:v>0.604141291</c:v>
                </c:pt>
                <c:pt idx="4057">
                  <c:v>0.604141291</c:v>
                </c:pt>
                <c:pt idx="4058">
                  <c:v>0.604217418</c:v>
                </c:pt>
                <c:pt idx="4059">
                  <c:v>0.604217418</c:v>
                </c:pt>
                <c:pt idx="4060">
                  <c:v>0.604217418</c:v>
                </c:pt>
                <c:pt idx="4061">
                  <c:v>0.604369671</c:v>
                </c:pt>
                <c:pt idx="4062">
                  <c:v>0.604598051</c:v>
                </c:pt>
                <c:pt idx="4063">
                  <c:v>0.604598051</c:v>
                </c:pt>
                <c:pt idx="4064">
                  <c:v>0.604674178</c:v>
                </c:pt>
                <c:pt idx="4065">
                  <c:v>0.604674178</c:v>
                </c:pt>
                <c:pt idx="4066">
                  <c:v>0.604826431</c:v>
                </c:pt>
                <c:pt idx="4067">
                  <c:v>0.604826431</c:v>
                </c:pt>
                <c:pt idx="4068">
                  <c:v>0.604826431</c:v>
                </c:pt>
                <c:pt idx="4069">
                  <c:v>0.604902558</c:v>
                </c:pt>
                <c:pt idx="4070">
                  <c:v>0.604902558</c:v>
                </c:pt>
                <c:pt idx="4071">
                  <c:v>0.604978685</c:v>
                </c:pt>
                <c:pt idx="4072">
                  <c:v>0.604978685</c:v>
                </c:pt>
                <c:pt idx="4073">
                  <c:v>0.605130938</c:v>
                </c:pt>
                <c:pt idx="4074">
                  <c:v>0.605130938</c:v>
                </c:pt>
                <c:pt idx="4075">
                  <c:v>0.605207065</c:v>
                </c:pt>
                <c:pt idx="4076">
                  <c:v>0.605207065</c:v>
                </c:pt>
                <c:pt idx="4077">
                  <c:v>0.605587698</c:v>
                </c:pt>
                <c:pt idx="4078">
                  <c:v>0.605587698</c:v>
                </c:pt>
                <c:pt idx="4079">
                  <c:v>0.605739951</c:v>
                </c:pt>
                <c:pt idx="4080">
                  <c:v>0.605739951</c:v>
                </c:pt>
                <c:pt idx="4081">
                  <c:v>0.605968331</c:v>
                </c:pt>
                <c:pt idx="4082">
                  <c:v>0.605968331</c:v>
                </c:pt>
                <c:pt idx="4083">
                  <c:v>0.606120585</c:v>
                </c:pt>
                <c:pt idx="4084">
                  <c:v>0.606120585</c:v>
                </c:pt>
                <c:pt idx="4085">
                  <c:v>0.606196711</c:v>
                </c:pt>
                <c:pt idx="4086">
                  <c:v>0.606196711</c:v>
                </c:pt>
                <c:pt idx="4087">
                  <c:v>0.606196711</c:v>
                </c:pt>
                <c:pt idx="4088">
                  <c:v>0.606196711</c:v>
                </c:pt>
                <c:pt idx="4089">
                  <c:v>0.606196711</c:v>
                </c:pt>
                <c:pt idx="4090">
                  <c:v>0.606272838</c:v>
                </c:pt>
                <c:pt idx="4091">
                  <c:v>0.606272838</c:v>
                </c:pt>
                <c:pt idx="4092">
                  <c:v>0.606272838</c:v>
                </c:pt>
                <c:pt idx="4093">
                  <c:v>0.606425091</c:v>
                </c:pt>
                <c:pt idx="4094">
                  <c:v>0.606501218</c:v>
                </c:pt>
                <c:pt idx="4095">
                  <c:v>0.606653471</c:v>
                </c:pt>
                <c:pt idx="4096">
                  <c:v>0.606729598</c:v>
                </c:pt>
                <c:pt idx="4097">
                  <c:v>0.606729598</c:v>
                </c:pt>
                <c:pt idx="4098">
                  <c:v>0.606729598</c:v>
                </c:pt>
                <c:pt idx="4099">
                  <c:v>0.606881851</c:v>
                </c:pt>
                <c:pt idx="4100">
                  <c:v>0.606881851</c:v>
                </c:pt>
                <c:pt idx="4101">
                  <c:v>0.606881851</c:v>
                </c:pt>
                <c:pt idx="4102">
                  <c:v>0.606957978</c:v>
                </c:pt>
                <c:pt idx="4103">
                  <c:v>0.606957978</c:v>
                </c:pt>
                <c:pt idx="4104">
                  <c:v>0.607034105</c:v>
                </c:pt>
                <c:pt idx="4105">
                  <c:v>0.607186358</c:v>
                </c:pt>
                <c:pt idx="4106">
                  <c:v>0.607490865</c:v>
                </c:pt>
                <c:pt idx="4107">
                  <c:v>0.607490865</c:v>
                </c:pt>
                <c:pt idx="4108">
                  <c:v>0.607643118</c:v>
                </c:pt>
                <c:pt idx="4109">
                  <c:v>0.607643118</c:v>
                </c:pt>
                <c:pt idx="4110">
                  <c:v>0.607719245</c:v>
                </c:pt>
                <c:pt idx="4111">
                  <c:v>0.607719245</c:v>
                </c:pt>
                <c:pt idx="4112">
                  <c:v>0.607947625</c:v>
                </c:pt>
                <c:pt idx="4113">
                  <c:v>0.607947625</c:v>
                </c:pt>
                <c:pt idx="4114">
                  <c:v>0.607947625</c:v>
                </c:pt>
                <c:pt idx="4115">
                  <c:v>0.607947625</c:v>
                </c:pt>
                <c:pt idx="4116">
                  <c:v>0.607947625</c:v>
                </c:pt>
                <c:pt idx="4117">
                  <c:v>0.607947625</c:v>
                </c:pt>
                <c:pt idx="4118">
                  <c:v>0.607947625</c:v>
                </c:pt>
                <c:pt idx="4119">
                  <c:v>0.607947625</c:v>
                </c:pt>
                <c:pt idx="4120">
                  <c:v>0.608099878</c:v>
                </c:pt>
                <c:pt idx="4121">
                  <c:v>0.608099878</c:v>
                </c:pt>
                <c:pt idx="4122">
                  <c:v>0.608176005</c:v>
                </c:pt>
                <c:pt idx="4123">
                  <c:v>0.608176005</c:v>
                </c:pt>
                <c:pt idx="4124">
                  <c:v>0.608328258</c:v>
                </c:pt>
                <c:pt idx="4125">
                  <c:v>0.608328258</c:v>
                </c:pt>
                <c:pt idx="4126">
                  <c:v>0.608404385</c:v>
                </c:pt>
                <c:pt idx="4127">
                  <c:v>0.608404385</c:v>
                </c:pt>
                <c:pt idx="4128">
                  <c:v>0.608480512</c:v>
                </c:pt>
                <c:pt idx="4129">
                  <c:v>0.608480512</c:v>
                </c:pt>
                <c:pt idx="4130">
                  <c:v>0.608480512</c:v>
                </c:pt>
                <c:pt idx="4131">
                  <c:v>0.608556638</c:v>
                </c:pt>
                <c:pt idx="4132">
                  <c:v>0.608632765</c:v>
                </c:pt>
                <c:pt idx="4133">
                  <c:v>0.608708892</c:v>
                </c:pt>
                <c:pt idx="4134">
                  <c:v>0.608708892</c:v>
                </c:pt>
                <c:pt idx="4135">
                  <c:v>0.608708892</c:v>
                </c:pt>
                <c:pt idx="4136">
                  <c:v>0.608708892</c:v>
                </c:pt>
                <c:pt idx="4137">
                  <c:v>0.608785018</c:v>
                </c:pt>
                <c:pt idx="4138">
                  <c:v>0.608785018</c:v>
                </c:pt>
                <c:pt idx="4139">
                  <c:v>0.608861145</c:v>
                </c:pt>
                <c:pt idx="4140">
                  <c:v>0.608861145</c:v>
                </c:pt>
                <c:pt idx="4141">
                  <c:v>0.609013398</c:v>
                </c:pt>
                <c:pt idx="4142">
                  <c:v>0.609013398</c:v>
                </c:pt>
                <c:pt idx="4143">
                  <c:v>0.609013398</c:v>
                </c:pt>
                <c:pt idx="4144">
                  <c:v>0.609317905</c:v>
                </c:pt>
                <c:pt idx="4145">
                  <c:v>0.609317905</c:v>
                </c:pt>
                <c:pt idx="4146">
                  <c:v>0.609394032</c:v>
                </c:pt>
                <c:pt idx="4147">
                  <c:v>0.609394032</c:v>
                </c:pt>
                <c:pt idx="4148">
                  <c:v>0.609394032</c:v>
                </c:pt>
                <c:pt idx="4149">
                  <c:v>0.609546285</c:v>
                </c:pt>
                <c:pt idx="4150">
                  <c:v>0.609546285</c:v>
                </c:pt>
                <c:pt idx="4151">
                  <c:v>0.609698538</c:v>
                </c:pt>
                <c:pt idx="4152">
                  <c:v>0.609850792</c:v>
                </c:pt>
                <c:pt idx="4153">
                  <c:v>0.609850792</c:v>
                </c:pt>
                <c:pt idx="4154">
                  <c:v>0.609926918</c:v>
                </c:pt>
                <c:pt idx="4155">
                  <c:v>0.609926918</c:v>
                </c:pt>
                <c:pt idx="4156">
                  <c:v>0.610003045</c:v>
                </c:pt>
                <c:pt idx="4157">
                  <c:v>0.610003045</c:v>
                </c:pt>
                <c:pt idx="4158">
                  <c:v>0.610003045</c:v>
                </c:pt>
                <c:pt idx="4159">
                  <c:v>0.610079172</c:v>
                </c:pt>
                <c:pt idx="4160">
                  <c:v>0.610079172</c:v>
                </c:pt>
                <c:pt idx="4161">
                  <c:v>0.610155298</c:v>
                </c:pt>
                <c:pt idx="4162">
                  <c:v>0.610155298</c:v>
                </c:pt>
                <c:pt idx="4163">
                  <c:v>0.610155298</c:v>
                </c:pt>
                <c:pt idx="4164">
                  <c:v>0.610155298</c:v>
                </c:pt>
                <c:pt idx="4165">
                  <c:v>0.610231425</c:v>
                </c:pt>
                <c:pt idx="4166">
                  <c:v>0.610231425</c:v>
                </c:pt>
                <c:pt idx="4167">
                  <c:v>0.610383678</c:v>
                </c:pt>
                <c:pt idx="4168">
                  <c:v>0.610383678</c:v>
                </c:pt>
                <c:pt idx="4169">
                  <c:v>0.610383678</c:v>
                </c:pt>
                <c:pt idx="4170">
                  <c:v>0.610688185</c:v>
                </c:pt>
                <c:pt idx="4171">
                  <c:v>0.610688185</c:v>
                </c:pt>
                <c:pt idx="4172">
                  <c:v>0.610764312</c:v>
                </c:pt>
                <c:pt idx="4173">
                  <c:v>0.610764312</c:v>
                </c:pt>
                <c:pt idx="4174">
                  <c:v>0.610764312</c:v>
                </c:pt>
                <c:pt idx="4175">
                  <c:v>0.610764312</c:v>
                </c:pt>
                <c:pt idx="4176">
                  <c:v>0.610840438</c:v>
                </c:pt>
                <c:pt idx="4177">
                  <c:v>0.610840438</c:v>
                </c:pt>
                <c:pt idx="4178">
                  <c:v>0.610992692</c:v>
                </c:pt>
                <c:pt idx="4179">
                  <c:v>0.610992692</c:v>
                </c:pt>
                <c:pt idx="4180">
                  <c:v>0.611068819</c:v>
                </c:pt>
                <c:pt idx="4181">
                  <c:v>0.611068819</c:v>
                </c:pt>
                <c:pt idx="4182">
                  <c:v>0.611144945</c:v>
                </c:pt>
                <c:pt idx="4183">
                  <c:v>0.611144945</c:v>
                </c:pt>
                <c:pt idx="4184">
                  <c:v>0.611221072</c:v>
                </c:pt>
                <c:pt idx="4185">
                  <c:v>0.611221072</c:v>
                </c:pt>
                <c:pt idx="4186">
                  <c:v>0.611297199</c:v>
                </c:pt>
                <c:pt idx="4187">
                  <c:v>0.611297199</c:v>
                </c:pt>
                <c:pt idx="4188">
                  <c:v>0.611373325</c:v>
                </c:pt>
                <c:pt idx="4189">
                  <c:v>0.611373325</c:v>
                </c:pt>
                <c:pt idx="4190">
                  <c:v>0.611449452</c:v>
                </c:pt>
                <c:pt idx="4191">
                  <c:v>0.611449452</c:v>
                </c:pt>
                <c:pt idx="4192">
                  <c:v>0.611601705</c:v>
                </c:pt>
                <c:pt idx="4193">
                  <c:v>0.611601705</c:v>
                </c:pt>
                <c:pt idx="4194">
                  <c:v>0.611830085</c:v>
                </c:pt>
                <c:pt idx="4195">
                  <c:v>0.611830085</c:v>
                </c:pt>
                <c:pt idx="4196">
                  <c:v>0.612058465</c:v>
                </c:pt>
                <c:pt idx="4197">
                  <c:v>0.612058465</c:v>
                </c:pt>
                <c:pt idx="4198">
                  <c:v>0.612058465</c:v>
                </c:pt>
                <c:pt idx="4199">
                  <c:v>0.612134592</c:v>
                </c:pt>
                <c:pt idx="4200">
                  <c:v>0.612134592</c:v>
                </c:pt>
                <c:pt idx="4201">
                  <c:v>0.612134592</c:v>
                </c:pt>
                <c:pt idx="4202">
                  <c:v>0.612210719</c:v>
                </c:pt>
                <c:pt idx="4203">
                  <c:v>0.612210719</c:v>
                </c:pt>
                <c:pt idx="4204">
                  <c:v>0.612210719</c:v>
                </c:pt>
                <c:pt idx="4205">
                  <c:v>0.612362972</c:v>
                </c:pt>
                <c:pt idx="4206">
                  <c:v>0.612362972</c:v>
                </c:pt>
                <c:pt idx="4207">
                  <c:v>0.612362972</c:v>
                </c:pt>
                <c:pt idx="4208">
                  <c:v>0.612515225</c:v>
                </c:pt>
                <c:pt idx="4209">
                  <c:v>0.612515225</c:v>
                </c:pt>
                <c:pt idx="4210">
                  <c:v>0.612591352</c:v>
                </c:pt>
                <c:pt idx="4211">
                  <c:v>0.612591352</c:v>
                </c:pt>
                <c:pt idx="4212">
                  <c:v>0.612591352</c:v>
                </c:pt>
                <c:pt idx="4213">
                  <c:v>0.612591352</c:v>
                </c:pt>
                <c:pt idx="4214">
                  <c:v>0.612667479</c:v>
                </c:pt>
                <c:pt idx="4215">
                  <c:v>0.612667479</c:v>
                </c:pt>
                <c:pt idx="4216">
                  <c:v>0.612819732</c:v>
                </c:pt>
                <c:pt idx="4217">
                  <c:v>0.612819732</c:v>
                </c:pt>
                <c:pt idx="4218">
                  <c:v>0.613200365</c:v>
                </c:pt>
                <c:pt idx="4219">
                  <c:v>0.613200365</c:v>
                </c:pt>
                <c:pt idx="4220">
                  <c:v>0.613276492</c:v>
                </c:pt>
                <c:pt idx="4221">
                  <c:v>0.613276492</c:v>
                </c:pt>
                <c:pt idx="4222">
                  <c:v>0.613352619</c:v>
                </c:pt>
                <c:pt idx="4223">
                  <c:v>0.613352619</c:v>
                </c:pt>
                <c:pt idx="4224">
                  <c:v>0.613352619</c:v>
                </c:pt>
                <c:pt idx="4225">
                  <c:v>0.613352619</c:v>
                </c:pt>
                <c:pt idx="4226">
                  <c:v>0.613428745</c:v>
                </c:pt>
                <c:pt idx="4227">
                  <c:v>0.613428745</c:v>
                </c:pt>
                <c:pt idx="4228">
                  <c:v>0.613657125</c:v>
                </c:pt>
                <c:pt idx="4229">
                  <c:v>0.613657125</c:v>
                </c:pt>
                <c:pt idx="4230">
                  <c:v>0.613809379</c:v>
                </c:pt>
                <c:pt idx="4231">
                  <c:v>0.613809379</c:v>
                </c:pt>
                <c:pt idx="4232">
                  <c:v>0.613885505</c:v>
                </c:pt>
                <c:pt idx="4233">
                  <c:v>0.613885505</c:v>
                </c:pt>
                <c:pt idx="4234">
                  <c:v>0.613961632</c:v>
                </c:pt>
                <c:pt idx="4235">
                  <c:v>0.613961632</c:v>
                </c:pt>
                <c:pt idx="4236">
                  <c:v>0.614037759</c:v>
                </c:pt>
                <c:pt idx="4237">
                  <c:v>0.614037759</c:v>
                </c:pt>
                <c:pt idx="4238">
                  <c:v>0.614190012</c:v>
                </c:pt>
                <c:pt idx="4239">
                  <c:v>0.614190012</c:v>
                </c:pt>
                <c:pt idx="4240">
                  <c:v>0.614266139</c:v>
                </c:pt>
                <c:pt idx="4241">
                  <c:v>0.614266139</c:v>
                </c:pt>
                <c:pt idx="4242">
                  <c:v>0.614418392</c:v>
                </c:pt>
                <c:pt idx="4243">
                  <c:v>0.614418392</c:v>
                </c:pt>
                <c:pt idx="4244">
                  <c:v>0.614418392</c:v>
                </c:pt>
                <c:pt idx="4245">
                  <c:v>0.614418392</c:v>
                </c:pt>
                <c:pt idx="4246">
                  <c:v>0.614570646</c:v>
                </c:pt>
                <c:pt idx="4247">
                  <c:v>0.614570646</c:v>
                </c:pt>
                <c:pt idx="4248">
                  <c:v>0.614646772</c:v>
                </c:pt>
                <c:pt idx="4249">
                  <c:v>0.614646772</c:v>
                </c:pt>
                <c:pt idx="4250">
                  <c:v>0.614875152</c:v>
                </c:pt>
                <c:pt idx="4251">
                  <c:v>0.614951279</c:v>
                </c:pt>
                <c:pt idx="4252">
                  <c:v>0.614951279</c:v>
                </c:pt>
                <c:pt idx="4253">
                  <c:v>0.615027406</c:v>
                </c:pt>
                <c:pt idx="4254">
                  <c:v>0.615027406</c:v>
                </c:pt>
                <c:pt idx="4255">
                  <c:v>0.615179659</c:v>
                </c:pt>
                <c:pt idx="4256">
                  <c:v>0.615179659</c:v>
                </c:pt>
                <c:pt idx="4257">
                  <c:v>0.615179659</c:v>
                </c:pt>
                <c:pt idx="4258">
                  <c:v>0.615255786</c:v>
                </c:pt>
                <c:pt idx="4259">
                  <c:v>0.615255786</c:v>
                </c:pt>
                <c:pt idx="4260">
                  <c:v>0.615712546</c:v>
                </c:pt>
                <c:pt idx="4261">
                  <c:v>0.615788672</c:v>
                </c:pt>
                <c:pt idx="4262">
                  <c:v>0.615788672</c:v>
                </c:pt>
                <c:pt idx="4263">
                  <c:v>0.615788672</c:v>
                </c:pt>
                <c:pt idx="4264">
                  <c:v>0.616093179</c:v>
                </c:pt>
                <c:pt idx="4265">
                  <c:v>0.616169306</c:v>
                </c:pt>
                <c:pt idx="4266">
                  <c:v>0.616169306</c:v>
                </c:pt>
                <c:pt idx="4267">
                  <c:v>0.616169306</c:v>
                </c:pt>
                <c:pt idx="4268">
                  <c:v>0.616169306</c:v>
                </c:pt>
                <c:pt idx="4269">
                  <c:v>0.616169306</c:v>
                </c:pt>
                <c:pt idx="4270">
                  <c:v>0.616245432</c:v>
                </c:pt>
                <c:pt idx="4271">
                  <c:v>0.616245432</c:v>
                </c:pt>
                <c:pt idx="4272">
                  <c:v>0.616245432</c:v>
                </c:pt>
                <c:pt idx="4273">
                  <c:v>0.616473812</c:v>
                </c:pt>
                <c:pt idx="4274">
                  <c:v>0.616473812</c:v>
                </c:pt>
                <c:pt idx="4275">
                  <c:v>0.616473812</c:v>
                </c:pt>
                <c:pt idx="4276">
                  <c:v>0.616702192</c:v>
                </c:pt>
                <c:pt idx="4277">
                  <c:v>0.616702192</c:v>
                </c:pt>
                <c:pt idx="4278">
                  <c:v>0.616778319</c:v>
                </c:pt>
                <c:pt idx="4279">
                  <c:v>0.616778319</c:v>
                </c:pt>
                <c:pt idx="4280">
                  <c:v>0.616854446</c:v>
                </c:pt>
                <c:pt idx="4281">
                  <c:v>0.616854446</c:v>
                </c:pt>
                <c:pt idx="4282">
                  <c:v>0.616930572</c:v>
                </c:pt>
                <c:pt idx="4283">
                  <c:v>0.616930572</c:v>
                </c:pt>
                <c:pt idx="4284">
                  <c:v>0.617006699</c:v>
                </c:pt>
                <c:pt idx="4285">
                  <c:v>0.617006699</c:v>
                </c:pt>
                <c:pt idx="4286">
                  <c:v>0.617158952</c:v>
                </c:pt>
                <c:pt idx="4287">
                  <c:v>0.617158952</c:v>
                </c:pt>
                <c:pt idx="4288">
                  <c:v>0.617158952</c:v>
                </c:pt>
                <c:pt idx="4289">
                  <c:v>0.617158952</c:v>
                </c:pt>
                <c:pt idx="4290">
                  <c:v>0.617158952</c:v>
                </c:pt>
                <c:pt idx="4291">
                  <c:v>0.617235079</c:v>
                </c:pt>
                <c:pt idx="4292">
                  <c:v>0.617235079</c:v>
                </c:pt>
                <c:pt idx="4293">
                  <c:v>0.617235079</c:v>
                </c:pt>
                <c:pt idx="4294">
                  <c:v>0.617235079</c:v>
                </c:pt>
                <c:pt idx="4295">
                  <c:v>0.617235079</c:v>
                </c:pt>
                <c:pt idx="4296">
                  <c:v>0.617311206</c:v>
                </c:pt>
                <c:pt idx="4297">
                  <c:v>0.617463459</c:v>
                </c:pt>
                <c:pt idx="4298">
                  <c:v>0.617463459</c:v>
                </c:pt>
                <c:pt idx="4299">
                  <c:v>0.617539586</c:v>
                </c:pt>
                <c:pt idx="4300">
                  <c:v>0.617539586</c:v>
                </c:pt>
                <c:pt idx="4301">
                  <c:v>0.617539586</c:v>
                </c:pt>
                <c:pt idx="4302">
                  <c:v>0.617539586</c:v>
                </c:pt>
                <c:pt idx="4303">
                  <c:v>0.617615713</c:v>
                </c:pt>
                <c:pt idx="4304">
                  <c:v>0.617615713</c:v>
                </c:pt>
                <c:pt idx="4305">
                  <c:v>0.617691839</c:v>
                </c:pt>
                <c:pt idx="4306">
                  <c:v>0.617767966</c:v>
                </c:pt>
                <c:pt idx="4307">
                  <c:v>0.617767966</c:v>
                </c:pt>
                <c:pt idx="4308">
                  <c:v>0.617767966</c:v>
                </c:pt>
                <c:pt idx="4309">
                  <c:v>0.617844093</c:v>
                </c:pt>
                <c:pt idx="4310">
                  <c:v>0.617844093</c:v>
                </c:pt>
                <c:pt idx="4311">
                  <c:v>0.617996346</c:v>
                </c:pt>
                <c:pt idx="4312">
                  <c:v>0.617996346</c:v>
                </c:pt>
                <c:pt idx="4313">
                  <c:v>0.618072473</c:v>
                </c:pt>
                <c:pt idx="4314">
                  <c:v>0.618224726</c:v>
                </c:pt>
                <c:pt idx="4315">
                  <c:v>0.618224726</c:v>
                </c:pt>
                <c:pt idx="4316">
                  <c:v>0.618300853</c:v>
                </c:pt>
                <c:pt idx="4317">
                  <c:v>0.618300853</c:v>
                </c:pt>
                <c:pt idx="4318">
                  <c:v>0.618376979</c:v>
                </c:pt>
                <c:pt idx="4319">
                  <c:v>0.618376979</c:v>
                </c:pt>
                <c:pt idx="4320">
                  <c:v>0.618605359</c:v>
                </c:pt>
                <c:pt idx="4321">
                  <c:v>0.618605359</c:v>
                </c:pt>
                <c:pt idx="4322">
                  <c:v>0.618681486</c:v>
                </c:pt>
                <c:pt idx="4323">
                  <c:v>0.618681486</c:v>
                </c:pt>
                <c:pt idx="4324">
                  <c:v>0.618757613</c:v>
                </c:pt>
                <c:pt idx="4325">
                  <c:v>0.618757613</c:v>
                </c:pt>
                <c:pt idx="4326">
                  <c:v>0.618757613</c:v>
                </c:pt>
                <c:pt idx="4327">
                  <c:v>0.618757613</c:v>
                </c:pt>
                <c:pt idx="4328">
                  <c:v>0.618833739</c:v>
                </c:pt>
                <c:pt idx="4329">
                  <c:v>0.618833739</c:v>
                </c:pt>
                <c:pt idx="4330">
                  <c:v>0.618909866</c:v>
                </c:pt>
                <c:pt idx="4331">
                  <c:v>0.618909866</c:v>
                </c:pt>
                <c:pt idx="4332">
                  <c:v>0.619138246</c:v>
                </c:pt>
                <c:pt idx="4333">
                  <c:v>0.619138246</c:v>
                </c:pt>
                <c:pt idx="4334">
                  <c:v>0.619366626</c:v>
                </c:pt>
                <c:pt idx="4335">
                  <c:v>0.619366626</c:v>
                </c:pt>
                <c:pt idx="4336">
                  <c:v>0.619442753</c:v>
                </c:pt>
                <c:pt idx="4337">
                  <c:v>0.619442753</c:v>
                </c:pt>
                <c:pt idx="4338">
                  <c:v>0.619518879</c:v>
                </c:pt>
                <c:pt idx="4339">
                  <c:v>0.619518879</c:v>
                </c:pt>
                <c:pt idx="4340">
                  <c:v>0.619671133</c:v>
                </c:pt>
                <c:pt idx="4341">
                  <c:v>0.619747259</c:v>
                </c:pt>
                <c:pt idx="4342">
                  <c:v>0.619747259</c:v>
                </c:pt>
                <c:pt idx="4343">
                  <c:v>0.619823386</c:v>
                </c:pt>
                <c:pt idx="4344">
                  <c:v>0.619975639</c:v>
                </c:pt>
                <c:pt idx="4345">
                  <c:v>0.620051766</c:v>
                </c:pt>
                <c:pt idx="4346">
                  <c:v>0.620051766</c:v>
                </c:pt>
                <c:pt idx="4347">
                  <c:v>0.620204019</c:v>
                </c:pt>
                <c:pt idx="4348">
                  <c:v>0.620204019</c:v>
                </c:pt>
                <c:pt idx="4349">
                  <c:v>0.620280146</c:v>
                </c:pt>
                <c:pt idx="4350">
                  <c:v>0.620280146</c:v>
                </c:pt>
                <c:pt idx="4351">
                  <c:v>0.620356273</c:v>
                </c:pt>
                <c:pt idx="4352">
                  <c:v>0.620356273</c:v>
                </c:pt>
                <c:pt idx="4353">
                  <c:v>0.6204324</c:v>
                </c:pt>
                <c:pt idx="4354">
                  <c:v>0.6204324</c:v>
                </c:pt>
                <c:pt idx="4355">
                  <c:v>0.6204324</c:v>
                </c:pt>
                <c:pt idx="4356">
                  <c:v>0.620508526</c:v>
                </c:pt>
                <c:pt idx="4357">
                  <c:v>0.620508526</c:v>
                </c:pt>
                <c:pt idx="4358">
                  <c:v>0.620584653</c:v>
                </c:pt>
                <c:pt idx="4359">
                  <c:v>0.620584653</c:v>
                </c:pt>
                <c:pt idx="4360">
                  <c:v>0.620584653</c:v>
                </c:pt>
                <c:pt idx="4361">
                  <c:v>0.62066078</c:v>
                </c:pt>
                <c:pt idx="4362">
                  <c:v>0.62066078</c:v>
                </c:pt>
                <c:pt idx="4363">
                  <c:v>0.620736906</c:v>
                </c:pt>
                <c:pt idx="4364">
                  <c:v>0.620736906</c:v>
                </c:pt>
                <c:pt idx="4365">
                  <c:v>0.62088916</c:v>
                </c:pt>
                <c:pt idx="4366">
                  <c:v>0.62088916</c:v>
                </c:pt>
                <c:pt idx="4367">
                  <c:v>0.620965286</c:v>
                </c:pt>
                <c:pt idx="4368">
                  <c:v>0.621193666</c:v>
                </c:pt>
                <c:pt idx="4369">
                  <c:v>0.621269793</c:v>
                </c:pt>
                <c:pt idx="4370">
                  <c:v>0.621269793</c:v>
                </c:pt>
                <c:pt idx="4371">
                  <c:v>0.621422046</c:v>
                </c:pt>
                <c:pt idx="4372">
                  <c:v>0.621422046</c:v>
                </c:pt>
                <c:pt idx="4373">
                  <c:v>0.621422046</c:v>
                </c:pt>
                <c:pt idx="4374">
                  <c:v>0.621422046</c:v>
                </c:pt>
                <c:pt idx="4375">
                  <c:v>0.6215743</c:v>
                </c:pt>
                <c:pt idx="4376">
                  <c:v>0.622335566</c:v>
                </c:pt>
                <c:pt idx="4377">
                  <c:v>0.622335566</c:v>
                </c:pt>
                <c:pt idx="4378">
                  <c:v>0.622563946</c:v>
                </c:pt>
                <c:pt idx="4379">
                  <c:v>0.622563946</c:v>
                </c:pt>
                <c:pt idx="4380">
                  <c:v>0.622640073</c:v>
                </c:pt>
                <c:pt idx="4381">
                  <c:v>0.622640073</c:v>
                </c:pt>
                <c:pt idx="4382">
                  <c:v>0.622640073</c:v>
                </c:pt>
                <c:pt idx="4383">
                  <c:v>0.622640073</c:v>
                </c:pt>
                <c:pt idx="4384">
                  <c:v>0.6227162</c:v>
                </c:pt>
                <c:pt idx="4385">
                  <c:v>0.6227162</c:v>
                </c:pt>
                <c:pt idx="4386">
                  <c:v>0.62294458</c:v>
                </c:pt>
                <c:pt idx="4387">
                  <c:v>0.62294458</c:v>
                </c:pt>
                <c:pt idx="4388">
                  <c:v>0.623249086</c:v>
                </c:pt>
                <c:pt idx="4389">
                  <c:v>0.623249086</c:v>
                </c:pt>
                <c:pt idx="4390">
                  <c:v>0.62340134</c:v>
                </c:pt>
                <c:pt idx="4391">
                  <c:v>0.623553593</c:v>
                </c:pt>
                <c:pt idx="4392">
                  <c:v>0.62362972</c:v>
                </c:pt>
                <c:pt idx="4393">
                  <c:v>0.62362972</c:v>
                </c:pt>
                <c:pt idx="4394">
                  <c:v>0.623705847</c:v>
                </c:pt>
                <c:pt idx="4395">
                  <c:v>0.623705847</c:v>
                </c:pt>
                <c:pt idx="4396">
                  <c:v>0.623781973</c:v>
                </c:pt>
                <c:pt idx="4397">
                  <c:v>0.623781973</c:v>
                </c:pt>
                <c:pt idx="4398">
                  <c:v>0.623934227</c:v>
                </c:pt>
                <c:pt idx="4399">
                  <c:v>0.62431486</c:v>
                </c:pt>
                <c:pt idx="4400">
                  <c:v>0.62431486</c:v>
                </c:pt>
                <c:pt idx="4401">
                  <c:v>0.62454324</c:v>
                </c:pt>
                <c:pt idx="4402">
                  <c:v>0.624619367</c:v>
                </c:pt>
                <c:pt idx="4403">
                  <c:v>0.624619367</c:v>
                </c:pt>
                <c:pt idx="4404">
                  <c:v>0.62477162</c:v>
                </c:pt>
                <c:pt idx="4405">
                  <c:v>0.62477162</c:v>
                </c:pt>
                <c:pt idx="4406">
                  <c:v>0.62477162</c:v>
                </c:pt>
                <c:pt idx="4407">
                  <c:v>0.624847747</c:v>
                </c:pt>
                <c:pt idx="4408">
                  <c:v>0.625</c:v>
                </c:pt>
                <c:pt idx="4409">
                  <c:v>0.625076127</c:v>
                </c:pt>
                <c:pt idx="4410">
                  <c:v>0.625076127</c:v>
                </c:pt>
                <c:pt idx="4411">
                  <c:v>0.625152253</c:v>
                </c:pt>
                <c:pt idx="4412">
                  <c:v>0.625152253</c:v>
                </c:pt>
                <c:pt idx="4413">
                  <c:v>0.625304507</c:v>
                </c:pt>
                <c:pt idx="4414">
                  <c:v>0.625304507</c:v>
                </c:pt>
                <c:pt idx="4415">
                  <c:v>0.625380633</c:v>
                </c:pt>
                <c:pt idx="4416">
                  <c:v>0.625380633</c:v>
                </c:pt>
                <c:pt idx="4417">
                  <c:v>0.625380633</c:v>
                </c:pt>
                <c:pt idx="4418">
                  <c:v>0.62545676</c:v>
                </c:pt>
                <c:pt idx="4419">
                  <c:v>0.62545676</c:v>
                </c:pt>
                <c:pt idx="4420">
                  <c:v>0.62545676</c:v>
                </c:pt>
                <c:pt idx="4421">
                  <c:v>0.62545676</c:v>
                </c:pt>
                <c:pt idx="4422">
                  <c:v>0.625532887</c:v>
                </c:pt>
                <c:pt idx="4423">
                  <c:v>0.625532887</c:v>
                </c:pt>
                <c:pt idx="4424">
                  <c:v>0.625609013</c:v>
                </c:pt>
                <c:pt idx="4425">
                  <c:v>0.625609013</c:v>
                </c:pt>
                <c:pt idx="4426">
                  <c:v>0.625609013</c:v>
                </c:pt>
                <c:pt idx="4427">
                  <c:v>0.625761267</c:v>
                </c:pt>
                <c:pt idx="4428">
                  <c:v>0.625761267</c:v>
                </c:pt>
                <c:pt idx="4429">
                  <c:v>0.625761267</c:v>
                </c:pt>
                <c:pt idx="4430">
                  <c:v>0.625837393</c:v>
                </c:pt>
                <c:pt idx="4431">
                  <c:v>0.625837393</c:v>
                </c:pt>
                <c:pt idx="4432">
                  <c:v>0.62591352</c:v>
                </c:pt>
                <c:pt idx="4433">
                  <c:v>0.62591352</c:v>
                </c:pt>
                <c:pt idx="4434">
                  <c:v>0.62591352</c:v>
                </c:pt>
                <c:pt idx="4435">
                  <c:v>0.62591352</c:v>
                </c:pt>
                <c:pt idx="4436">
                  <c:v>0.625989647</c:v>
                </c:pt>
                <c:pt idx="4437">
                  <c:v>0.625989647</c:v>
                </c:pt>
                <c:pt idx="4438">
                  <c:v>0.626065773</c:v>
                </c:pt>
                <c:pt idx="4439">
                  <c:v>0.626065773</c:v>
                </c:pt>
                <c:pt idx="4440">
                  <c:v>0.626065773</c:v>
                </c:pt>
                <c:pt idx="4441">
                  <c:v>0.6261419</c:v>
                </c:pt>
                <c:pt idx="4442">
                  <c:v>0.6261419</c:v>
                </c:pt>
                <c:pt idx="4443">
                  <c:v>0.626218027</c:v>
                </c:pt>
                <c:pt idx="4444">
                  <c:v>0.626218027</c:v>
                </c:pt>
                <c:pt idx="4445">
                  <c:v>0.626218027</c:v>
                </c:pt>
                <c:pt idx="4446">
                  <c:v>0.626446407</c:v>
                </c:pt>
                <c:pt idx="4447">
                  <c:v>0.626446407</c:v>
                </c:pt>
                <c:pt idx="4448">
                  <c:v>0.62659866</c:v>
                </c:pt>
                <c:pt idx="4449">
                  <c:v>0.62659866</c:v>
                </c:pt>
                <c:pt idx="4450">
                  <c:v>0.626674787</c:v>
                </c:pt>
                <c:pt idx="4451">
                  <c:v>0.626674787</c:v>
                </c:pt>
                <c:pt idx="4452">
                  <c:v>0.626750914</c:v>
                </c:pt>
                <c:pt idx="4453">
                  <c:v>0.626750914</c:v>
                </c:pt>
                <c:pt idx="4454">
                  <c:v>0.62682704</c:v>
                </c:pt>
                <c:pt idx="4455">
                  <c:v>0.62682704</c:v>
                </c:pt>
                <c:pt idx="4456">
                  <c:v>0.626979294</c:v>
                </c:pt>
                <c:pt idx="4457">
                  <c:v>0.626979294</c:v>
                </c:pt>
                <c:pt idx="4458">
                  <c:v>0.627131547</c:v>
                </c:pt>
                <c:pt idx="4459">
                  <c:v>0.627131547</c:v>
                </c:pt>
                <c:pt idx="4460">
                  <c:v>0.6272838</c:v>
                </c:pt>
                <c:pt idx="4461">
                  <c:v>0.6272838</c:v>
                </c:pt>
                <c:pt idx="4462">
                  <c:v>0.627436054</c:v>
                </c:pt>
                <c:pt idx="4463">
                  <c:v>0.627436054</c:v>
                </c:pt>
                <c:pt idx="4464">
                  <c:v>0.62751218</c:v>
                </c:pt>
                <c:pt idx="4465">
                  <c:v>0.62751218</c:v>
                </c:pt>
                <c:pt idx="4466">
                  <c:v>0.627588307</c:v>
                </c:pt>
                <c:pt idx="4467">
                  <c:v>0.627588307</c:v>
                </c:pt>
                <c:pt idx="4468">
                  <c:v>0.627816687</c:v>
                </c:pt>
                <c:pt idx="4469">
                  <c:v>0.627816687</c:v>
                </c:pt>
                <c:pt idx="4470">
                  <c:v>0.627892814</c:v>
                </c:pt>
                <c:pt idx="4471">
                  <c:v>0.627892814</c:v>
                </c:pt>
                <c:pt idx="4472">
                  <c:v>0.62796894</c:v>
                </c:pt>
                <c:pt idx="4473">
                  <c:v>0.62796894</c:v>
                </c:pt>
                <c:pt idx="4474">
                  <c:v>0.628045067</c:v>
                </c:pt>
                <c:pt idx="4475">
                  <c:v>0.628045067</c:v>
                </c:pt>
                <c:pt idx="4476">
                  <c:v>0.62819732</c:v>
                </c:pt>
                <c:pt idx="4477">
                  <c:v>0.62819732</c:v>
                </c:pt>
                <c:pt idx="4478">
                  <c:v>0.628349574</c:v>
                </c:pt>
                <c:pt idx="4479">
                  <c:v>0.628349574</c:v>
                </c:pt>
                <c:pt idx="4480">
                  <c:v>0.628730207</c:v>
                </c:pt>
                <c:pt idx="4481">
                  <c:v>0.628730207</c:v>
                </c:pt>
                <c:pt idx="4482">
                  <c:v>0.628730207</c:v>
                </c:pt>
                <c:pt idx="4483">
                  <c:v>0.628958587</c:v>
                </c:pt>
                <c:pt idx="4484">
                  <c:v>0.629034714</c:v>
                </c:pt>
                <c:pt idx="4485">
                  <c:v>0.629034714</c:v>
                </c:pt>
                <c:pt idx="4486">
                  <c:v>0.629186967</c:v>
                </c:pt>
                <c:pt idx="4487">
                  <c:v>0.629186967</c:v>
                </c:pt>
                <c:pt idx="4488">
                  <c:v>0.629263094</c:v>
                </c:pt>
                <c:pt idx="4489">
                  <c:v>0.629263094</c:v>
                </c:pt>
                <c:pt idx="4490">
                  <c:v>0.629263094</c:v>
                </c:pt>
                <c:pt idx="4491">
                  <c:v>0.629415347</c:v>
                </c:pt>
                <c:pt idx="4492">
                  <c:v>0.629415347</c:v>
                </c:pt>
                <c:pt idx="4493">
                  <c:v>0.629491474</c:v>
                </c:pt>
                <c:pt idx="4494">
                  <c:v>0.629643727</c:v>
                </c:pt>
                <c:pt idx="4495">
                  <c:v>0.629643727</c:v>
                </c:pt>
                <c:pt idx="4496">
                  <c:v>0.629643727</c:v>
                </c:pt>
                <c:pt idx="4497">
                  <c:v>0.629719854</c:v>
                </c:pt>
                <c:pt idx="4498">
                  <c:v>0.629719854</c:v>
                </c:pt>
                <c:pt idx="4499">
                  <c:v>0.629872107</c:v>
                </c:pt>
                <c:pt idx="4500">
                  <c:v>0.629872107</c:v>
                </c:pt>
                <c:pt idx="4501">
                  <c:v>0.629948234</c:v>
                </c:pt>
                <c:pt idx="4502">
                  <c:v>0.629948234</c:v>
                </c:pt>
                <c:pt idx="4503">
                  <c:v>0.629948234</c:v>
                </c:pt>
                <c:pt idx="4504">
                  <c:v>0.629948234</c:v>
                </c:pt>
                <c:pt idx="4505">
                  <c:v>0.629948234</c:v>
                </c:pt>
                <c:pt idx="4506">
                  <c:v>0.630176614</c:v>
                </c:pt>
                <c:pt idx="4507">
                  <c:v>0.630176614</c:v>
                </c:pt>
                <c:pt idx="4508">
                  <c:v>0.630252741</c:v>
                </c:pt>
                <c:pt idx="4509">
                  <c:v>0.630252741</c:v>
                </c:pt>
                <c:pt idx="4510">
                  <c:v>0.630252741</c:v>
                </c:pt>
                <c:pt idx="4511">
                  <c:v>0.630404994</c:v>
                </c:pt>
                <c:pt idx="4512">
                  <c:v>0.630404994</c:v>
                </c:pt>
                <c:pt idx="4513">
                  <c:v>0.630557247</c:v>
                </c:pt>
                <c:pt idx="4514">
                  <c:v>0.630557247</c:v>
                </c:pt>
                <c:pt idx="4515">
                  <c:v>0.630633374</c:v>
                </c:pt>
                <c:pt idx="4516">
                  <c:v>0.630633374</c:v>
                </c:pt>
                <c:pt idx="4517">
                  <c:v>0.630633374</c:v>
                </c:pt>
                <c:pt idx="4518">
                  <c:v>0.630709501</c:v>
                </c:pt>
                <c:pt idx="4519">
                  <c:v>0.630709501</c:v>
                </c:pt>
                <c:pt idx="4520">
                  <c:v>0.630785627</c:v>
                </c:pt>
                <c:pt idx="4521">
                  <c:v>0.630785627</c:v>
                </c:pt>
                <c:pt idx="4522">
                  <c:v>0.630861754</c:v>
                </c:pt>
                <c:pt idx="4523">
                  <c:v>0.630861754</c:v>
                </c:pt>
                <c:pt idx="4524">
                  <c:v>0.630937881</c:v>
                </c:pt>
                <c:pt idx="4525">
                  <c:v>0.630937881</c:v>
                </c:pt>
                <c:pt idx="4526">
                  <c:v>0.631166261</c:v>
                </c:pt>
                <c:pt idx="4527">
                  <c:v>0.631166261</c:v>
                </c:pt>
                <c:pt idx="4528">
                  <c:v>0.631242387</c:v>
                </c:pt>
                <c:pt idx="4529">
                  <c:v>0.631242387</c:v>
                </c:pt>
                <c:pt idx="4530">
                  <c:v>0.631242387</c:v>
                </c:pt>
                <c:pt idx="4531">
                  <c:v>0.631318514</c:v>
                </c:pt>
                <c:pt idx="4532">
                  <c:v>0.631318514</c:v>
                </c:pt>
                <c:pt idx="4533">
                  <c:v>0.631394641</c:v>
                </c:pt>
                <c:pt idx="4534">
                  <c:v>0.631394641</c:v>
                </c:pt>
                <c:pt idx="4535">
                  <c:v>0.631470767</c:v>
                </c:pt>
                <c:pt idx="4536">
                  <c:v>0.631470767</c:v>
                </c:pt>
                <c:pt idx="4537">
                  <c:v>0.631546894</c:v>
                </c:pt>
                <c:pt idx="4538">
                  <c:v>0.631546894</c:v>
                </c:pt>
                <c:pt idx="4539">
                  <c:v>0.631699147</c:v>
                </c:pt>
                <c:pt idx="4540">
                  <c:v>0.631699147</c:v>
                </c:pt>
                <c:pt idx="4541">
                  <c:v>0.631851401</c:v>
                </c:pt>
                <c:pt idx="4542">
                  <c:v>0.631851401</c:v>
                </c:pt>
                <c:pt idx="4543">
                  <c:v>0.632003654</c:v>
                </c:pt>
                <c:pt idx="4544">
                  <c:v>0.632003654</c:v>
                </c:pt>
                <c:pt idx="4545">
                  <c:v>0.632079781</c:v>
                </c:pt>
                <c:pt idx="4546">
                  <c:v>0.632079781</c:v>
                </c:pt>
                <c:pt idx="4547">
                  <c:v>0.632155907</c:v>
                </c:pt>
                <c:pt idx="4548">
                  <c:v>0.632155907</c:v>
                </c:pt>
                <c:pt idx="4549">
                  <c:v>0.632384287</c:v>
                </c:pt>
                <c:pt idx="4550">
                  <c:v>0.632384287</c:v>
                </c:pt>
                <c:pt idx="4551">
                  <c:v>0.632460414</c:v>
                </c:pt>
                <c:pt idx="4552">
                  <c:v>0.632612667</c:v>
                </c:pt>
                <c:pt idx="4553">
                  <c:v>0.632612667</c:v>
                </c:pt>
                <c:pt idx="4554">
                  <c:v>0.632612667</c:v>
                </c:pt>
                <c:pt idx="4555">
                  <c:v>0.632841048</c:v>
                </c:pt>
                <c:pt idx="4556">
                  <c:v>0.632841048</c:v>
                </c:pt>
                <c:pt idx="4557">
                  <c:v>0.632993301</c:v>
                </c:pt>
                <c:pt idx="4558">
                  <c:v>0.632993301</c:v>
                </c:pt>
                <c:pt idx="4559">
                  <c:v>0.632993301</c:v>
                </c:pt>
                <c:pt idx="4560">
                  <c:v>0.633069428</c:v>
                </c:pt>
                <c:pt idx="4561">
                  <c:v>0.633069428</c:v>
                </c:pt>
                <c:pt idx="4562">
                  <c:v>0.633145554</c:v>
                </c:pt>
                <c:pt idx="4563">
                  <c:v>0.633145554</c:v>
                </c:pt>
                <c:pt idx="4564">
                  <c:v>0.633221681</c:v>
                </c:pt>
                <c:pt idx="4565">
                  <c:v>0.633221681</c:v>
                </c:pt>
                <c:pt idx="4566">
                  <c:v>0.633297808</c:v>
                </c:pt>
                <c:pt idx="4567">
                  <c:v>0.633297808</c:v>
                </c:pt>
                <c:pt idx="4568">
                  <c:v>0.633602314</c:v>
                </c:pt>
                <c:pt idx="4569">
                  <c:v>0.633678441</c:v>
                </c:pt>
                <c:pt idx="4570">
                  <c:v>0.633678441</c:v>
                </c:pt>
                <c:pt idx="4571">
                  <c:v>0.633678441</c:v>
                </c:pt>
                <c:pt idx="4572">
                  <c:v>0.633678441</c:v>
                </c:pt>
                <c:pt idx="4573">
                  <c:v>0.633754568</c:v>
                </c:pt>
                <c:pt idx="4574">
                  <c:v>0.633754568</c:v>
                </c:pt>
                <c:pt idx="4575">
                  <c:v>0.633982948</c:v>
                </c:pt>
                <c:pt idx="4576">
                  <c:v>0.633982948</c:v>
                </c:pt>
                <c:pt idx="4577">
                  <c:v>0.633982948</c:v>
                </c:pt>
                <c:pt idx="4578">
                  <c:v>0.634059074</c:v>
                </c:pt>
                <c:pt idx="4579">
                  <c:v>0.634059074</c:v>
                </c:pt>
                <c:pt idx="4580">
                  <c:v>0.634135201</c:v>
                </c:pt>
                <c:pt idx="4581">
                  <c:v>0.634135201</c:v>
                </c:pt>
                <c:pt idx="4582">
                  <c:v>0.634211328</c:v>
                </c:pt>
                <c:pt idx="4583">
                  <c:v>0.634211328</c:v>
                </c:pt>
                <c:pt idx="4584">
                  <c:v>0.634211328</c:v>
                </c:pt>
                <c:pt idx="4585">
                  <c:v>0.634363581</c:v>
                </c:pt>
                <c:pt idx="4586">
                  <c:v>0.634363581</c:v>
                </c:pt>
                <c:pt idx="4587">
                  <c:v>0.634439708</c:v>
                </c:pt>
                <c:pt idx="4588">
                  <c:v>0.634439708</c:v>
                </c:pt>
                <c:pt idx="4589">
                  <c:v>0.634515834</c:v>
                </c:pt>
                <c:pt idx="4590">
                  <c:v>0.634515834</c:v>
                </c:pt>
                <c:pt idx="4591">
                  <c:v>0.634515834</c:v>
                </c:pt>
                <c:pt idx="4592">
                  <c:v>0.634515834</c:v>
                </c:pt>
                <c:pt idx="4593">
                  <c:v>0.634591961</c:v>
                </c:pt>
                <c:pt idx="4594">
                  <c:v>0.634591961</c:v>
                </c:pt>
                <c:pt idx="4595">
                  <c:v>0.634591961</c:v>
                </c:pt>
                <c:pt idx="4596">
                  <c:v>0.634591961</c:v>
                </c:pt>
                <c:pt idx="4597">
                  <c:v>0.634591961</c:v>
                </c:pt>
                <c:pt idx="4598">
                  <c:v>0.634591961</c:v>
                </c:pt>
                <c:pt idx="4599">
                  <c:v>0.634668088</c:v>
                </c:pt>
                <c:pt idx="4600">
                  <c:v>0.634668088</c:v>
                </c:pt>
                <c:pt idx="4601">
                  <c:v>0.634820341</c:v>
                </c:pt>
                <c:pt idx="4602">
                  <c:v>0.634820341</c:v>
                </c:pt>
                <c:pt idx="4603">
                  <c:v>0.634820341</c:v>
                </c:pt>
                <c:pt idx="4604">
                  <c:v>0.634972594</c:v>
                </c:pt>
                <c:pt idx="4605">
                  <c:v>0.634972594</c:v>
                </c:pt>
                <c:pt idx="4606">
                  <c:v>0.635277101</c:v>
                </c:pt>
                <c:pt idx="4607">
                  <c:v>0.635277101</c:v>
                </c:pt>
                <c:pt idx="4608">
                  <c:v>0.635353228</c:v>
                </c:pt>
                <c:pt idx="4609">
                  <c:v>0.635353228</c:v>
                </c:pt>
                <c:pt idx="4610">
                  <c:v>0.635429354</c:v>
                </c:pt>
                <c:pt idx="4611">
                  <c:v>0.635429354</c:v>
                </c:pt>
                <c:pt idx="4612">
                  <c:v>0.635581608</c:v>
                </c:pt>
                <c:pt idx="4613">
                  <c:v>0.635733861</c:v>
                </c:pt>
                <c:pt idx="4614">
                  <c:v>0.635733861</c:v>
                </c:pt>
                <c:pt idx="4615">
                  <c:v>0.635809988</c:v>
                </c:pt>
                <c:pt idx="4616">
                  <c:v>0.635809988</c:v>
                </c:pt>
                <c:pt idx="4617">
                  <c:v>0.635809988</c:v>
                </c:pt>
                <c:pt idx="4618">
                  <c:v>0.635809988</c:v>
                </c:pt>
                <c:pt idx="4619">
                  <c:v>0.635886114</c:v>
                </c:pt>
                <c:pt idx="4620">
                  <c:v>0.635886114</c:v>
                </c:pt>
                <c:pt idx="4621">
                  <c:v>0.635886114</c:v>
                </c:pt>
                <c:pt idx="4622">
                  <c:v>0.635886114</c:v>
                </c:pt>
                <c:pt idx="4623">
                  <c:v>0.635962241</c:v>
                </c:pt>
                <c:pt idx="4624">
                  <c:v>0.635962241</c:v>
                </c:pt>
                <c:pt idx="4625">
                  <c:v>0.636038368</c:v>
                </c:pt>
                <c:pt idx="4626">
                  <c:v>0.636038368</c:v>
                </c:pt>
                <c:pt idx="4627">
                  <c:v>0.636114495</c:v>
                </c:pt>
                <c:pt idx="4628">
                  <c:v>0.636114495</c:v>
                </c:pt>
                <c:pt idx="4629">
                  <c:v>0.636190621</c:v>
                </c:pt>
                <c:pt idx="4630">
                  <c:v>0.636190621</c:v>
                </c:pt>
                <c:pt idx="4631">
                  <c:v>0.636266748</c:v>
                </c:pt>
                <c:pt idx="4632">
                  <c:v>0.636266748</c:v>
                </c:pt>
                <c:pt idx="4633">
                  <c:v>0.636342875</c:v>
                </c:pt>
                <c:pt idx="4634">
                  <c:v>0.636342875</c:v>
                </c:pt>
                <c:pt idx="4635">
                  <c:v>0.636419001</c:v>
                </c:pt>
                <c:pt idx="4636">
                  <c:v>0.636419001</c:v>
                </c:pt>
                <c:pt idx="4637">
                  <c:v>0.636571255</c:v>
                </c:pt>
                <c:pt idx="4638">
                  <c:v>0.636571255</c:v>
                </c:pt>
                <c:pt idx="4639">
                  <c:v>0.636723508</c:v>
                </c:pt>
                <c:pt idx="4640">
                  <c:v>0.636799635</c:v>
                </c:pt>
                <c:pt idx="4641">
                  <c:v>0.636799635</c:v>
                </c:pt>
                <c:pt idx="4642">
                  <c:v>0.636951888</c:v>
                </c:pt>
                <c:pt idx="4643">
                  <c:v>0.636951888</c:v>
                </c:pt>
                <c:pt idx="4644">
                  <c:v>0.636951888</c:v>
                </c:pt>
                <c:pt idx="4645">
                  <c:v>0.637028015</c:v>
                </c:pt>
                <c:pt idx="4646">
                  <c:v>0.637028015</c:v>
                </c:pt>
                <c:pt idx="4647">
                  <c:v>0.637408648</c:v>
                </c:pt>
                <c:pt idx="4648">
                  <c:v>0.637408648</c:v>
                </c:pt>
                <c:pt idx="4649">
                  <c:v>0.637484775</c:v>
                </c:pt>
                <c:pt idx="4650">
                  <c:v>0.637484775</c:v>
                </c:pt>
                <c:pt idx="4651">
                  <c:v>0.637484775</c:v>
                </c:pt>
                <c:pt idx="4652">
                  <c:v>0.637560901</c:v>
                </c:pt>
                <c:pt idx="4653">
                  <c:v>0.637560901</c:v>
                </c:pt>
                <c:pt idx="4654">
                  <c:v>0.637637028</c:v>
                </c:pt>
                <c:pt idx="4655">
                  <c:v>0.637637028</c:v>
                </c:pt>
                <c:pt idx="4656">
                  <c:v>0.637713155</c:v>
                </c:pt>
                <c:pt idx="4657">
                  <c:v>0.637713155</c:v>
                </c:pt>
                <c:pt idx="4658">
                  <c:v>0.637865408</c:v>
                </c:pt>
                <c:pt idx="4659">
                  <c:v>0.637865408</c:v>
                </c:pt>
                <c:pt idx="4660">
                  <c:v>0.637941535</c:v>
                </c:pt>
                <c:pt idx="4661">
                  <c:v>0.637941535</c:v>
                </c:pt>
                <c:pt idx="4662">
                  <c:v>0.637941535</c:v>
                </c:pt>
                <c:pt idx="4663">
                  <c:v>0.637941535</c:v>
                </c:pt>
                <c:pt idx="4664">
                  <c:v>0.638017661</c:v>
                </c:pt>
                <c:pt idx="4665">
                  <c:v>0.638017661</c:v>
                </c:pt>
                <c:pt idx="4666">
                  <c:v>0.638093788</c:v>
                </c:pt>
                <c:pt idx="4667">
                  <c:v>0.638093788</c:v>
                </c:pt>
                <c:pt idx="4668">
                  <c:v>0.638246041</c:v>
                </c:pt>
                <c:pt idx="4669">
                  <c:v>0.638246041</c:v>
                </c:pt>
                <c:pt idx="4670">
                  <c:v>0.638322168</c:v>
                </c:pt>
                <c:pt idx="4671">
                  <c:v>0.638322168</c:v>
                </c:pt>
                <c:pt idx="4672">
                  <c:v>0.638474421</c:v>
                </c:pt>
                <c:pt idx="4673">
                  <c:v>0.638474421</c:v>
                </c:pt>
                <c:pt idx="4674">
                  <c:v>0.638626675</c:v>
                </c:pt>
                <c:pt idx="4675">
                  <c:v>0.638626675</c:v>
                </c:pt>
                <c:pt idx="4676">
                  <c:v>0.638702801</c:v>
                </c:pt>
                <c:pt idx="4677">
                  <c:v>0.638702801</c:v>
                </c:pt>
                <c:pt idx="4678">
                  <c:v>0.638778928</c:v>
                </c:pt>
                <c:pt idx="4679">
                  <c:v>0.638778928</c:v>
                </c:pt>
                <c:pt idx="4680">
                  <c:v>0.638778928</c:v>
                </c:pt>
                <c:pt idx="4681">
                  <c:v>0.638931181</c:v>
                </c:pt>
                <c:pt idx="4682">
                  <c:v>0.639007308</c:v>
                </c:pt>
                <c:pt idx="4683">
                  <c:v>0.639007308</c:v>
                </c:pt>
                <c:pt idx="4684">
                  <c:v>0.639083435</c:v>
                </c:pt>
                <c:pt idx="4685">
                  <c:v>0.639083435</c:v>
                </c:pt>
                <c:pt idx="4686">
                  <c:v>0.639159562</c:v>
                </c:pt>
                <c:pt idx="4687">
                  <c:v>0.639159562</c:v>
                </c:pt>
                <c:pt idx="4688">
                  <c:v>0.639159562</c:v>
                </c:pt>
                <c:pt idx="4689">
                  <c:v>0.639311815</c:v>
                </c:pt>
                <c:pt idx="4690">
                  <c:v>0.639311815</c:v>
                </c:pt>
                <c:pt idx="4691">
                  <c:v>0.639387942</c:v>
                </c:pt>
                <c:pt idx="4692">
                  <c:v>0.639387942</c:v>
                </c:pt>
                <c:pt idx="4693">
                  <c:v>0.639464068</c:v>
                </c:pt>
                <c:pt idx="4694">
                  <c:v>0.639692448</c:v>
                </c:pt>
                <c:pt idx="4695">
                  <c:v>0.639768575</c:v>
                </c:pt>
                <c:pt idx="4696">
                  <c:v>0.639768575</c:v>
                </c:pt>
                <c:pt idx="4697">
                  <c:v>0.639844702</c:v>
                </c:pt>
                <c:pt idx="4698">
                  <c:v>0.639844702</c:v>
                </c:pt>
                <c:pt idx="4699">
                  <c:v>0.639996955</c:v>
                </c:pt>
                <c:pt idx="4700">
                  <c:v>0.639996955</c:v>
                </c:pt>
                <c:pt idx="4701">
                  <c:v>0.639996955</c:v>
                </c:pt>
                <c:pt idx="4702">
                  <c:v>0.640073082</c:v>
                </c:pt>
                <c:pt idx="4703">
                  <c:v>0.640073082</c:v>
                </c:pt>
                <c:pt idx="4704">
                  <c:v>0.640149208</c:v>
                </c:pt>
                <c:pt idx="4705">
                  <c:v>0.640149208</c:v>
                </c:pt>
                <c:pt idx="4706">
                  <c:v>0.640225335</c:v>
                </c:pt>
                <c:pt idx="4707">
                  <c:v>0.640225335</c:v>
                </c:pt>
                <c:pt idx="4708">
                  <c:v>0.640301462</c:v>
                </c:pt>
                <c:pt idx="4709">
                  <c:v>0.640301462</c:v>
                </c:pt>
                <c:pt idx="4710">
                  <c:v>0.640377588</c:v>
                </c:pt>
                <c:pt idx="4711">
                  <c:v>0.640377588</c:v>
                </c:pt>
                <c:pt idx="4712">
                  <c:v>0.640529842</c:v>
                </c:pt>
                <c:pt idx="4713">
                  <c:v>0.640529842</c:v>
                </c:pt>
                <c:pt idx="4714">
                  <c:v>0.640605968</c:v>
                </c:pt>
                <c:pt idx="4715">
                  <c:v>0.640605968</c:v>
                </c:pt>
                <c:pt idx="4716">
                  <c:v>0.640682095</c:v>
                </c:pt>
                <c:pt idx="4717">
                  <c:v>0.640834348</c:v>
                </c:pt>
                <c:pt idx="4718">
                  <c:v>0.640910475</c:v>
                </c:pt>
                <c:pt idx="4719">
                  <c:v>0.640910475</c:v>
                </c:pt>
                <c:pt idx="4720">
                  <c:v>0.640986602</c:v>
                </c:pt>
                <c:pt idx="4721">
                  <c:v>0.640986602</c:v>
                </c:pt>
                <c:pt idx="4722">
                  <c:v>0.641062728</c:v>
                </c:pt>
                <c:pt idx="4723">
                  <c:v>0.641062728</c:v>
                </c:pt>
                <c:pt idx="4724">
                  <c:v>0.641138855</c:v>
                </c:pt>
                <c:pt idx="4725">
                  <c:v>0.641138855</c:v>
                </c:pt>
                <c:pt idx="4726">
                  <c:v>0.641138855</c:v>
                </c:pt>
                <c:pt idx="4727">
                  <c:v>0.641214982</c:v>
                </c:pt>
                <c:pt idx="4728">
                  <c:v>0.641214982</c:v>
                </c:pt>
                <c:pt idx="4729">
                  <c:v>0.641367235</c:v>
                </c:pt>
                <c:pt idx="4730">
                  <c:v>0.641367235</c:v>
                </c:pt>
                <c:pt idx="4731">
                  <c:v>0.641443362</c:v>
                </c:pt>
                <c:pt idx="4732">
                  <c:v>0.641443362</c:v>
                </c:pt>
                <c:pt idx="4733">
                  <c:v>0.641595615</c:v>
                </c:pt>
                <c:pt idx="4734">
                  <c:v>0.641671742</c:v>
                </c:pt>
                <c:pt idx="4735">
                  <c:v>0.641671742</c:v>
                </c:pt>
                <c:pt idx="4736">
                  <c:v>0.641671742</c:v>
                </c:pt>
                <c:pt idx="4737">
                  <c:v>0.641671742</c:v>
                </c:pt>
                <c:pt idx="4738">
                  <c:v>0.641671742</c:v>
                </c:pt>
                <c:pt idx="4739">
                  <c:v>0.641747868</c:v>
                </c:pt>
                <c:pt idx="4740">
                  <c:v>0.641747868</c:v>
                </c:pt>
                <c:pt idx="4741">
                  <c:v>0.641900122</c:v>
                </c:pt>
                <c:pt idx="4742">
                  <c:v>0.641900122</c:v>
                </c:pt>
                <c:pt idx="4743">
                  <c:v>0.641976248</c:v>
                </c:pt>
                <c:pt idx="4744">
                  <c:v>0.641976248</c:v>
                </c:pt>
                <c:pt idx="4745">
                  <c:v>0.642052375</c:v>
                </c:pt>
                <c:pt idx="4746">
                  <c:v>0.642052375</c:v>
                </c:pt>
                <c:pt idx="4747">
                  <c:v>0.642280755</c:v>
                </c:pt>
                <c:pt idx="4748">
                  <c:v>0.642356882</c:v>
                </c:pt>
                <c:pt idx="4749">
                  <c:v>0.642356882</c:v>
                </c:pt>
                <c:pt idx="4750">
                  <c:v>0.642433009</c:v>
                </c:pt>
                <c:pt idx="4751">
                  <c:v>0.642433009</c:v>
                </c:pt>
                <c:pt idx="4752">
                  <c:v>0.642509135</c:v>
                </c:pt>
                <c:pt idx="4753">
                  <c:v>0.642509135</c:v>
                </c:pt>
                <c:pt idx="4754">
                  <c:v>0.642585262</c:v>
                </c:pt>
                <c:pt idx="4755">
                  <c:v>0.642585262</c:v>
                </c:pt>
                <c:pt idx="4756">
                  <c:v>0.642813642</c:v>
                </c:pt>
                <c:pt idx="4757">
                  <c:v>0.642813642</c:v>
                </c:pt>
                <c:pt idx="4758">
                  <c:v>0.642813642</c:v>
                </c:pt>
                <c:pt idx="4759">
                  <c:v>0.642889769</c:v>
                </c:pt>
                <c:pt idx="4760">
                  <c:v>0.642889769</c:v>
                </c:pt>
                <c:pt idx="4761">
                  <c:v>0.642965895</c:v>
                </c:pt>
                <c:pt idx="4762">
                  <c:v>0.642965895</c:v>
                </c:pt>
                <c:pt idx="4763">
                  <c:v>0.643346529</c:v>
                </c:pt>
                <c:pt idx="4764">
                  <c:v>0.643422655</c:v>
                </c:pt>
                <c:pt idx="4765">
                  <c:v>0.643422655</c:v>
                </c:pt>
                <c:pt idx="4766">
                  <c:v>0.643422655</c:v>
                </c:pt>
                <c:pt idx="4767">
                  <c:v>0.643498782</c:v>
                </c:pt>
                <c:pt idx="4768">
                  <c:v>0.643498782</c:v>
                </c:pt>
                <c:pt idx="4769">
                  <c:v>0.643574909</c:v>
                </c:pt>
                <c:pt idx="4770">
                  <c:v>0.643574909</c:v>
                </c:pt>
                <c:pt idx="4771">
                  <c:v>0.643727162</c:v>
                </c:pt>
                <c:pt idx="4772">
                  <c:v>0.643803289</c:v>
                </c:pt>
                <c:pt idx="4773">
                  <c:v>0.643879415</c:v>
                </c:pt>
                <c:pt idx="4774">
                  <c:v>0.643879415</c:v>
                </c:pt>
                <c:pt idx="4775">
                  <c:v>0.643955542</c:v>
                </c:pt>
                <c:pt idx="4776">
                  <c:v>0.643955542</c:v>
                </c:pt>
                <c:pt idx="4777">
                  <c:v>0.643955542</c:v>
                </c:pt>
                <c:pt idx="4778">
                  <c:v>0.644031669</c:v>
                </c:pt>
                <c:pt idx="4779">
                  <c:v>0.644031669</c:v>
                </c:pt>
                <c:pt idx="4780">
                  <c:v>0.644107795</c:v>
                </c:pt>
                <c:pt idx="4781">
                  <c:v>0.644107795</c:v>
                </c:pt>
                <c:pt idx="4782">
                  <c:v>0.644412302</c:v>
                </c:pt>
                <c:pt idx="4783">
                  <c:v>0.644412302</c:v>
                </c:pt>
                <c:pt idx="4784">
                  <c:v>0.644488429</c:v>
                </c:pt>
                <c:pt idx="4785">
                  <c:v>0.644488429</c:v>
                </c:pt>
                <c:pt idx="4786">
                  <c:v>0.644869062</c:v>
                </c:pt>
                <c:pt idx="4787">
                  <c:v>0.644869062</c:v>
                </c:pt>
                <c:pt idx="4788">
                  <c:v>0.645249695</c:v>
                </c:pt>
                <c:pt idx="4789">
                  <c:v>0.645325822</c:v>
                </c:pt>
                <c:pt idx="4790">
                  <c:v>0.645325822</c:v>
                </c:pt>
                <c:pt idx="4791">
                  <c:v>0.645478076</c:v>
                </c:pt>
                <c:pt idx="4792">
                  <c:v>0.645478076</c:v>
                </c:pt>
                <c:pt idx="4793">
                  <c:v>0.645478076</c:v>
                </c:pt>
                <c:pt idx="4794">
                  <c:v>0.645478076</c:v>
                </c:pt>
                <c:pt idx="4795">
                  <c:v>0.645630329</c:v>
                </c:pt>
                <c:pt idx="4796">
                  <c:v>0.645630329</c:v>
                </c:pt>
                <c:pt idx="4797">
                  <c:v>0.645858709</c:v>
                </c:pt>
                <c:pt idx="4798">
                  <c:v>0.645858709</c:v>
                </c:pt>
                <c:pt idx="4799">
                  <c:v>0.645934836</c:v>
                </c:pt>
                <c:pt idx="4800">
                  <c:v>0.645934836</c:v>
                </c:pt>
                <c:pt idx="4801">
                  <c:v>0.646010962</c:v>
                </c:pt>
                <c:pt idx="4802">
                  <c:v>0.646010962</c:v>
                </c:pt>
                <c:pt idx="4803">
                  <c:v>0.646010962</c:v>
                </c:pt>
                <c:pt idx="4804">
                  <c:v>0.646010962</c:v>
                </c:pt>
                <c:pt idx="4805">
                  <c:v>0.646163216</c:v>
                </c:pt>
                <c:pt idx="4806">
                  <c:v>0.646163216</c:v>
                </c:pt>
                <c:pt idx="4807">
                  <c:v>0.646315469</c:v>
                </c:pt>
                <c:pt idx="4808">
                  <c:v>0.646315469</c:v>
                </c:pt>
                <c:pt idx="4809">
                  <c:v>0.646315469</c:v>
                </c:pt>
                <c:pt idx="4810">
                  <c:v>0.646391596</c:v>
                </c:pt>
                <c:pt idx="4811">
                  <c:v>0.646391596</c:v>
                </c:pt>
                <c:pt idx="4812">
                  <c:v>0.646467722</c:v>
                </c:pt>
                <c:pt idx="4813">
                  <c:v>0.646467722</c:v>
                </c:pt>
                <c:pt idx="4814">
                  <c:v>0.646543849</c:v>
                </c:pt>
                <c:pt idx="4815">
                  <c:v>0.646543849</c:v>
                </c:pt>
                <c:pt idx="4816">
                  <c:v>0.646619976</c:v>
                </c:pt>
                <c:pt idx="4817">
                  <c:v>0.646619976</c:v>
                </c:pt>
                <c:pt idx="4818">
                  <c:v>0.646772229</c:v>
                </c:pt>
                <c:pt idx="4819">
                  <c:v>0.646772229</c:v>
                </c:pt>
                <c:pt idx="4820">
                  <c:v>0.646772229</c:v>
                </c:pt>
                <c:pt idx="4821">
                  <c:v>0.646772229</c:v>
                </c:pt>
                <c:pt idx="4822">
                  <c:v>0.646772229</c:v>
                </c:pt>
                <c:pt idx="4823">
                  <c:v>0.646848356</c:v>
                </c:pt>
                <c:pt idx="4824">
                  <c:v>0.646848356</c:v>
                </c:pt>
                <c:pt idx="4825">
                  <c:v>0.646848356</c:v>
                </c:pt>
                <c:pt idx="4826">
                  <c:v>0.646848356</c:v>
                </c:pt>
                <c:pt idx="4827">
                  <c:v>0.646924482</c:v>
                </c:pt>
                <c:pt idx="4828">
                  <c:v>0.646924482</c:v>
                </c:pt>
                <c:pt idx="4829">
                  <c:v>0.646924482</c:v>
                </c:pt>
                <c:pt idx="4830">
                  <c:v>0.647000609</c:v>
                </c:pt>
                <c:pt idx="4831">
                  <c:v>0.647000609</c:v>
                </c:pt>
                <c:pt idx="4832">
                  <c:v>0.647000609</c:v>
                </c:pt>
                <c:pt idx="4833">
                  <c:v>0.647000609</c:v>
                </c:pt>
                <c:pt idx="4834">
                  <c:v>0.647076736</c:v>
                </c:pt>
                <c:pt idx="4835">
                  <c:v>0.647076736</c:v>
                </c:pt>
                <c:pt idx="4836">
                  <c:v>0.647228989</c:v>
                </c:pt>
                <c:pt idx="4837">
                  <c:v>0.647228989</c:v>
                </c:pt>
                <c:pt idx="4838">
                  <c:v>0.647305116</c:v>
                </c:pt>
                <c:pt idx="4839">
                  <c:v>0.647305116</c:v>
                </c:pt>
                <c:pt idx="4840">
                  <c:v>0.647305116</c:v>
                </c:pt>
                <c:pt idx="4841">
                  <c:v>0.647381242</c:v>
                </c:pt>
                <c:pt idx="4842">
                  <c:v>0.647381242</c:v>
                </c:pt>
                <c:pt idx="4843">
                  <c:v>0.647381242</c:v>
                </c:pt>
                <c:pt idx="4844">
                  <c:v>0.647533496</c:v>
                </c:pt>
                <c:pt idx="4845">
                  <c:v>0.647533496</c:v>
                </c:pt>
                <c:pt idx="4846">
                  <c:v>0.647533496</c:v>
                </c:pt>
                <c:pt idx="4847">
                  <c:v>0.647533496</c:v>
                </c:pt>
                <c:pt idx="4848">
                  <c:v>0.647533496</c:v>
                </c:pt>
                <c:pt idx="4849">
                  <c:v>0.647609622</c:v>
                </c:pt>
                <c:pt idx="4850">
                  <c:v>0.647761876</c:v>
                </c:pt>
                <c:pt idx="4851">
                  <c:v>0.647761876</c:v>
                </c:pt>
                <c:pt idx="4852">
                  <c:v>0.647838002</c:v>
                </c:pt>
                <c:pt idx="4853">
                  <c:v>0.647838002</c:v>
                </c:pt>
                <c:pt idx="4854">
                  <c:v>0.647838002</c:v>
                </c:pt>
                <c:pt idx="4855">
                  <c:v>0.647838002</c:v>
                </c:pt>
                <c:pt idx="4856">
                  <c:v>0.647838002</c:v>
                </c:pt>
                <c:pt idx="4857">
                  <c:v>0.647914129</c:v>
                </c:pt>
                <c:pt idx="4858">
                  <c:v>0.647914129</c:v>
                </c:pt>
                <c:pt idx="4859">
                  <c:v>0.648066382</c:v>
                </c:pt>
                <c:pt idx="4860">
                  <c:v>0.648066382</c:v>
                </c:pt>
                <c:pt idx="4861">
                  <c:v>0.648218636</c:v>
                </c:pt>
                <c:pt idx="4862">
                  <c:v>0.648218636</c:v>
                </c:pt>
                <c:pt idx="4863">
                  <c:v>0.648218636</c:v>
                </c:pt>
                <c:pt idx="4864">
                  <c:v>0.648218636</c:v>
                </c:pt>
                <c:pt idx="4865">
                  <c:v>0.648294762</c:v>
                </c:pt>
                <c:pt idx="4866">
                  <c:v>0.648294762</c:v>
                </c:pt>
                <c:pt idx="4867">
                  <c:v>0.648447016</c:v>
                </c:pt>
                <c:pt idx="4868">
                  <c:v>0.648447016</c:v>
                </c:pt>
                <c:pt idx="4869">
                  <c:v>0.648447016</c:v>
                </c:pt>
                <c:pt idx="4870">
                  <c:v>0.648447016</c:v>
                </c:pt>
                <c:pt idx="4871">
                  <c:v>0.648599269</c:v>
                </c:pt>
                <c:pt idx="4872">
                  <c:v>0.648599269</c:v>
                </c:pt>
                <c:pt idx="4873">
                  <c:v>0.648675396</c:v>
                </c:pt>
                <c:pt idx="4874">
                  <c:v>0.648675396</c:v>
                </c:pt>
                <c:pt idx="4875">
                  <c:v>0.648751523</c:v>
                </c:pt>
                <c:pt idx="4876">
                  <c:v>0.648751523</c:v>
                </c:pt>
                <c:pt idx="4877">
                  <c:v>0.648979903</c:v>
                </c:pt>
                <c:pt idx="4878">
                  <c:v>0.648979903</c:v>
                </c:pt>
                <c:pt idx="4879">
                  <c:v>0.649132156</c:v>
                </c:pt>
                <c:pt idx="4880">
                  <c:v>0.649132156</c:v>
                </c:pt>
                <c:pt idx="4881">
                  <c:v>0.649284409</c:v>
                </c:pt>
                <c:pt idx="4882">
                  <c:v>0.649284409</c:v>
                </c:pt>
                <c:pt idx="4883">
                  <c:v>0.649360536</c:v>
                </c:pt>
                <c:pt idx="4884">
                  <c:v>0.649360536</c:v>
                </c:pt>
                <c:pt idx="4885">
                  <c:v>0.649360536</c:v>
                </c:pt>
                <c:pt idx="4886">
                  <c:v>0.649360536</c:v>
                </c:pt>
                <c:pt idx="4887">
                  <c:v>0.649436663</c:v>
                </c:pt>
                <c:pt idx="4888">
                  <c:v>0.649436663</c:v>
                </c:pt>
                <c:pt idx="4889">
                  <c:v>0.649665043</c:v>
                </c:pt>
                <c:pt idx="4890">
                  <c:v>0.649665043</c:v>
                </c:pt>
                <c:pt idx="4891">
                  <c:v>0.649741169</c:v>
                </c:pt>
                <c:pt idx="4892">
                  <c:v>0.649741169</c:v>
                </c:pt>
                <c:pt idx="4893">
                  <c:v>0.649817296</c:v>
                </c:pt>
                <c:pt idx="4894">
                  <c:v>0.649817296</c:v>
                </c:pt>
                <c:pt idx="4895">
                  <c:v>0.649817296</c:v>
                </c:pt>
                <c:pt idx="4896">
                  <c:v>0.649817296</c:v>
                </c:pt>
                <c:pt idx="4897">
                  <c:v>0.649893423</c:v>
                </c:pt>
                <c:pt idx="4898">
                  <c:v>0.649893423</c:v>
                </c:pt>
                <c:pt idx="4899">
                  <c:v>0.649969549</c:v>
                </c:pt>
                <c:pt idx="4900">
                  <c:v>0.649969549</c:v>
                </c:pt>
                <c:pt idx="4901">
                  <c:v>0.650045676</c:v>
                </c:pt>
                <c:pt idx="4902">
                  <c:v>0.650045676</c:v>
                </c:pt>
                <c:pt idx="4903">
                  <c:v>0.650121803</c:v>
                </c:pt>
                <c:pt idx="4904">
                  <c:v>0.650274056</c:v>
                </c:pt>
                <c:pt idx="4905">
                  <c:v>0.650274056</c:v>
                </c:pt>
                <c:pt idx="4906">
                  <c:v>0.650350183</c:v>
                </c:pt>
                <c:pt idx="4907">
                  <c:v>0.650350183</c:v>
                </c:pt>
                <c:pt idx="4908">
                  <c:v>0.650426309</c:v>
                </c:pt>
                <c:pt idx="4909">
                  <c:v>0.650426309</c:v>
                </c:pt>
                <c:pt idx="4910">
                  <c:v>0.650502436</c:v>
                </c:pt>
                <c:pt idx="4911">
                  <c:v>0.650502436</c:v>
                </c:pt>
                <c:pt idx="4912">
                  <c:v>0.650578563</c:v>
                </c:pt>
                <c:pt idx="4913">
                  <c:v>0.650578563</c:v>
                </c:pt>
                <c:pt idx="4914">
                  <c:v>0.650578563</c:v>
                </c:pt>
                <c:pt idx="4915">
                  <c:v>0.650578563</c:v>
                </c:pt>
                <c:pt idx="4916">
                  <c:v>0.650654689</c:v>
                </c:pt>
                <c:pt idx="4917">
                  <c:v>0.650654689</c:v>
                </c:pt>
                <c:pt idx="4918">
                  <c:v>0.650730816</c:v>
                </c:pt>
                <c:pt idx="4919">
                  <c:v>0.650730816</c:v>
                </c:pt>
                <c:pt idx="4920">
                  <c:v>0.650806943</c:v>
                </c:pt>
                <c:pt idx="4921">
                  <c:v>0.650806943</c:v>
                </c:pt>
                <c:pt idx="4922">
                  <c:v>0.650883069</c:v>
                </c:pt>
                <c:pt idx="4923">
                  <c:v>0.650883069</c:v>
                </c:pt>
                <c:pt idx="4924">
                  <c:v>0.650959196</c:v>
                </c:pt>
                <c:pt idx="4925">
                  <c:v>0.650959196</c:v>
                </c:pt>
                <c:pt idx="4926">
                  <c:v>0.650959196</c:v>
                </c:pt>
                <c:pt idx="4927">
                  <c:v>0.651035323</c:v>
                </c:pt>
                <c:pt idx="4928">
                  <c:v>0.651035323</c:v>
                </c:pt>
                <c:pt idx="4929">
                  <c:v>0.651415956</c:v>
                </c:pt>
                <c:pt idx="4930">
                  <c:v>0.651415956</c:v>
                </c:pt>
                <c:pt idx="4931">
                  <c:v>0.651644336</c:v>
                </c:pt>
                <c:pt idx="4932">
                  <c:v>0.651644336</c:v>
                </c:pt>
                <c:pt idx="4933">
                  <c:v>0.65179659</c:v>
                </c:pt>
                <c:pt idx="4934">
                  <c:v>0.65179659</c:v>
                </c:pt>
                <c:pt idx="4935">
                  <c:v>0.651948843</c:v>
                </c:pt>
                <c:pt idx="4936">
                  <c:v>0.651948843</c:v>
                </c:pt>
                <c:pt idx="4937">
                  <c:v>0.652101096</c:v>
                </c:pt>
                <c:pt idx="4938">
                  <c:v>0.652177223</c:v>
                </c:pt>
                <c:pt idx="4939">
                  <c:v>0.652177223</c:v>
                </c:pt>
                <c:pt idx="4940">
                  <c:v>0.65225335</c:v>
                </c:pt>
                <c:pt idx="4941">
                  <c:v>0.65225335</c:v>
                </c:pt>
                <c:pt idx="4942">
                  <c:v>0.652405603</c:v>
                </c:pt>
                <c:pt idx="4943">
                  <c:v>0.652405603</c:v>
                </c:pt>
                <c:pt idx="4944">
                  <c:v>0.65248173</c:v>
                </c:pt>
                <c:pt idx="4945">
                  <c:v>0.65248173</c:v>
                </c:pt>
                <c:pt idx="4946">
                  <c:v>0.65248173</c:v>
                </c:pt>
                <c:pt idx="4947">
                  <c:v>0.65248173</c:v>
                </c:pt>
                <c:pt idx="4948">
                  <c:v>0.65248173</c:v>
                </c:pt>
                <c:pt idx="4949">
                  <c:v>0.652786236</c:v>
                </c:pt>
                <c:pt idx="4950">
                  <c:v>0.652786236</c:v>
                </c:pt>
                <c:pt idx="4951">
                  <c:v>0.652786236</c:v>
                </c:pt>
                <c:pt idx="4952">
                  <c:v>0.652786236</c:v>
                </c:pt>
                <c:pt idx="4953">
                  <c:v>0.652862363</c:v>
                </c:pt>
                <c:pt idx="4954">
                  <c:v>0.652862363</c:v>
                </c:pt>
                <c:pt idx="4955">
                  <c:v>0.65293849</c:v>
                </c:pt>
                <c:pt idx="4956">
                  <c:v>0.65293849</c:v>
                </c:pt>
                <c:pt idx="4957">
                  <c:v>0.65316687</c:v>
                </c:pt>
                <c:pt idx="4958">
                  <c:v>0.65316687</c:v>
                </c:pt>
                <c:pt idx="4959">
                  <c:v>0.653242996</c:v>
                </c:pt>
                <c:pt idx="4960">
                  <c:v>0.653242996</c:v>
                </c:pt>
                <c:pt idx="4961">
                  <c:v>0.653319123</c:v>
                </c:pt>
                <c:pt idx="4962">
                  <c:v>0.65362363</c:v>
                </c:pt>
                <c:pt idx="4963">
                  <c:v>0.65362363</c:v>
                </c:pt>
                <c:pt idx="4964">
                  <c:v>0.653699756</c:v>
                </c:pt>
                <c:pt idx="4965">
                  <c:v>0.653699756</c:v>
                </c:pt>
                <c:pt idx="4966">
                  <c:v>0.653775883</c:v>
                </c:pt>
                <c:pt idx="4967">
                  <c:v>0.653775883</c:v>
                </c:pt>
                <c:pt idx="4968">
                  <c:v>0.653775883</c:v>
                </c:pt>
                <c:pt idx="4969">
                  <c:v>0.653775883</c:v>
                </c:pt>
                <c:pt idx="4970">
                  <c:v>0.65385201</c:v>
                </c:pt>
                <c:pt idx="4971">
                  <c:v>0.65385201</c:v>
                </c:pt>
                <c:pt idx="4972">
                  <c:v>0.65385201</c:v>
                </c:pt>
                <c:pt idx="4973">
                  <c:v>0.654004263</c:v>
                </c:pt>
                <c:pt idx="4974">
                  <c:v>0.654004263</c:v>
                </c:pt>
                <c:pt idx="4975">
                  <c:v>0.654232643</c:v>
                </c:pt>
                <c:pt idx="4976">
                  <c:v>0.654232643</c:v>
                </c:pt>
                <c:pt idx="4977">
                  <c:v>0.654384896</c:v>
                </c:pt>
                <c:pt idx="4978">
                  <c:v>0.654461023</c:v>
                </c:pt>
                <c:pt idx="4979">
                  <c:v>0.65453715</c:v>
                </c:pt>
                <c:pt idx="4980">
                  <c:v>0.654689403</c:v>
                </c:pt>
                <c:pt idx="4981">
                  <c:v>0.654689403</c:v>
                </c:pt>
                <c:pt idx="4982">
                  <c:v>0.65476553</c:v>
                </c:pt>
                <c:pt idx="4983">
                  <c:v>0.65476553</c:v>
                </c:pt>
                <c:pt idx="4984">
                  <c:v>0.654917783</c:v>
                </c:pt>
                <c:pt idx="4985">
                  <c:v>0.654917783</c:v>
                </c:pt>
                <c:pt idx="4986">
                  <c:v>0.65499391</c:v>
                </c:pt>
                <c:pt idx="4987">
                  <c:v>0.65499391</c:v>
                </c:pt>
                <c:pt idx="4988">
                  <c:v>0.655070037</c:v>
                </c:pt>
                <c:pt idx="4989">
                  <c:v>0.655070037</c:v>
                </c:pt>
                <c:pt idx="4990">
                  <c:v>0.65522229</c:v>
                </c:pt>
                <c:pt idx="4991">
                  <c:v>0.65522229</c:v>
                </c:pt>
                <c:pt idx="4992">
                  <c:v>0.655298417</c:v>
                </c:pt>
                <c:pt idx="4993">
                  <c:v>0.65545067</c:v>
                </c:pt>
                <c:pt idx="4994">
                  <c:v>0.65545067</c:v>
                </c:pt>
                <c:pt idx="4995">
                  <c:v>0.655526797</c:v>
                </c:pt>
                <c:pt idx="4996">
                  <c:v>0.655526797</c:v>
                </c:pt>
                <c:pt idx="4997">
                  <c:v>0.65567905</c:v>
                </c:pt>
                <c:pt idx="4998">
                  <c:v>0.65567905</c:v>
                </c:pt>
                <c:pt idx="4999">
                  <c:v>0.65567905</c:v>
                </c:pt>
                <c:pt idx="5000">
                  <c:v>0.65567905</c:v>
                </c:pt>
                <c:pt idx="5001">
                  <c:v>0.655755177</c:v>
                </c:pt>
                <c:pt idx="5002">
                  <c:v>0.655831303</c:v>
                </c:pt>
                <c:pt idx="5003">
                  <c:v>0.655831303</c:v>
                </c:pt>
                <c:pt idx="5004">
                  <c:v>0.655983557</c:v>
                </c:pt>
                <c:pt idx="5005">
                  <c:v>0.655983557</c:v>
                </c:pt>
                <c:pt idx="5006">
                  <c:v>0.656059683</c:v>
                </c:pt>
                <c:pt idx="5007">
                  <c:v>0.656211937</c:v>
                </c:pt>
                <c:pt idx="5008">
                  <c:v>0.656211937</c:v>
                </c:pt>
                <c:pt idx="5009">
                  <c:v>0.656440317</c:v>
                </c:pt>
                <c:pt idx="5010">
                  <c:v>0.656440317</c:v>
                </c:pt>
                <c:pt idx="5011">
                  <c:v>0.656516443</c:v>
                </c:pt>
                <c:pt idx="5012">
                  <c:v>0.656516443</c:v>
                </c:pt>
                <c:pt idx="5013">
                  <c:v>0.65682095</c:v>
                </c:pt>
                <c:pt idx="5014">
                  <c:v>0.65682095</c:v>
                </c:pt>
                <c:pt idx="5015">
                  <c:v>0.656897077</c:v>
                </c:pt>
                <c:pt idx="5016">
                  <c:v>0.656897077</c:v>
                </c:pt>
                <c:pt idx="5017">
                  <c:v>0.656897077</c:v>
                </c:pt>
                <c:pt idx="5018">
                  <c:v>0.656897077</c:v>
                </c:pt>
                <c:pt idx="5019">
                  <c:v>0.656973203</c:v>
                </c:pt>
                <c:pt idx="5020">
                  <c:v>0.656973203</c:v>
                </c:pt>
                <c:pt idx="5021">
                  <c:v>0.65704933</c:v>
                </c:pt>
                <c:pt idx="5022">
                  <c:v>0.65704933</c:v>
                </c:pt>
                <c:pt idx="5023">
                  <c:v>0.657125457</c:v>
                </c:pt>
                <c:pt idx="5024">
                  <c:v>0.657125457</c:v>
                </c:pt>
                <c:pt idx="5025">
                  <c:v>0.65727771</c:v>
                </c:pt>
                <c:pt idx="5026">
                  <c:v>0.65727771</c:v>
                </c:pt>
                <c:pt idx="5027">
                  <c:v>0.657429963</c:v>
                </c:pt>
                <c:pt idx="5028">
                  <c:v>0.657429963</c:v>
                </c:pt>
                <c:pt idx="5029">
                  <c:v>0.657658343</c:v>
                </c:pt>
                <c:pt idx="5030">
                  <c:v>0.65796285</c:v>
                </c:pt>
                <c:pt idx="5031">
                  <c:v>0.65796285</c:v>
                </c:pt>
                <c:pt idx="5032">
                  <c:v>0.65819123</c:v>
                </c:pt>
                <c:pt idx="5033">
                  <c:v>0.65819123</c:v>
                </c:pt>
                <c:pt idx="5034">
                  <c:v>0.65819123</c:v>
                </c:pt>
                <c:pt idx="5035">
                  <c:v>0.658343484</c:v>
                </c:pt>
                <c:pt idx="5036">
                  <c:v>0.658343484</c:v>
                </c:pt>
                <c:pt idx="5037">
                  <c:v>0.658495737</c:v>
                </c:pt>
                <c:pt idx="5038">
                  <c:v>0.658495737</c:v>
                </c:pt>
                <c:pt idx="5039">
                  <c:v>0.658571864</c:v>
                </c:pt>
                <c:pt idx="5040">
                  <c:v>0.658571864</c:v>
                </c:pt>
                <c:pt idx="5041">
                  <c:v>0.658724117</c:v>
                </c:pt>
                <c:pt idx="5042">
                  <c:v>0.658724117</c:v>
                </c:pt>
                <c:pt idx="5043">
                  <c:v>0.658724117</c:v>
                </c:pt>
                <c:pt idx="5044">
                  <c:v>0.65887637</c:v>
                </c:pt>
                <c:pt idx="5045">
                  <c:v>0.65887637</c:v>
                </c:pt>
                <c:pt idx="5046">
                  <c:v>0.659028624</c:v>
                </c:pt>
                <c:pt idx="5047">
                  <c:v>0.659028624</c:v>
                </c:pt>
                <c:pt idx="5048">
                  <c:v>0.659028624</c:v>
                </c:pt>
                <c:pt idx="5049">
                  <c:v>0.65910475</c:v>
                </c:pt>
                <c:pt idx="5050">
                  <c:v>0.65910475</c:v>
                </c:pt>
                <c:pt idx="5051">
                  <c:v>0.659257004</c:v>
                </c:pt>
                <c:pt idx="5052">
                  <c:v>0.659257004</c:v>
                </c:pt>
                <c:pt idx="5053">
                  <c:v>0.659409257</c:v>
                </c:pt>
                <c:pt idx="5054">
                  <c:v>0.65956151</c:v>
                </c:pt>
                <c:pt idx="5055">
                  <c:v>0.65956151</c:v>
                </c:pt>
                <c:pt idx="5056">
                  <c:v>0.659637637</c:v>
                </c:pt>
                <c:pt idx="5057">
                  <c:v>0.659637637</c:v>
                </c:pt>
                <c:pt idx="5058">
                  <c:v>0.659942144</c:v>
                </c:pt>
                <c:pt idx="5059">
                  <c:v>0.659942144</c:v>
                </c:pt>
                <c:pt idx="5060">
                  <c:v>0.660322777</c:v>
                </c:pt>
                <c:pt idx="5061">
                  <c:v>0.660322777</c:v>
                </c:pt>
                <c:pt idx="5062">
                  <c:v>0.660398904</c:v>
                </c:pt>
                <c:pt idx="5063">
                  <c:v>0.660398904</c:v>
                </c:pt>
                <c:pt idx="5064">
                  <c:v>0.660551157</c:v>
                </c:pt>
                <c:pt idx="5065">
                  <c:v>0.660551157</c:v>
                </c:pt>
                <c:pt idx="5066">
                  <c:v>0.660627284</c:v>
                </c:pt>
                <c:pt idx="5067">
                  <c:v>0.660627284</c:v>
                </c:pt>
                <c:pt idx="5068">
                  <c:v>0.66093179</c:v>
                </c:pt>
                <c:pt idx="5069">
                  <c:v>0.661160171</c:v>
                </c:pt>
                <c:pt idx="5070">
                  <c:v>0.661388551</c:v>
                </c:pt>
                <c:pt idx="5071">
                  <c:v>0.661464677</c:v>
                </c:pt>
                <c:pt idx="5072">
                  <c:v>0.661464677</c:v>
                </c:pt>
                <c:pt idx="5073">
                  <c:v>0.661464677</c:v>
                </c:pt>
                <c:pt idx="5074">
                  <c:v>0.661540804</c:v>
                </c:pt>
                <c:pt idx="5075">
                  <c:v>0.661540804</c:v>
                </c:pt>
                <c:pt idx="5076">
                  <c:v>0.661845311</c:v>
                </c:pt>
                <c:pt idx="5077">
                  <c:v>0.661845311</c:v>
                </c:pt>
                <c:pt idx="5078">
                  <c:v>0.661997564</c:v>
                </c:pt>
                <c:pt idx="5079">
                  <c:v>0.662073691</c:v>
                </c:pt>
                <c:pt idx="5080">
                  <c:v>0.662073691</c:v>
                </c:pt>
                <c:pt idx="5081">
                  <c:v>0.662302071</c:v>
                </c:pt>
                <c:pt idx="5082">
                  <c:v>0.662302071</c:v>
                </c:pt>
                <c:pt idx="5083">
                  <c:v>0.662302071</c:v>
                </c:pt>
                <c:pt idx="5084">
                  <c:v>0.662302071</c:v>
                </c:pt>
                <c:pt idx="5085">
                  <c:v>0.662606577</c:v>
                </c:pt>
                <c:pt idx="5086">
                  <c:v>0.662606577</c:v>
                </c:pt>
                <c:pt idx="5087">
                  <c:v>0.662758831</c:v>
                </c:pt>
                <c:pt idx="5088">
                  <c:v>0.662758831</c:v>
                </c:pt>
                <c:pt idx="5089">
                  <c:v>0.662834957</c:v>
                </c:pt>
                <c:pt idx="5090">
                  <c:v>0.662834957</c:v>
                </c:pt>
                <c:pt idx="5091">
                  <c:v>0.662987211</c:v>
                </c:pt>
                <c:pt idx="5092">
                  <c:v>0.662987211</c:v>
                </c:pt>
                <c:pt idx="5093">
                  <c:v>0.663063337</c:v>
                </c:pt>
                <c:pt idx="5094">
                  <c:v>0.663063337</c:v>
                </c:pt>
                <c:pt idx="5095">
                  <c:v>0.663215591</c:v>
                </c:pt>
                <c:pt idx="5096">
                  <c:v>0.663215591</c:v>
                </c:pt>
                <c:pt idx="5097">
                  <c:v>0.663443971</c:v>
                </c:pt>
                <c:pt idx="5098">
                  <c:v>0.663443971</c:v>
                </c:pt>
                <c:pt idx="5099">
                  <c:v>0.663824604</c:v>
                </c:pt>
                <c:pt idx="5100">
                  <c:v>0.663824604</c:v>
                </c:pt>
                <c:pt idx="5101">
                  <c:v>0.663824604</c:v>
                </c:pt>
                <c:pt idx="5102">
                  <c:v>0.663824604</c:v>
                </c:pt>
                <c:pt idx="5103">
                  <c:v>0.663824604</c:v>
                </c:pt>
                <c:pt idx="5104">
                  <c:v>0.663900731</c:v>
                </c:pt>
                <c:pt idx="5105">
                  <c:v>0.663900731</c:v>
                </c:pt>
                <c:pt idx="5106">
                  <c:v>0.664052984</c:v>
                </c:pt>
                <c:pt idx="5107">
                  <c:v>0.664357491</c:v>
                </c:pt>
                <c:pt idx="5108">
                  <c:v>0.664509744</c:v>
                </c:pt>
                <c:pt idx="5109">
                  <c:v>0.665271011</c:v>
                </c:pt>
                <c:pt idx="5110">
                  <c:v>0.665271011</c:v>
                </c:pt>
                <c:pt idx="5111">
                  <c:v>0.665499391</c:v>
                </c:pt>
                <c:pt idx="5112">
                  <c:v>0.665499391</c:v>
                </c:pt>
                <c:pt idx="5113">
                  <c:v>0.665575518</c:v>
                </c:pt>
                <c:pt idx="5114">
                  <c:v>0.665575518</c:v>
                </c:pt>
                <c:pt idx="5115">
                  <c:v>0.665880024</c:v>
                </c:pt>
                <c:pt idx="5116">
                  <c:v>0.665956151</c:v>
                </c:pt>
                <c:pt idx="5117">
                  <c:v>0.665956151</c:v>
                </c:pt>
                <c:pt idx="5118">
                  <c:v>0.665956151</c:v>
                </c:pt>
                <c:pt idx="5119">
                  <c:v>0.666032278</c:v>
                </c:pt>
                <c:pt idx="5120">
                  <c:v>0.666032278</c:v>
                </c:pt>
                <c:pt idx="5121">
                  <c:v>0.666108404</c:v>
                </c:pt>
                <c:pt idx="5122">
                  <c:v>0.666108404</c:v>
                </c:pt>
                <c:pt idx="5123">
                  <c:v>0.666184531</c:v>
                </c:pt>
                <c:pt idx="5124">
                  <c:v>0.666336784</c:v>
                </c:pt>
                <c:pt idx="5125">
                  <c:v>0.666336784</c:v>
                </c:pt>
                <c:pt idx="5126">
                  <c:v>0.666412911</c:v>
                </c:pt>
                <c:pt idx="5127">
                  <c:v>0.666412911</c:v>
                </c:pt>
                <c:pt idx="5128">
                  <c:v>0.666565164</c:v>
                </c:pt>
                <c:pt idx="5129">
                  <c:v>0.666565164</c:v>
                </c:pt>
                <c:pt idx="5130">
                  <c:v>0.666641291</c:v>
                </c:pt>
                <c:pt idx="5131">
                  <c:v>0.666641291</c:v>
                </c:pt>
                <c:pt idx="5132">
                  <c:v>0.666717418</c:v>
                </c:pt>
                <c:pt idx="5133">
                  <c:v>0.666717418</c:v>
                </c:pt>
                <c:pt idx="5134">
                  <c:v>0.666793544</c:v>
                </c:pt>
                <c:pt idx="5135">
                  <c:v>0.666793544</c:v>
                </c:pt>
                <c:pt idx="5136">
                  <c:v>0.666793544</c:v>
                </c:pt>
                <c:pt idx="5137">
                  <c:v>0.666793544</c:v>
                </c:pt>
                <c:pt idx="5138">
                  <c:v>0.666869671</c:v>
                </c:pt>
                <c:pt idx="5139">
                  <c:v>0.666869671</c:v>
                </c:pt>
                <c:pt idx="5140">
                  <c:v>0.666945798</c:v>
                </c:pt>
                <c:pt idx="5141">
                  <c:v>0.666945798</c:v>
                </c:pt>
                <c:pt idx="5142">
                  <c:v>0.666945798</c:v>
                </c:pt>
                <c:pt idx="5143">
                  <c:v>0.666945798</c:v>
                </c:pt>
                <c:pt idx="5144">
                  <c:v>0.667174178</c:v>
                </c:pt>
                <c:pt idx="5145">
                  <c:v>0.667174178</c:v>
                </c:pt>
                <c:pt idx="5146">
                  <c:v>0.667326431</c:v>
                </c:pt>
                <c:pt idx="5147">
                  <c:v>0.667326431</c:v>
                </c:pt>
                <c:pt idx="5148">
                  <c:v>0.667478685</c:v>
                </c:pt>
                <c:pt idx="5149">
                  <c:v>0.667478685</c:v>
                </c:pt>
                <c:pt idx="5150">
                  <c:v>0.667554811</c:v>
                </c:pt>
                <c:pt idx="5151">
                  <c:v>0.667707065</c:v>
                </c:pt>
                <c:pt idx="5152">
                  <c:v>0.667783191</c:v>
                </c:pt>
                <c:pt idx="5153">
                  <c:v>0.667783191</c:v>
                </c:pt>
                <c:pt idx="5154">
                  <c:v>0.667859318</c:v>
                </c:pt>
                <c:pt idx="5155">
                  <c:v>0.667859318</c:v>
                </c:pt>
                <c:pt idx="5156">
                  <c:v>0.667935445</c:v>
                </c:pt>
                <c:pt idx="5157">
                  <c:v>0.667935445</c:v>
                </c:pt>
                <c:pt idx="5158">
                  <c:v>0.667935445</c:v>
                </c:pt>
                <c:pt idx="5159">
                  <c:v>0.668087698</c:v>
                </c:pt>
                <c:pt idx="5160">
                  <c:v>0.668087698</c:v>
                </c:pt>
                <c:pt idx="5161">
                  <c:v>0.668163825</c:v>
                </c:pt>
                <c:pt idx="5162">
                  <c:v>0.668163825</c:v>
                </c:pt>
                <c:pt idx="5163">
                  <c:v>0.668239951</c:v>
                </c:pt>
                <c:pt idx="5164">
                  <c:v>0.668239951</c:v>
                </c:pt>
                <c:pt idx="5165">
                  <c:v>0.668316078</c:v>
                </c:pt>
                <c:pt idx="5166">
                  <c:v>0.668316078</c:v>
                </c:pt>
                <c:pt idx="5167">
                  <c:v>0.668316078</c:v>
                </c:pt>
                <c:pt idx="5168">
                  <c:v>0.668316078</c:v>
                </c:pt>
                <c:pt idx="5169">
                  <c:v>0.668696711</c:v>
                </c:pt>
                <c:pt idx="5170">
                  <c:v>0.668696711</c:v>
                </c:pt>
                <c:pt idx="5171">
                  <c:v>0.669001218</c:v>
                </c:pt>
                <c:pt idx="5172">
                  <c:v>0.669001218</c:v>
                </c:pt>
                <c:pt idx="5173">
                  <c:v>0.669153471</c:v>
                </c:pt>
                <c:pt idx="5174">
                  <c:v>0.669153471</c:v>
                </c:pt>
                <c:pt idx="5175">
                  <c:v>0.669305725</c:v>
                </c:pt>
                <c:pt idx="5176">
                  <c:v>0.669305725</c:v>
                </c:pt>
                <c:pt idx="5177">
                  <c:v>0.669381851</c:v>
                </c:pt>
                <c:pt idx="5178">
                  <c:v>0.669381851</c:v>
                </c:pt>
                <c:pt idx="5179">
                  <c:v>0.669534105</c:v>
                </c:pt>
                <c:pt idx="5180">
                  <c:v>0.669534105</c:v>
                </c:pt>
                <c:pt idx="5181">
                  <c:v>0.669686358</c:v>
                </c:pt>
                <c:pt idx="5182">
                  <c:v>0.669686358</c:v>
                </c:pt>
                <c:pt idx="5183">
                  <c:v>0.669838611</c:v>
                </c:pt>
                <c:pt idx="5184">
                  <c:v>0.670143118</c:v>
                </c:pt>
                <c:pt idx="5185">
                  <c:v>0.670219245</c:v>
                </c:pt>
                <c:pt idx="5186">
                  <c:v>0.670219245</c:v>
                </c:pt>
                <c:pt idx="5187">
                  <c:v>0.670371498</c:v>
                </c:pt>
                <c:pt idx="5188">
                  <c:v>0.670371498</c:v>
                </c:pt>
                <c:pt idx="5189">
                  <c:v>0.670447625</c:v>
                </c:pt>
                <c:pt idx="5190">
                  <c:v>0.670447625</c:v>
                </c:pt>
                <c:pt idx="5191">
                  <c:v>0.670447625</c:v>
                </c:pt>
                <c:pt idx="5192">
                  <c:v>0.670447625</c:v>
                </c:pt>
                <c:pt idx="5193">
                  <c:v>0.670523752</c:v>
                </c:pt>
                <c:pt idx="5194">
                  <c:v>0.670523752</c:v>
                </c:pt>
                <c:pt idx="5195">
                  <c:v>0.670523752</c:v>
                </c:pt>
                <c:pt idx="5196">
                  <c:v>0.670676005</c:v>
                </c:pt>
                <c:pt idx="5197">
                  <c:v>0.670676005</c:v>
                </c:pt>
                <c:pt idx="5198">
                  <c:v>0.670676005</c:v>
                </c:pt>
                <c:pt idx="5199">
                  <c:v>0.670828258</c:v>
                </c:pt>
                <c:pt idx="5200">
                  <c:v>0.670828258</c:v>
                </c:pt>
                <c:pt idx="5201">
                  <c:v>0.670828258</c:v>
                </c:pt>
                <c:pt idx="5202">
                  <c:v>0.671056638</c:v>
                </c:pt>
                <c:pt idx="5203">
                  <c:v>0.671056638</c:v>
                </c:pt>
                <c:pt idx="5204">
                  <c:v>0.671132765</c:v>
                </c:pt>
                <c:pt idx="5205">
                  <c:v>0.671132765</c:v>
                </c:pt>
                <c:pt idx="5206">
                  <c:v>0.671361145</c:v>
                </c:pt>
                <c:pt idx="5207">
                  <c:v>0.671817905</c:v>
                </c:pt>
                <c:pt idx="5208">
                  <c:v>0.671817905</c:v>
                </c:pt>
                <c:pt idx="5209">
                  <c:v>0.671894032</c:v>
                </c:pt>
                <c:pt idx="5210">
                  <c:v>0.671894032</c:v>
                </c:pt>
                <c:pt idx="5211">
                  <c:v>0.671970158</c:v>
                </c:pt>
                <c:pt idx="5212">
                  <c:v>0.672122412</c:v>
                </c:pt>
                <c:pt idx="5213">
                  <c:v>0.672198538</c:v>
                </c:pt>
                <c:pt idx="5214">
                  <c:v>0.672350792</c:v>
                </c:pt>
                <c:pt idx="5215">
                  <c:v>0.672426918</c:v>
                </c:pt>
                <c:pt idx="5216">
                  <c:v>0.672426918</c:v>
                </c:pt>
                <c:pt idx="5217">
                  <c:v>0.672503045</c:v>
                </c:pt>
                <c:pt idx="5218">
                  <c:v>0.672503045</c:v>
                </c:pt>
                <c:pt idx="5219">
                  <c:v>0.672579172</c:v>
                </c:pt>
                <c:pt idx="5220">
                  <c:v>0.672579172</c:v>
                </c:pt>
                <c:pt idx="5221">
                  <c:v>0.672579172</c:v>
                </c:pt>
                <c:pt idx="5222">
                  <c:v>0.672655298</c:v>
                </c:pt>
                <c:pt idx="5223">
                  <c:v>0.672655298</c:v>
                </c:pt>
                <c:pt idx="5224">
                  <c:v>0.672807552</c:v>
                </c:pt>
                <c:pt idx="5225">
                  <c:v>0.672807552</c:v>
                </c:pt>
                <c:pt idx="5226">
                  <c:v>0.672883678</c:v>
                </c:pt>
                <c:pt idx="5227">
                  <c:v>0.672959805</c:v>
                </c:pt>
                <c:pt idx="5228">
                  <c:v>0.672959805</c:v>
                </c:pt>
                <c:pt idx="5229">
                  <c:v>0.672959805</c:v>
                </c:pt>
                <c:pt idx="5230">
                  <c:v>0.673035932</c:v>
                </c:pt>
                <c:pt idx="5231">
                  <c:v>0.673112058</c:v>
                </c:pt>
                <c:pt idx="5232">
                  <c:v>0.673112058</c:v>
                </c:pt>
                <c:pt idx="5233">
                  <c:v>0.673416565</c:v>
                </c:pt>
                <c:pt idx="5234">
                  <c:v>0.673492692</c:v>
                </c:pt>
                <c:pt idx="5235">
                  <c:v>0.673492692</c:v>
                </c:pt>
                <c:pt idx="5236">
                  <c:v>0.673644945</c:v>
                </c:pt>
                <c:pt idx="5237">
                  <c:v>0.673797199</c:v>
                </c:pt>
                <c:pt idx="5238">
                  <c:v>0.673797199</c:v>
                </c:pt>
                <c:pt idx="5239">
                  <c:v>0.673797199</c:v>
                </c:pt>
                <c:pt idx="5240">
                  <c:v>0.673873325</c:v>
                </c:pt>
                <c:pt idx="5241">
                  <c:v>0.673873325</c:v>
                </c:pt>
                <c:pt idx="5242">
                  <c:v>0.674025579</c:v>
                </c:pt>
                <c:pt idx="5243">
                  <c:v>0.674177832</c:v>
                </c:pt>
                <c:pt idx="5244">
                  <c:v>0.674177832</c:v>
                </c:pt>
                <c:pt idx="5245">
                  <c:v>0.674330085</c:v>
                </c:pt>
                <c:pt idx="5246">
                  <c:v>0.674330085</c:v>
                </c:pt>
                <c:pt idx="5247">
                  <c:v>0.674406212</c:v>
                </c:pt>
                <c:pt idx="5248">
                  <c:v>0.674406212</c:v>
                </c:pt>
                <c:pt idx="5249">
                  <c:v>0.674482339</c:v>
                </c:pt>
                <c:pt idx="5250">
                  <c:v>0.674482339</c:v>
                </c:pt>
                <c:pt idx="5251">
                  <c:v>0.674634592</c:v>
                </c:pt>
                <c:pt idx="5252">
                  <c:v>0.674634592</c:v>
                </c:pt>
                <c:pt idx="5253">
                  <c:v>0.674710719</c:v>
                </c:pt>
                <c:pt idx="5254">
                  <c:v>0.674710719</c:v>
                </c:pt>
                <c:pt idx="5255">
                  <c:v>0.674710719</c:v>
                </c:pt>
                <c:pt idx="5256">
                  <c:v>0.674939099</c:v>
                </c:pt>
                <c:pt idx="5257">
                  <c:v>0.674939099</c:v>
                </c:pt>
                <c:pt idx="5258">
                  <c:v>0.675243605</c:v>
                </c:pt>
                <c:pt idx="5259">
                  <c:v>0.675243605</c:v>
                </c:pt>
                <c:pt idx="5260">
                  <c:v>0.675243605</c:v>
                </c:pt>
                <c:pt idx="5261">
                  <c:v>0.675471985</c:v>
                </c:pt>
                <c:pt idx="5262">
                  <c:v>0.675471985</c:v>
                </c:pt>
                <c:pt idx="5263">
                  <c:v>0.675548112</c:v>
                </c:pt>
                <c:pt idx="5264">
                  <c:v>0.675548112</c:v>
                </c:pt>
                <c:pt idx="5265">
                  <c:v>0.675624239</c:v>
                </c:pt>
                <c:pt idx="5266">
                  <c:v>0.675624239</c:v>
                </c:pt>
                <c:pt idx="5267">
                  <c:v>0.675700365</c:v>
                </c:pt>
                <c:pt idx="5268">
                  <c:v>0.675700365</c:v>
                </c:pt>
                <c:pt idx="5269">
                  <c:v>0.675700365</c:v>
                </c:pt>
                <c:pt idx="5270">
                  <c:v>0.675700365</c:v>
                </c:pt>
                <c:pt idx="5271">
                  <c:v>0.675852619</c:v>
                </c:pt>
                <c:pt idx="5272">
                  <c:v>0.675852619</c:v>
                </c:pt>
                <c:pt idx="5273">
                  <c:v>0.676080999</c:v>
                </c:pt>
                <c:pt idx="5274">
                  <c:v>0.676080999</c:v>
                </c:pt>
                <c:pt idx="5275">
                  <c:v>0.676157125</c:v>
                </c:pt>
                <c:pt idx="5276">
                  <c:v>0.676157125</c:v>
                </c:pt>
                <c:pt idx="5277">
                  <c:v>0.676309379</c:v>
                </c:pt>
                <c:pt idx="5278">
                  <c:v>0.676309379</c:v>
                </c:pt>
                <c:pt idx="5279">
                  <c:v>0.676461632</c:v>
                </c:pt>
                <c:pt idx="5280">
                  <c:v>0.676461632</c:v>
                </c:pt>
                <c:pt idx="5281">
                  <c:v>0.676537759</c:v>
                </c:pt>
                <c:pt idx="5282">
                  <c:v>0.676613886</c:v>
                </c:pt>
                <c:pt idx="5283">
                  <c:v>0.676613886</c:v>
                </c:pt>
                <c:pt idx="5284">
                  <c:v>0.676766139</c:v>
                </c:pt>
                <c:pt idx="5285">
                  <c:v>0.676766139</c:v>
                </c:pt>
                <c:pt idx="5286">
                  <c:v>0.676842266</c:v>
                </c:pt>
                <c:pt idx="5287">
                  <c:v>0.676842266</c:v>
                </c:pt>
                <c:pt idx="5288">
                  <c:v>0.676994519</c:v>
                </c:pt>
                <c:pt idx="5289">
                  <c:v>0.676994519</c:v>
                </c:pt>
                <c:pt idx="5290">
                  <c:v>0.677070646</c:v>
                </c:pt>
                <c:pt idx="5291">
                  <c:v>0.677070646</c:v>
                </c:pt>
                <c:pt idx="5292">
                  <c:v>0.677070646</c:v>
                </c:pt>
                <c:pt idx="5293">
                  <c:v>0.677070646</c:v>
                </c:pt>
                <c:pt idx="5294">
                  <c:v>0.677070646</c:v>
                </c:pt>
                <c:pt idx="5295">
                  <c:v>0.677070646</c:v>
                </c:pt>
                <c:pt idx="5296">
                  <c:v>0.677146772</c:v>
                </c:pt>
                <c:pt idx="5297">
                  <c:v>0.677146772</c:v>
                </c:pt>
                <c:pt idx="5298">
                  <c:v>0.677222899</c:v>
                </c:pt>
                <c:pt idx="5299">
                  <c:v>0.677222899</c:v>
                </c:pt>
                <c:pt idx="5300">
                  <c:v>0.677299026</c:v>
                </c:pt>
                <c:pt idx="5301">
                  <c:v>0.677299026</c:v>
                </c:pt>
                <c:pt idx="5302">
                  <c:v>0.677984166</c:v>
                </c:pt>
                <c:pt idx="5303">
                  <c:v>0.677984166</c:v>
                </c:pt>
                <c:pt idx="5304">
                  <c:v>0.678060292</c:v>
                </c:pt>
                <c:pt idx="5305">
                  <c:v>0.678060292</c:v>
                </c:pt>
                <c:pt idx="5306">
                  <c:v>0.678060292</c:v>
                </c:pt>
                <c:pt idx="5307">
                  <c:v>0.678060292</c:v>
                </c:pt>
                <c:pt idx="5308">
                  <c:v>0.678136419</c:v>
                </c:pt>
                <c:pt idx="5309">
                  <c:v>0.678136419</c:v>
                </c:pt>
                <c:pt idx="5310">
                  <c:v>0.678136419</c:v>
                </c:pt>
                <c:pt idx="5311">
                  <c:v>0.678136419</c:v>
                </c:pt>
                <c:pt idx="5312">
                  <c:v>0.678364799</c:v>
                </c:pt>
                <c:pt idx="5313">
                  <c:v>0.678364799</c:v>
                </c:pt>
                <c:pt idx="5314">
                  <c:v>0.678440926</c:v>
                </c:pt>
                <c:pt idx="5315">
                  <c:v>0.678440926</c:v>
                </c:pt>
                <c:pt idx="5316">
                  <c:v>0.678517052</c:v>
                </c:pt>
                <c:pt idx="5317">
                  <c:v>0.678517052</c:v>
                </c:pt>
                <c:pt idx="5318">
                  <c:v>0.678593179</c:v>
                </c:pt>
                <c:pt idx="5319">
                  <c:v>0.678593179</c:v>
                </c:pt>
                <c:pt idx="5320">
                  <c:v>0.678897686</c:v>
                </c:pt>
                <c:pt idx="5321">
                  <c:v>0.679049939</c:v>
                </c:pt>
                <c:pt idx="5322">
                  <c:v>0.679049939</c:v>
                </c:pt>
                <c:pt idx="5323">
                  <c:v>0.679049939</c:v>
                </c:pt>
                <c:pt idx="5324">
                  <c:v>0.679126066</c:v>
                </c:pt>
                <c:pt idx="5325">
                  <c:v>0.679126066</c:v>
                </c:pt>
                <c:pt idx="5326">
                  <c:v>0.679354446</c:v>
                </c:pt>
                <c:pt idx="5327">
                  <c:v>0.679354446</c:v>
                </c:pt>
                <c:pt idx="5328">
                  <c:v>0.679430572</c:v>
                </c:pt>
                <c:pt idx="5329">
                  <c:v>0.679430572</c:v>
                </c:pt>
                <c:pt idx="5330">
                  <c:v>0.679506699</c:v>
                </c:pt>
                <c:pt idx="5331">
                  <c:v>0.679506699</c:v>
                </c:pt>
                <c:pt idx="5332">
                  <c:v>0.679658952</c:v>
                </c:pt>
                <c:pt idx="5333">
                  <c:v>0.679658952</c:v>
                </c:pt>
                <c:pt idx="5334">
                  <c:v>0.679658952</c:v>
                </c:pt>
                <c:pt idx="5335">
                  <c:v>0.679658952</c:v>
                </c:pt>
                <c:pt idx="5336">
                  <c:v>0.679811206</c:v>
                </c:pt>
                <c:pt idx="5337">
                  <c:v>0.679811206</c:v>
                </c:pt>
                <c:pt idx="5338">
                  <c:v>0.679887333</c:v>
                </c:pt>
                <c:pt idx="5339">
                  <c:v>0.679887333</c:v>
                </c:pt>
                <c:pt idx="5340">
                  <c:v>0.679963459</c:v>
                </c:pt>
                <c:pt idx="5341">
                  <c:v>0.679963459</c:v>
                </c:pt>
                <c:pt idx="5342">
                  <c:v>0.680039586</c:v>
                </c:pt>
                <c:pt idx="5343">
                  <c:v>0.680115713</c:v>
                </c:pt>
                <c:pt idx="5344">
                  <c:v>0.680267966</c:v>
                </c:pt>
                <c:pt idx="5345">
                  <c:v>0.680267966</c:v>
                </c:pt>
                <c:pt idx="5346">
                  <c:v>0.680344093</c:v>
                </c:pt>
                <c:pt idx="5347">
                  <c:v>0.680572473</c:v>
                </c:pt>
                <c:pt idx="5348">
                  <c:v>0.680648599</c:v>
                </c:pt>
                <c:pt idx="5349">
                  <c:v>0.680648599</c:v>
                </c:pt>
                <c:pt idx="5350">
                  <c:v>0.680800853</c:v>
                </c:pt>
                <c:pt idx="5351">
                  <c:v>0.680800853</c:v>
                </c:pt>
                <c:pt idx="5352">
                  <c:v>0.680953106</c:v>
                </c:pt>
                <c:pt idx="5353">
                  <c:v>0.680953106</c:v>
                </c:pt>
                <c:pt idx="5354">
                  <c:v>0.681105359</c:v>
                </c:pt>
                <c:pt idx="5355">
                  <c:v>0.681105359</c:v>
                </c:pt>
                <c:pt idx="5356">
                  <c:v>0.681105359</c:v>
                </c:pt>
                <c:pt idx="5357">
                  <c:v>0.681105359</c:v>
                </c:pt>
                <c:pt idx="5358">
                  <c:v>0.681181486</c:v>
                </c:pt>
                <c:pt idx="5359">
                  <c:v>0.681181486</c:v>
                </c:pt>
                <c:pt idx="5360">
                  <c:v>0.681257613</c:v>
                </c:pt>
                <c:pt idx="5361">
                  <c:v>0.681257613</c:v>
                </c:pt>
                <c:pt idx="5362">
                  <c:v>0.681333739</c:v>
                </c:pt>
                <c:pt idx="5363">
                  <c:v>0.681333739</c:v>
                </c:pt>
                <c:pt idx="5364">
                  <c:v>0.681333739</c:v>
                </c:pt>
                <c:pt idx="5365">
                  <c:v>0.681562119</c:v>
                </c:pt>
                <c:pt idx="5366">
                  <c:v>0.681866626</c:v>
                </c:pt>
                <c:pt idx="5367">
                  <c:v>0.681866626</c:v>
                </c:pt>
                <c:pt idx="5368">
                  <c:v>0.681866626</c:v>
                </c:pt>
                <c:pt idx="5369">
                  <c:v>0.681866626</c:v>
                </c:pt>
                <c:pt idx="5370">
                  <c:v>0.681942753</c:v>
                </c:pt>
                <c:pt idx="5371">
                  <c:v>0.681942753</c:v>
                </c:pt>
                <c:pt idx="5372">
                  <c:v>0.682018879</c:v>
                </c:pt>
                <c:pt idx="5373">
                  <c:v>0.682018879</c:v>
                </c:pt>
                <c:pt idx="5374">
                  <c:v>0.682018879</c:v>
                </c:pt>
                <c:pt idx="5375">
                  <c:v>0.682095006</c:v>
                </c:pt>
                <c:pt idx="5376">
                  <c:v>0.682095006</c:v>
                </c:pt>
                <c:pt idx="5377">
                  <c:v>0.682171133</c:v>
                </c:pt>
                <c:pt idx="5378">
                  <c:v>0.682171133</c:v>
                </c:pt>
                <c:pt idx="5379">
                  <c:v>0.682247259</c:v>
                </c:pt>
                <c:pt idx="5380">
                  <c:v>0.682247259</c:v>
                </c:pt>
                <c:pt idx="5381">
                  <c:v>0.682247259</c:v>
                </c:pt>
                <c:pt idx="5382">
                  <c:v>0.682323386</c:v>
                </c:pt>
                <c:pt idx="5383">
                  <c:v>0.682323386</c:v>
                </c:pt>
                <c:pt idx="5384">
                  <c:v>0.682399513</c:v>
                </c:pt>
                <c:pt idx="5385">
                  <c:v>0.682399513</c:v>
                </c:pt>
                <c:pt idx="5386">
                  <c:v>0.682475639</c:v>
                </c:pt>
                <c:pt idx="5387">
                  <c:v>0.682475639</c:v>
                </c:pt>
                <c:pt idx="5388">
                  <c:v>0.682551766</c:v>
                </c:pt>
                <c:pt idx="5389">
                  <c:v>0.682551766</c:v>
                </c:pt>
                <c:pt idx="5390">
                  <c:v>0.682551766</c:v>
                </c:pt>
                <c:pt idx="5391">
                  <c:v>0.682704019</c:v>
                </c:pt>
                <c:pt idx="5392">
                  <c:v>0.682704019</c:v>
                </c:pt>
                <c:pt idx="5393">
                  <c:v>0.682704019</c:v>
                </c:pt>
                <c:pt idx="5394">
                  <c:v>0.682704019</c:v>
                </c:pt>
                <c:pt idx="5395">
                  <c:v>0.682780146</c:v>
                </c:pt>
                <c:pt idx="5396">
                  <c:v>0.682780146</c:v>
                </c:pt>
                <c:pt idx="5397">
                  <c:v>0.682780146</c:v>
                </c:pt>
                <c:pt idx="5398">
                  <c:v>0.6829324</c:v>
                </c:pt>
                <c:pt idx="5399">
                  <c:v>0.6829324</c:v>
                </c:pt>
                <c:pt idx="5400">
                  <c:v>0.68316078</c:v>
                </c:pt>
                <c:pt idx="5401">
                  <c:v>0.68316078</c:v>
                </c:pt>
                <c:pt idx="5402">
                  <c:v>0.68316078</c:v>
                </c:pt>
                <c:pt idx="5403">
                  <c:v>0.683236906</c:v>
                </c:pt>
                <c:pt idx="5404">
                  <c:v>0.683236906</c:v>
                </c:pt>
                <c:pt idx="5405">
                  <c:v>0.683313033</c:v>
                </c:pt>
                <c:pt idx="5406">
                  <c:v>0.683313033</c:v>
                </c:pt>
                <c:pt idx="5407">
                  <c:v>0.683465286</c:v>
                </c:pt>
                <c:pt idx="5408">
                  <c:v>0.683465286</c:v>
                </c:pt>
                <c:pt idx="5409">
                  <c:v>0.683465286</c:v>
                </c:pt>
                <c:pt idx="5410">
                  <c:v>0.68361754</c:v>
                </c:pt>
                <c:pt idx="5411">
                  <c:v>0.68361754</c:v>
                </c:pt>
                <c:pt idx="5412">
                  <c:v>0.683693666</c:v>
                </c:pt>
                <c:pt idx="5413">
                  <c:v>0.683693666</c:v>
                </c:pt>
                <c:pt idx="5414">
                  <c:v>0.68384592</c:v>
                </c:pt>
                <c:pt idx="5415">
                  <c:v>0.68384592</c:v>
                </c:pt>
                <c:pt idx="5416">
                  <c:v>0.683922046</c:v>
                </c:pt>
                <c:pt idx="5417">
                  <c:v>0.683922046</c:v>
                </c:pt>
                <c:pt idx="5418">
                  <c:v>0.683922046</c:v>
                </c:pt>
                <c:pt idx="5419">
                  <c:v>0.6840743</c:v>
                </c:pt>
                <c:pt idx="5420">
                  <c:v>0.6840743</c:v>
                </c:pt>
                <c:pt idx="5421">
                  <c:v>0.684226553</c:v>
                </c:pt>
                <c:pt idx="5422">
                  <c:v>0.684226553</c:v>
                </c:pt>
                <c:pt idx="5423">
                  <c:v>0.68453106</c:v>
                </c:pt>
                <c:pt idx="5424">
                  <c:v>0.684683313</c:v>
                </c:pt>
                <c:pt idx="5425">
                  <c:v>0.684683313</c:v>
                </c:pt>
                <c:pt idx="5426">
                  <c:v>0.684835566</c:v>
                </c:pt>
                <c:pt idx="5427">
                  <c:v>0.684835566</c:v>
                </c:pt>
                <c:pt idx="5428">
                  <c:v>0.684835566</c:v>
                </c:pt>
                <c:pt idx="5429">
                  <c:v>0.684835566</c:v>
                </c:pt>
                <c:pt idx="5430">
                  <c:v>0.685063946</c:v>
                </c:pt>
                <c:pt idx="5431">
                  <c:v>0.685063946</c:v>
                </c:pt>
                <c:pt idx="5432">
                  <c:v>0.6852162</c:v>
                </c:pt>
                <c:pt idx="5433">
                  <c:v>0.6852162</c:v>
                </c:pt>
                <c:pt idx="5434">
                  <c:v>0.685292326</c:v>
                </c:pt>
                <c:pt idx="5435">
                  <c:v>0.685292326</c:v>
                </c:pt>
                <c:pt idx="5436">
                  <c:v>0.685292326</c:v>
                </c:pt>
                <c:pt idx="5437">
                  <c:v>0.685368453</c:v>
                </c:pt>
                <c:pt idx="5438">
                  <c:v>0.685368453</c:v>
                </c:pt>
                <c:pt idx="5439">
                  <c:v>0.68544458</c:v>
                </c:pt>
                <c:pt idx="5440">
                  <c:v>0.68544458</c:v>
                </c:pt>
                <c:pt idx="5441">
                  <c:v>0.68544458</c:v>
                </c:pt>
                <c:pt idx="5442">
                  <c:v>0.685520706</c:v>
                </c:pt>
                <c:pt idx="5443">
                  <c:v>0.685520706</c:v>
                </c:pt>
                <c:pt idx="5444">
                  <c:v>0.68567296</c:v>
                </c:pt>
                <c:pt idx="5445">
                  <c:v>0.685749086</c:v>
                </c:pt>
                <c:pt idx="5446">
                  <c:v>0.685749086</c:v>
                </c:pt>
                <c:pt idx="5447">
                  <c:v>0.685825213</c:v>
                </c:pt>
                <c:pt idx="5448">
                  <c:v>0.685825213</c:v>
                </c:pt>
                <c:pt idx="5449">
                  <c:v>0.685977467</c:v>
                </c:pt>
                <c:pt idx="5450">
                  <c:v>0.685977467</c:v>
                </c:pt>
                <c:pt idx="5451">
                  <c:v>0.685977467</c:v>
                </c:pt>
                <c:pt idx="5452">
                  <c:v>0.68612972</c:v>
                </c:pt>
                <c:pt idx="5453">
                  <c:v>0.68612972</c:v>
                </c:pt>
                <c:pt idx="5454">
                  <c:v>0.68612972</c:v>
                </c:pt>
                <c:pt idx="5455">
                  <c:v>0.68612972</c:v>
                </c:pt>
                <c:pt idx="5456">
                  <c:v>0.686205847</c:v>
                </c:pt>
                <c:pt idx="5457">
                  <c:v>0.686205847</c:v>
                </c:pt>
                <c:pt idx="5458">
                  <c:v>0.686281973</c:v>
                </c:pt>
                <c:pt idx="5459">
                  <c:v>0.686281973</c:v>
                </c:pt>
                <c:pt idx="5460">
                  <c:v>0.6863581</c:v>
                </c:pt>
                <c:pt idx="5461">
                  <c:v>0.6863581</c:v>
                </c:pt>
                <c:pt idx="5462">
                  <c:v>0.686434227</c:v>
                </c:pt>
                <c:pt idx="5463">
                  <c:v>0.686434227</c:v>
                </c:pt>
                <c:pt idx="5464">
                  <c:v>0.686510353</c:v>
                </c:pt>
                <c:pt idx="5465">
                  <c:v>0.686510353</c:v>
                </c:pt>
                <c:pt idx="5466">
                  <c:v>0.68658648</c:v>
                </c:pt>
                <c:pt idx="5467">
                  <c:v>0.68658648</c:v>
                </c:pt>
                <c:pt idx="5468">
                  <c:v>0.686662607</c:v>
                </c:pt>
                <c:pt idx="5469">
                  <c:v>0.686662607</c:v>
                </c:pt>
                <c:pt idx="5470">
                  <c:v>0.686738733</c:v>
                </c:pt>
                <c:pt idx="5471">
                  <c:v>0.686738733</c:v>
                </c:pt>
                <c:pt idx="5472">
                  <c:v>0.68681486</c:v>
                </c:pt>
                <c:pt idx="5473">
                  <c:v>0.68681486</c:v>
                </c:pt>
                <c:pt idx="5474">
                  <c:v>0.686890987</c:v>
                </c:pt>
                <c:pt idx="5475">
                  <c:v>0.686890987</c:v>
                </c:pt>
                <c:pt idx="5476">
                  <c:v>0.686967113</c:v>
                </c:pt>
                <c:pt idx="5477">
                  <c:v>0.686967113</c:v>
                </c:pt>
                <c:pt idx="5478">
                  <c:v>0.687119367</c:v>
                </c:pt>
                <c:pt idx="5479">
                  <c:v>0.687119367</c:v>
                </c:pt>
                <c:pt idx="5480">
                  <c:v>0.687195493</c:v>
                </c:pt>
                <c:pt idx="5481">
                  <c:v>0.687195493</c:v>
                </c:pt>
                <c:pt idx="5482">
                  <c:v>0.68727162</c:v>
                </c:pt>
                <c:pt idx="5483">
                  <c:v>0.68727162</c:v>
                </c:pt>
                <c:pt idx="5484">
                  <c:v>0.687576127</c:v>
                </c:pt>
                <c:pt idx="5485">
                  <c:v>0.687576127</c:v>
                </c:pt>
                <c:pt idx="5486">
                  <c:v>0.687576127</c:v>
                </c:pt>
                <c:pt idx="5487">
                  <c:v>0.687652253</c:v>
                </c:pt>
                <c:pt idx="5488">
                  <c:v>0.687652253</c:v>
                </c:pt>
                <c:pt idx="5489">
                  <c:v>0.687804507</c:v>
                </c:pt>
                <c:pt idx="5490">
                  <c:v>0.687880633</c:v>
                </c:pt>
                <c:pt idx="5491">
                  <c:v>0.687880633</c:v>
                </c:pt>
                <c:pt idx="5492">
                  <c:v>0.68795676</c:v>
                </c:pt>
                <c:pt idx="5493">
                  <c:v>0.68795676</c:v>
                </c:pt>
                <c:pt idx="5494">
                  <c:v>0.68795676</c:v>
                </c:pt>
                <c:pt idx="5495">
                  <c:v>0.68795676</c:v>
                </c:pt>
                <c:pt idx="5496">
                  <c:v>0.688109013</c:v>
                </c:pt>
                <c:pt idx="5497">
                  <c:v>0.688109013</c:v>
                </c:pt>
                <c:pt idx="5498">
                  <c:v>0.688261267</c:v>
                </c:pt>
                <c:pt idx="5499">
                  <c:v>0.688261267</c:v>
                </c:pt>
                <c:pt idx="5500">
                  <c:v>0.688261267</c:v>
                </c:pt>
                <c:pt idx="5501">
                  <c:v>0.688565773</c:v>
                </c:pt>
                <c:pt idx="5502">
                  <c:v>0.688718027</c:v>
                </c:pt>
                <c:pt idx="5503">
                  <c:v>0.688794153</c:v>
                </c:pt>
                <c:pt idx="5504">
                  <c:v>0.688794153</c:v>
                </c:pt>
                <c:pt idx="5505">
                  <c:v>0.68887028</c:v>
                </c:pt>
                <c:pt idx="5506">
                  <c:v>0.68887028</c:v>
                </c:pt>
                <c:pt idx="5507">
                  <c:v>0.688946407</c:v>
                </c:pt>
                <c:pt idx="5508">
                  <c:v>0.688946407</c:v>
                </c:pt>
                <c:pt idx="5509">
                  <c:v>0.689022533</c:v>
                </c:pt>
                <c:pt idx="5510">
                  <c:v>0.689022533</c:v>
                </c:pt>
                <c:pt idx="5511">
                  <c:v>0.68909866</c:v>
                </c:pt>
                <c:pt idx="5512">
                  <c:v>0.68909866</c:v>
                </c:pt>
                <c:pt idx="5513">
                  <c:v>0.689250914</c:v>
                </c:pt>
                <c:pt idx="5514">
                  <c:v>0.68932704</c:v>
                </c:pt>
                <c:pt idx="5515">
                  <c:v>0.68932704</c:v>
                </c:pt>
                <c:pt idx="5516">
                  <c:v>0.68932704</c:v>
                </c:pt>
                <c:pt idx="5517">
                  <c:v>0.689631547</c:v>
                </c:pt>
                <c:pt idx="5518">
                  <c:v>0.689631547</c:v>
                </c:pt>
                <c:pt idx="5519">
                  <c:v>0.689707674</c:v>
                </c:pt>
                <c:pt idx="5520">
                  <c:v>0.689707674</c:v>
                </c:pt>
                <c:pt idx="5521">
                  <c:v>0.689707674</c:v>
                </c:pt>
                <c:pt idx="5522">
                  <c:v>0.689707674</c:v>
                </c:pt>
                <c:pt idx="5523">
                  <c:v>0.689707674</c:v>
                </c:pt>
                <c:pt idx="5524">
                  <c:v>0.689859927</c:v>
                </c:pt>
                <c:pt idx="5525">
                  <c:v>0.689859927</c:v>
                </c:pt>
                <c:pt idx="5526">
                  <c:v>0.690316687</c:v>
                </c:pt>
                <c:pt idx="5527">
                  <c:v>0.690316687</c:v>
                </c:pt>
                <c:pt idx="5528">
                  <c:v>0.690316687</c:v>
                </c:pt>
                <c:pt idx="5529">
                  <c:v>0.690316687</c:v>
                </c:pt>
                <c:pt idx="5530">
                  <c:v>0.69046894</c:v>
                </c:pt>
                <c:pt idx="5531">
                  <c:v>0.69046894</c:v>
                </c:pt>
                <c:pt idx="5532">
                  <c:v>0.69046894</c:v>
                </c:pt>
                <c:pt idx="5533">
                  <c:v>0.69046894</c:v>
                </c:pt>
                <c:pt idx="5534">
                  <c:v>0.690545067</c:v>
                </c:pt>
                <c:pt idx="5535">
                  <c:v>0.690545067</c:v>
                </c:pt>
                <c:pt idx="5536">
                  <c:v>0.690773447</c:v>
                </c:pt>
                <c:pt idx="5537">
                  <c:v>0.690773447</c:v>
                </c:pt>
                <c:pt idx="5538">
                  <c:v>0.690849574</c:v>
                </c:pt>
                <c:pt idx="5539">
                  <c:v>0.691001827</c:v>
                </c:pt>
                <c:pt idx="5540">
                  <c:v>0.691001827</c:v>
                </c:pt>
                <c:pt idx="5541">
                  <c:v>0.691077954</c:v>
                </c:pt>
                <c:pt idx="5542">
                  <c:v>0.691077954</c:v>
                </c:pt>
                <c:pt idx="5543">
                  <c:v>0.69115408</c:v>
                </c:pt>
                <c:pt idx="5544">
                  <c:v>0.69115408</c:v>
                </c:pt>
                <c:pt idx="5545">
                  <c:v>0.691306334</c:v>
                </c:pt>
                <c:pt idx="5546">
                  <c:v>0.691306334</c:v>
                </c:pt>
                <c:pt idx="5547">
                  <c:v>0.691458587</c:v>
                </c:pt>
                <c:pt idx="5548">
                  <c:v>0.69161084</c:v>
                </c:pt>
                <c:pt idx="5549">
                  <c:v>0.69161084</c:v>
                </c:pt>
                <c:pt idx="5550">
                  <c:v>0.691763094</c:v>
                </c:pt>
                <c:pt idx="5551">
                  <c:v>0.691763094</c:v>
                </c:pt>
                <c:pt idx="5552">
                  <c:v>0.691915347</c:v>
                </c:pt>
                <c:pt idx="5553">
                  <c:v>0.691915347</c:v>
                </c:pt>
                <c:pt idx="5554">
                  <c:v>0.691915347</c:v>
                </c:pt>
                <c:pt idx="5555">
                  <c:v>0.692143727</c:v>
                </c:pt>
                <c:pt idx="5556">
                  <c:v>0.692143727</c:v>
                </c:pt>
                <c:pt idx="5557">
                  <c:v>0.692219854</c:v>
                </c:pt>
                <c:pt idx="5558">
                  <c:v>0.692219854</c:v>
                </c:pt>
                <c:pt idx="5559">
                  <c:v>0.692372107</c:v>
                </c:pt>
                <c:pt idx="5560">
                  <c:v>0.692372107</c:v>
                </c:pt>
                <c:pt idx="5561">
                  <c:v>0.692524361</c:v>
                </c:pt>
                <c:pt idx="5562">
                  <c:v>0.692524361</c:v>
                </c:pt>
                <c:pt idx="5563">
                  <c:v>0.692676614</c:v>
                </c:pt>
                <c:pt idx="5564">
                  <c:v>0.692676614</c:v>
                </c:pt>
                <c:pt idx="5565">
                  <c:v>0.692752741</c:v>
                </c:pt>
                <c:pt idx="5566">
                  <c:v>0.692752741</c:v>
                </c:pt>
                <c:pt idx="5567">
                  <c:v>0.692981121</c:v>
                </c:pt>
                <c:pt idx="5568">
                  <c:v>0.693057247</c:v>
                </c:pt>
                <c:pt idx="5569">
                  <c:v>0.693057247</c:v>
                </c:pt>
                <c:pt idx="5570">
                  <c:v>0.693209501</c:v>
                </c:pt>
                <c:pt idx="5571">
                  <c:v>0.693209501</c:v>
                </c:pt>
                <c:pt idx="5572">
                  <c:v>0.693361754</c:v>
                </c:pt>
                <c:pt idx="5573">
                  <c:v>0.693361754</c:v>
                </c:pt>
                <c:pt idx="5574">
                  <c:v>0.693437881</c:v>
                </c:pt>
                <c:pt idx="5575">
                  <c:v>0.693437881</c:v>
                </c:pt>
                <c:pt idx="5576">
                  <c:v>0.693666261</c:v>
                </c:pt>
                <c:pt idx="5577">
                  <c:v>0.693818514</c:v>
                </c:pt>
                <c:pt idx="5578">
                  <c:v>0.693818514</c:v>
                </c:pt>
                <c:pt idx="5579">
                  <c:v>0.693970767</c:v>
                </c:pt>
                <c:pt idx="5580">
                  <c:v>0.693970767</c:v>
                </c:pt>
                <c:pt idx="5581">
                  <c:v>0.694046894</c:v>
                </c:pt>
                <c:pt idx="5582">
                  <c:v>0.694046894</c:v>
                </c:pt>
                <c:pt idx="5583">
                  <c:v>0.694046894</c:v>
                </c:pt>
                <c:pt idx="5584">
                  <c:v>0.694199147</c:v>
                </c:pt>
                <c:pt idx="5585">
                  <c:v>0.694199147</c:v>
                </c:pt>
                <c:pt idx="5586">
                  <c:v>0.694275274</c:v>
                </c:pt>
                <c:pt idx="5587">
                  <c:v>0.694275274</c:v>
                </c:pt>
                <c:pt idx="5588">
                  <c:v>0.694503654</c:v>
                </c:pt>
                <c:pt idx="5589">
                  <c:v>0.694503654</c:v>
                </c:pt>
                <c:pt idx="5590">
                  <c:v>0.694579781</c:v>
                </c:pt>
                <c:pt idx="5591">
                  <c:v>0.694579781</c:v>
                </c:pt>
                <c:pt idx="5592">
                  <c:v>0.694808161</c:v>
                </c:pt>
                <c:pt idx="5593">
                  <c:v>0.694808161</c:v>
                </c:pt>
                <c:pt idx="5594">
                  <c:v>0.694808161</c:v>
                </c:pt>
                <c:pt idx="5595">
                  <c:v>0.694808161</c:v>
                </c:pt>
                <c:pt idx="5596">
                  <c:v>0.694884287</c:v>
                </c:pt>
                <c:pt idx="5597">
                  <c:v>0.694884287</c:v>
                </c:pt>
                <c:pt idx="5598">
                  <c:v>0.694884287</c:v>
                </c:pt>
                <c:pt idx="5599">
                  <c:v>0.694960414</c:v>
                </c:pt>
                <c:pt idx="5600">
                  <c:v>0.694960414</c:v>
                </c:pt>
                <c:pt idx="5601">
                  <c:v>0.695112667</c:v>
                </c:pt>
                <c:pt idx="5602">
                  <c:v>0.695188794</c:v>
                </c:pt>
                <c:pt idx="5603">
                  <c:v>0.695188794</c:v>
                </c:pt>
                <c:pt idx="5604">
                  <c:v>0.695341048</c:v>
                </c:pt>
                <c:pt idx="5605">
                  <c:v>0.695341048</c:v>
                </c:pt>
                <c:pt idx="5606">
                  <c:v>0.695417174</c:v>
                </c:pt>
                <c:pt idx="5607">
                  <c:v>0.695417174</c:v>
                </c:pt>
                <c:pt idx="5608">
                  <c:v>0.695417174</c:v>
                </c:pt>
                <c:pt idx="5609">
                  <c:v>0.695417174</c:v>
                </c:pt>
                <c:pt idx="5610">
                  <c:v>0.695493301</c:v>
                </c:pt>
                <c:pt idx="5611">
                  <c:v>0.695493301</c:v>
                </c:pt>
                <c:pt idx="5612">
                  <c:v>0.695569428</c:v>
                </c:pt>
                <c:pt idx="5613">
                  <c:v>0.695569428</c:v>
                </c:pt>
                <c:pt idx="5614">
                  <c:v>0.695569428</c:v>
                </c:pt>
                <c:pt idx="5615">
                  <c:v>0.695569428</c:v>
                </c:pt>
                <c:pt idx="5616">
                  <c:v>0.695569428</c:v>
                </c:pt>
                <c:pt idx="5617">
                  <c:v>0.695569428</c:v>
                </c:pt>
                <c:pt idx="5618">
                  <c:v>0.695645554</c:v>
                </c:pt>
                <c:pt idx="5619">
                  <c:v>0.695645554</c:v>
                </c:pt>
                <c:pt idx="5620">
                  <c:v>0.695721681</c:v>
                </c:pt>
                <c:pt idx="5621">
                  <c:v>0.695721681</c:v>
                </c:pt>
                <c:pt idx="5622">
                  <c:v>0.695721681</c:v>
                </c:pt>
                <c:pt idx="5623">
                  <c:v>0.695797808</c:v>
                </c:pt>
                <c:pt idx="5624">
                  <c:v>0.695797808</c:v>
                </c:pt>
                <c:pt idx="5625">
                  <c:v>0.695873934</c:v>
                </c:pt>
                <c:pt idx="5626">
                  <c:v>0.695873934</c:v>
                </c:pt>
                <c:pt idx="5627">
                  <c:v>0.696178441</c:v>
                </c:pt>
                <c:pt idx="5628">
                  <c:v>0.696178441</c:v>
                </c:pt>
                <c:pt idx="5629">
                  <c:v>0.696178441</c:v>
                </c:pt>
                <c:pt idx="5630">
                  <c:v>0.696178441</c:v>
                </c:pt>
                <c:pt idx="5631">
                  <c:v>0.696330694</c:v>
                </c:pt>
                <c:pt idx="5632">
                  <c:v>0.696330694</c:v>
                </c:pt>
                <c:pt idx="5633">
                  <c:v>0.696482948</c:v>
                </c:pt>
                <c:pt idx="5634">
                  <c:v>0.696482948</c:v>
                </c:pt>
                <c:pt idx="5635">
                  <c:v>0.696482948</c:v>
                </c:pt>
                <c:pt idx="5636">
                  <c:v>0.696559074</c:v>
                </c:pt>
                <c:pt idx="5637">
                  <c:v>0.696559074</c:v>
                </c:pt>
                <c:pt idx="5638">
                  <c:v>0.696635201</c:v>
                </c:pt>
                <c:pt idx="5639">
                  <c:v>0.696787454</c:v>
                </c:pt>
                <c:pt idx="5640">
                  <c:v>0.696863581</c:v>
                </c:pt>
                <c:pt idx="5641">
                  <c:v>0.696863581</c:v>
                </c:pt>
                <c:pt idx="5642">
                  <c:v>0.697091961</c:v>
                </c:pt>
                <c:pt idx="5643">
                  <c:v>0.697091961</c:v>
                </c:pt>
                <c:pt idx="5644">
                  <c:v>0.697091961</c:v>
                </c:pt>
                <c:pt idx="5645">
                  <c:v>0.697244214</c:v>
                </c:pt>
                <c:pt idx="5646">
                  <c:v>0.697244214</c:v>
                </c:pt>
                <c:pt idx="5647">
                  <c:v>0.697396468</c:v>
                </c:pt>
                <c:pt idx="5648">
                  <c:v>0.697396468</c:v>
                </c:pt>
                <c:pt idx="5649">
                  <c:v>0.697472594</c:v>
                </c:pt>
                <c:pt idx="5650">
                  <c:v>0.697472594</c:v>
                </c:pt>
                <c:pt idx="5651">
                  <c:v>0.697472594</c:v>
                </c:pt>
                <c:pt idx="5652">
                  <c:v>0.697472594</c:v>
                </c:pt>
                <c:pt idx="5653">
                  <c:v>0.697624848</c:v>
                </c:pt>
                <c:pt idx="5654">
                  <c:v>0.697624848</c:v>
                </c:pt>
                <c:pt idx="5655">
                  <c:v>0.697624848</c:v>
                </c:pt>
                <c:pt idx="5656">
                  <c:v>0.697624848</c:v>
                </c:pt>
                <c:pt idx="5657">
                  <c:v>0.697700974</c:v>
                </c:pt>
                <c:pt idx="5658">
                  <c:v>0.697700974</c:v>
                </c:pt>
                <c:pt idx="5659">
                  <c:v>0.697700974</c:v>
                </c:pt>
                <c:pt idx="5660">
                  <c:v>0.697777101</c:v>
                </c:pt>
                <c:pt idx="5661">
                  <c:v>0.697777101</c:v>
                </c:pt>
                <c:pt idx="5662">
                  <c:v>0.697853228</c:v>
                </c:pt>
                <c:pt idx="5663">
                  <c:v>0.698005481</c:v>
                </c:pt>
                <c:pt idx="5664">
                  <c:v>0.698081608</c:v>
                </c:pt>
                <c:pt idx="5665">
                  <c:v>0.698081608</c:v>
                </c:pt>
                <c:pt idx="5666">
                  <c:v>0.698157734</c:v>
                </c:pt>
                <c:pt idx="5667">
                  <c:v>0.698157734</c:v>
                </c:pt>
                <c:pt idx="5668">
                  <c:v>0.698233861</c:v>
                </c:pt>
                <c:pt idx="5669">
                  <c:v>0.698233861</c:v>
                </c:pt>
                <c:pt idx="5670">
                  <c:v>0.698309988</c:v>
                </c:pt>
                <c:pt idx="5671">
                  <c:v>0.698309988</c:v>
                </c:pt>
                <c:pt idx="5672">
                  <c:v>0.698386114</c:v>
                </c:pt>
                <c:pt idx="5673">
                  <c:v>0.698386114</c:v>
                </c:pt>
                <c:pt idx="5674">
                  <c:v>0.698690621</c:v>
                </c:pt>
                <c:pt idx="5675">
                  <c:v>0.698690621</c:v>
                </c:pt>
                <c:pt idx="5676">
                  <c:v>0.698766748</c:v>
                </c:pt>
                <c:pt idx="5677">
                  <c:v>0.698766748</c:v>
                </c:pt>
                <c:pt idx="5678">
                  <c:v>0.698842875</c:v>
                </c:pt>
                <c:pt idx="5679">
                  <c:v>0.698842875</c:v>
                </c:pt>
                <c:pt idx="5680">
                  <c:v>0.698995128</c:v>
                </c:pt>
                <c:pt idx="5681">
                  <c:v>0.698995128</c:v>
                </c:pt>
                <c:pt idx="5682">
                  <c:v>0.699147381</c:v>
                </c:pt>
                <c:pt idx="5683">
                  <c:v>0.699223508</c:v>
                </c:pt>
                <c:pt idx="5684">
                  <c:v>0.699223508</c:v>
                </c:pt>
                <c:pt idx="5685">
                  <c:v>0.699375761</c:v>
                </c:pt>
                <c:pt idx="5686">
                  <c:v>0.699375761</c:v>
                </c:pt>
                <c:pt idx="5687">
                  <c:v>0.699528015</c:v>
                </c:pt>
                <c:pt idx="5688">
                  <c:v>0.699528015</c:v>
                </c:pt>
                <c:pt idx="5689">
                  <c:v>0.699680268</c:v>
                </c:pt>
                <c:pt idx="5690">
                  <c:v>0.699680268</c:v>
                </c:pt>
                <c:pt idx="5691">
                  <c:v>0.699756395</c:v>
                </c:pt>
                <c:pt idx="5692">
                  <c:v>0.699756395</c:v>
                </c:pt>
                <c:pt idx="5693">
                  <c:v>0.699908648</c:v>
                </c:pt>
                <c:pt idx="5694">
                  <c:v>0.699908648</c:v>
                </c:pt>
                <c:pt idx="5695">
                  <c:v>0.700060901</c:v>
                </c:pt>
                <c:pt idx="5696">
                  <c:v>0.700060901</c:v>
                </c:pt>
                <c:pt idx="5697">
                  <c:v>0.700060901</c:v>
                </c:pt>
                <c:pt idx="5698">
                  <c:v>0.700213155</c:v>
                </c:pt>
                <c:pt idx="5699">
                  <c:v>0.700213155</c:v>
                </c:pt>
                <c:pt idx="5700">
                  <c:v>0.700289281</c:v>
                </c:pt>
                <c:pt idx="5701">
                  <c:v>0.700289281</c:v>
                </c:pt>
                <c:pt idx="5702">
                  <c:v>0.700365408</c:v>
                </c:pt>
                <c:pt idx="5703">
                  <c:v>0.700365408</c:v>
                </c:pt>
                <c:pt idx="5704">
                  <c:v>0.700441535</c:v>
                </c:pt>
                <c:pt idx="5705">
                  <c:v>0.700441535</c:v>
                </c:pt>
                <c:pt idx="5706">
                  <c:v>0.700517661</c:v>
                </c:pt>
                <c:pt idx="5707">
                  <c:v>0.700517661</c:v>
                </c:pt>
                <c:pt idx="5708">
                  <c:v>0.700593788</c:v>
                </c:pt>
                <c:pt idx="5709">
                  <c:v>0.700746041</c:v>
                </c:pt>
                <c:pt idx="5710">
                  <c:v>0.700746041</c:v>
                </c:pt>
                <c:pt idx="5711">
                  <c:v>0.700746041</c:v>
                </c:pt>
                <c:pt idx="5712">
                  <c:v>0.700822168</c:v>
                </c:pt>
                <c:pt idx="5713">
                  <c:v>0.700822168</c:v>
                </c:pt>
                <c:pt idx="5714">
                  <c:v>0.700898295</c:v>
                </c:pt>
                <c:pt idx="5715">
                  <c:v>0.700898295</c:v>
                </c:pt>
                <c:pt idx="5716">
                  <c:v>0.700974421</c:v>
                </c:pt>
                <c:pt idx="5717">
                  <c:v>0.700974421</c:v>
                </c:pt>
                <c:pt idx="5718">
                  <c:v>0.701050548</c:v>
                </c:pt>
                <c:pt idx="5719">
                  <c:v>0.701050548</c:v>
                </c:pt>
                <c:pt idx="5720">
                  <c:v>0.701126675</c:v>
                </c:pt>
                <c:pt idx="5721">
                  <c:v>0.701126675</c:v>
                </c:pt>
                <c:pt idx="5722">
                  <c:v>0.701278928</c:v>
                </c:pt>
                <c:pt idx="5723">
                  <c:v>0.701278928</c:v>
                </c:pt>
                <c:pt idx="5724">
                  <c:v>0.701278928</c:v>
                </c:pt>
                <c:pt idx="5725">
                  <c:v>0.701355055</c:v>
                </c:pt>
                <c:pt idx="5726">
                  <c:v>0.701355055</c:v>
                </c:pt>
                <c:pt idx="5727">
                  <c:v>0.701507308</c:v>
                </c:pt>
                <c:pt idx="5728">
                  <c:v>0.701507308</c:v>
                </c:pt>
                <c:pt idx="5729">
                  <c:v>0.701583435</c:v>
                </c:pt>
                <c:pt idx="5730">
                  <c:v>0.701583435</c:v>
                </c:pt>
                <c:pt idx="5731">
                  <c:v>0.701735688</c:v>
                </c:pt>
                <c:pt idx="5732">
                  <c:v>0.701735688</c:v>
                </c:pt>
                <c:pt idx="5733">
                  <c:v>0.701887942</c:v>
                </c:pt>
                <c:pt idx="5734">
                  <c:v>0.701887942</c:v>
                </c:pt>
                <c:pt idx="5735">
                  <c:v>0.702040195</c:v>
                </c:pt>
                <c:pt idx="5736">
                  <c:v>0.702040195</c:v>
                </c:pt>
                <c:pt idx="5737">
                  <c:v>0.702116322</c:v>
                </c:pt>
                <c:pt idx="5738">
                  <c:v>0.702116322</c:v>
                </c:pt>
                <c:pt idx="5739">
                  <c:v>0.702268575</c:v>
                </c:pt>
                <c:pt idx="5740">
                  <c:v>0.702268575</c:v>
                </c:pt>
                <c:pt idx="5741">
                  <c:v>0.702420828</c:v>
                </c:pt>
                <c:pt idx="5742">
                  <c:v>0.702420828</c:v>
                </c:pt>
                <c:pt idx="5743">
                  <c:v>0.702496955</c:v>
                </c:pt>
                <c:pt idx="5744">
                  <c:v>0.702649208</c:v>
                </c:pt>
                <c:pt idx="5745">
                  <c:v>0.702649208</c:v>
                </c:pt>
                <c:pt idx="5746">
                  <c:v>0.702649208</c:v>
                </c:pt>
                <c:pt idx="5747">
                  <c:v>0.702801462</c:v>
                </c:pt>
                <c:pt idx="5748">
                  <c:v>0.702801462</c:v>
                </c:pt>
                <c:pt idx="5749">
                  <c:v>0.702953715</c:v>
                </c:pt>
                <c:pt idx="5750">
                  <c:v>0.702953715</c:v>
                </c:pt>
                <c:pt idx="5751">
                  <c:v>0.703029842</c:v>
                </c:pt>
                <c:pt idx="5752">
                  <c:v>0.703029842</c:v>
                </c:pt>
                <c:pt idx="5753">
                  <c:v>0.703334348</c:v>
                </c:pt>
                <c:pt idx="5754">
                  <c:v>0.703334348</c:v>
                </c:pt>
                <c:pt idx="5755">
                  <c:v>0.703334348</c:v>
                </c:pt>
                <c:pt idx="5756">
                  <c:v>0.703410475</c:v>
                </c:pt>
                <c:pt idx="5757">
                  <c:v>0.703562728</c:v>
                </c:pt>
                <c:pt idx="5758">
                  <c:v>0.703562728</c:v>
                </c:pt>
                <c:pt idx="5759">
                  <c:v>0.703638855</c:v>
                </c:pt>
                <c:pt idx="5760">
                  <c:v>0.703638855</c:v>
                </c:pt>
                <c:pt idx="5761">
                  <c:v>0.703714982</c:v>
                </c:pt>
                <c:pt idx="5762">
                  <c:v>0.703714982</c:v>
                </c:pt>
                <c:pt idx="5763">
                  <c:v>0.703791108</c:v>
                </c:pt>
                <c:pt idx="5764">
                  <c:v>0.703791108</c:v>
                </c:pt>
                <c:pt idx="5765">
                  <c:v>0.703867235</c:v>
                </c:pt>
                <c:pt idx="5766">
                  <c:v>0.703867235</c:v>
                </c:pt>
                <c:pt idx="5767">
                  <c:v>0.703867235</c:v>
                </c:pt>
                <c:pt idx="5768">
                  <c:v>0.703867235</c:v>
                </c:pt>
                <c:pt idx="5769">
                  <c:v>0.703867235</c:v>
                </c:pt>
                <c:pt idx="5770">
                  <c:v>0.703867235</c:v>
                </c:pt>
                <c:pt idx="5771">
                  <c:v>0.703943362</c:v>
                </c:pt>
                <c:pt idx="5772">
                  <c:v>0.703943362</c:v>
                </c:pt>
                <c:pt idx="5773">
                  <c:v>0.703943362</c:v>
                </c:pt>
                <c:pt idx="5774">
                  <c:v>0.703943362</c:v>
                </c:pt>
                <c:pt idx="5775">
                  <c:v>0.704019488</c:v>
                </c:pt>
                <c:pt idx="5776">
                  <c:v>0.704019488</c:v>
                </c:pt>
                <c:pt idx="5777">
                  <c:v>0.704095615</c:v>
                </c:pt>
                <c:pt idx="5778">
                  <c:v>0.704095615</c:v>
                </c:pt>
                <c:pt idx="5779">
                  <c:v>0.704247868</c:v>
                </c:pt>
                <c:pt idx="5780">
                  <c:v>0.704247868</c:v>
                </c:pt>
                <c:pt idx="5781">
                  <c:v>0.704400122</c:v>
                </c:pt>
                <c:pt idx="5782">
                  <c:v>0.704400122</c:v>
                </c:pt>
                <c:pt idx="5783">
                  <c:v>0.704400122</c:v>
                </c:pt>
                <c:pt idx="5784">
                  <c:v>0.704400122</c:v>
                </c:pt>
                <c:pt idx="5785">
                  <c:v>0.704704629</c:v>
                </c:pt>
                <c:pt idx="5786">
                  <c:v>0.704704629</c:v>
                </c:pt>
                <c:pt idx="5787">
                  <c:v>0.704856882</c:v>
                </c:pt>
                <c:pt idx="5788">
                  <c:v>0.704933009</c:v>
                </c:pt>
                <c:pt idx="5789">
                  <c:v>0.704933009</c:v>
                </c:pt>
                <c:pt idx="5790">
                  <c:v>0.705009135</c:v>
                </c:pt>
                <c:pt idx="5791">
                  <c:v>0.705009135</c:v>
                </c:pt>
                <c:pt idx="5792">
                  <c:v>0.705085262</c:v>
                </c:pt>
                <c:pt idx="5793">
                  <c:v>0.705085262</c:v>
                </c:pt>
                <c:pt idx="5794">
                  <c:v>0.705085262</c:v>
                </c:pt>
                <c:pt idx="5795">
                  <c:v>0.705085262</c:v>
                </c:pt>
                <c:pt idx="5796">
                  <c:v>0.705161389</c:v>
                </c:pt>
                <c:pt idx="5797">
                  <c:v>0.705161389</c:v>
                </c:pt>
                <c:pt idx="5798">
                  <c:v>0.705313642</c:v>
                </c:pt>
                <c:pt idx="5799">
                  <c:v>0.705313642</c:v>
                </c:pt>
                <c:pt idx="5800">
                  <c:v>0.705389769</c:v>
                </c:pt>
                <c:pt idx="5801">
                  <c:v>0.705389769</c:v>
                </c:pt>
                <c:pt idx="5802">
                  <c:v>0.705465895</c:v>
                </c:pt>
                <c:pt idx="5803">
                  <c:v>0.705465895</c:v>
                </c:pt>
                <c:pt idx="5804">
                  <c:v>0.705542022</c:v>
                </c:pt>
                <c:pt idx="5805">
                  <c:v>0.705542022</c:v>
                </c:pt>
                <c:pt idx="5806">
                  <c:v>0.705542022</c:v>
                </c:pt>
                <c:pt idx="5807">
                  <c:v>0.705542022</c:v>
                </c:pt>
                <c:pt idx="5808">
                  <c:v>0.705542022</c:v>
                </c:pt>
                <c:pt idx="5809">
                  <c:v>0.705618149</c:v>
                </c:pt>
                <c:pt idx="5810">
                  <c:v>0.705618149</c:v>
                </c:pt>
                <c:pt idx="5811">
                  <c:v>0.705922655</c:v>
                </c:pt>
                <c:pt idx="5812">
                  <c:v>0.706151035</c:v>
                </c:pt>
                <c:pt idx="5813">
                  <c:v>0.706151035</c:v>
                </c:pt>
                <c:pt idx="5814">
                  <c:v>0.706227162</c:v>
                </c:pt>
                <c:pt idx="5815">
                  <c:v>0.706227162</c:v>
                </c:pt>
                <c:pt idx="5816">
                  <c:v>0.706303289</c:v>
                </c:pt>
                <c:pt idx="5817">
                  <c:v>0.706303289</c:v>
                </c:pt>
                <c:pt idx="5818">
                  <c:v>0.706379415</c:v>
                </c:pt>
                <c:pt idx="5819">
                  <c:v>0.706379415</c:v>
                </c:pt>
                <c:pt idx="5820">
                  <c:v>0.706607795</c:v>
                </c:pt>
                <c:pt idx="5821">
                  <c:v>0.706912302</c:v>
                </c:pt>
                <c:pt idx="5822">
                  <c:v>0.706912302</c:v>
                </c:pt>
                <c:pt idx="5823">
                  <c:v>0.706912302</c:v>
                </c:pt>
                <c:pt idx="5824">
                  <c:v>0.706912302</c:v>
                </c:pt>
                <c:pt idx="5825">
                  <c:v>0.706988429</c:v>
                </c:pt>
                <c:pt idx="5826">
                  <c:v>0.706988429</c:v>
                </c:pt>
                <c:pt idx="5827">
                  <c:v>0.707064555</c:v>
                </c:pt>
                <c:pt idx="5828">
                  <c:v>0.707064555</c:v>
                </c:pt>
                <c:pt idx="5829">
                  <c:v>0.707064555</c:v>
                </c:pt>
                <c:pt idx="5830">
                  <c:v>0.707140682</c:v>
                </c:pt>
                <c:pt idx="5831">
                  <c:v>0.707292935</c:v>
                </c:pt>
                <c:pt idx="5832">
                  <c:v>0.707369062</c:v>
                </c:pt>
                <c:pt idx="5833">
                  <c:v>0.707521315</c:v>
                </c:pt>
                <c:pt idx="5834">
                  <c:v>0.707597442</c:v>
                </c:pt>
                <c:pt idx="5835">
                  <c:v>0.707597442</c:v>
                </c:pt>
                <c:pt idx="5836">
                  <c:v>0.707749695</c:v>
                </c:pt>
                <c:pt idx="5837">
                  <c:v>0.707749695</c:v>
                </c:pt>
                <c:pt idx="5838">
                  <c:v>0.707749695</c:v>
                </c:pt>
                <c:pt idx="5839">
                  <c:v>0.707749695</c:v>
                </c:pt>
                <c:pt idx="5840">
                  <c:v>0.707901949</c:v>
                </c:pt>
                <c:pt idx="5841">
                  <c:v>0.707901949</c:v>
                </c:pt>
                <c:pt idx="5842">
                  <c:v>0.708054202</c:v>
                </c:pt>
                <c:pt idx="5843">
                  <c:v>0.708054202</c:v>
                </c:pt>
                <c:pt idx="5844">
                  <c:v>0.708358709</c:v>
                </c:pt>
                <c:pt idx="5845">
                  <c:v>0.708358709</c:v>
                </c:pt>
                <c:pt idx="5846">
                  <c:v>0.708358709</c:v>
                </c:pt>
                <c:pt idx="5847">
                  <c:v>0.708434836</c:v>
                </c:pt>
                <c:pt idx="5848">
                  <c:v>0.708434836</c:v>
                </c:pt>
                <c:pt idx="5849">
                  <c:v>0.708587089</c:v>
                </c:pt>
                <c:pt idx="5850">
                  <c:v>0.708739342</c:v>
                </c:pt>
                <c:pt idx="5851">
                  <c:v>0.708739342</c:v>
                </c:pt>
                <c:pt idx="5852">
                  <c:v>0.708815469</c:v>
                </c:pt>
                <c:pt idx="5853">
                  <c:v>0.708815469</c:v>
                </c:pt>
                <c:pt idx="5854">
                  <c:v>0.708891596</c:v>
                </c:pt>
                <c:pt idx="5855">
                  <c:v>0.708891596</c:v>
                </c:pt>
                <c:pt idx="5856">
                  <c:v>0.709043849</c:v>
                </c:pt>
                <c:pt idx="5857">
                  <c:v>0.709043849</c:v>
                </c:pt>
                <c:pt idx="5858">
                  <c:v>0.709043849</c:v>
                </c:pt>
                <c:pt idx="5859">
                  <c:v>0.709119976</c:v>
                </c:pt>
                <c:pt idx="5860">
                  <c:v>0.709119976</c:v>
                </c:pt>
                <c:pt idx="5861">
                  <c:v>0.709272229</c:v>
                </c:pt>
                <c:pt idx="5862">
                  <c:v>0.709272229</c:v>
                </c:pt>
                <c:pt idx="5863">
                  <c:v>0.709272229</c:v>
                </c:pt>
                <c:pt idx="5864">
                  <c:v>0.709348356</c:v>
                </c:pt>
                <c:pt idx="5865">
                  <c:v>0.709348356</c:v>
                </c:pt>
                <c:pt idx="5866">
                  <c:v>0.709424482</c:v>
                </c:pt>
                <c:pt idx="5867">
                  <c:v>0.709424482</c:v>
                </c:pt>
                <c:pt idx="5868">
                  <c:v>0.709424482</c:v>
                </c:pt>
                <c:pt idx="5869">
                  <c:v>0.709424482</c:v>
                </c:pt>
                <c:pt idx="5870">
                  <c:v>0.709424482</c:v>
                </c:pt>
                <c:pt idx="5871">
                  <c:v>0.709424482</c:v>
                </c:pt>
                <c:pt idx="5872">
                  <c:v>0.709500609</c:v>
                </c:pt>
                <c:pt idx="5873">
                  <c:v>0.709500609</c:v>
                </c:pt>
                <c:pt idx="5874">
                  <c:v>0.709652862</c:v>
                </c:pt>
                <c:pt idx="5875">
                  <c:v>0.709652862</c:v>
                </c:pt>
                <c:pt idx="5876">
                  <c:v>0.709728989</c:v>
                </c:pt>
                <c:pt idx="5877">
                  <c:v>0.709728989</c:v>
                </c:pt>
                <c:pt idx="5878">
                  <c:v>0.709805116</c:v>
                </c:pt>
                <c:pt idx="5879">
                  <c:v>0.709805116</c:v>
                </c:pt>
                <c:pt idx="5880">
                  <c:v>0.709805116</c:v>
                </c:pt>
                <c:pt idx="5881">
                  <c:v>0.709805116</c:v>
                </c:pt>
                <c:pt idx="5882">
                  <c:v>0.709805116</c:v>
                </c:pt>
                <c:pt idx="5883">
                  <c:v>0.709805116</c:v>
                </c:pt>
                <c:pt idx="5884">
                  <c:v>0.709881242</c:v>
                </c:pt>
                <c:pt idx="5885">
                  <c:v>0.710033496</c:v>
                </c:pt>
                <c:pt idx="5886">
                  <c:v>0.710033496</c:v>
                </c:pt>
                <c:pt idx="5887">
                  <c:v>0.710185749</c:v>
                </c:pt>
                <c:pt idx="5888">
                  <c:v>0.710185749</c:v>
                </c:pt>
                <c:pt idx="5889">
                  <c:v>0.710338002</c:v>
                </c:pt>
                <c:pt idx="5890">
                  <c:v>0.710338002</c:v>
                </c:pt>
                <c:pt idx="5891">
                  <c:v>0.710414129</c:v>
                </c:pt>
                <c:pt idx="5892">
                  <c:v>0.710414129</c:v>
                </c:pt>
                <c:pt idx="5893">
                  <c:v>0.710490256</c:v>
                </c:pt>
                <c:pt idx="5894">
                  <c:v>0.710490256</c:v>
                </c:pt>
                <c:pt idx="5895">
                  <c:v>0.710718636</c:v>
                </c:pt>
                <c:pt idx="5896">
                  <c:v>0.710794762</c:v>
                </c:pt>
                <c:pt idx="5897">
                  <c:v>0.710794762</c:v>
                </c:pt>
                <c:pt idx="5898">
                  <c:v>0.710794762</c:v>
                </c:pt>
                <c:pt idx="5899">
                  <c:v>0.710794762</c:v>
                </c:pt>
                <c:pt idx="5900">
                  <c:v>0.710870889</c:v>
                </c:pt>
                <c:pt idx="5901">
                  <c:v>0.710870889</c:v>
                </c:pt>
                <c:pt idx="5902">
                  <c:v>0.710947016</c:v>
                </c:pt>
                <c:pt idx="5903">
                  <c:v>0.710947016</c:v>
                </c:pt>
                <c:pt idx="5904">
                  <c:v>0.711023143</c:v>
                </c:pt>
                <c:pt idx="5905">
                  <c:v>0.711023143</c:v>
                </c:pt>
                <c:pt idx="5906">
                  <c:v>0.711023143</c:v>
                </c:pt>
                <c:pt idx="5907">
                  <c:v>0.711023143</c:v>
                </c:pt>
                <c:pt idx="5908">
                  <c:v>0.711023143</c:v>
                </c:pt>
                <c:pt idx="5909">
                  <c:v>0.711023143</c:v>
                </c:pt>
                <c:pt idx="5910">
                  <c:v>0.711099269</c:v>
                </c:pt>
                <c:pt idx="5911">
                  <c:v>0.711099269</c:v>
                </c:pt>
                <c:pt idx="5912">
                  <c:v>0.711251523</c:v>
                </c:pt>
                <c:pt idx="5913">
                  <c:v>0.711251523</c:v>
                </c:pt>
                <c:pt idx="5914">
                  <c:v>0.711251523</c:v>
                </c:pt>
                <c:pt idx="5915">
                  <c:v>0.711251523</c:v>
                </c:pt>
                <c:pt idx="5916">
                  <c:v>0.711251523</c:v>
                </c:pt>
                <c:pt idx="5917">
                  <c:v>0.711327649</c:v>
                </c:pt>
                <c:pt idx="5918">
                  <c:v>0.711327649</c:v>
                </c:pt>
                <c:pt idx="5919">
                  <c:v>0.711403776</c:v>
                </c:pt>
                <c:pt idx="5920">
                  <c:v>0.711403776</c:v>
                </c:pt>
                <c:pt idx="5921">
                  <c:v>0.711479903</c:v>
                </c:pt>
                <c:pt idx="5922">
                  <c:v>0.711479903</c:v>
                </c:pt>
                <c:pt idx="5923">
                  <c:v>0.711708283</c:v>
                </c:pt>
                <c:pt idx="5924">
                  <c:v>0.711708283</c:v>
                </c:pt>
                <c:pt idx="5925">
                  <c:v>0.711860536</c:v>
                </c:pt>
                <c:pt idx="5926">
                  <c:v>0.711860536</c:v>
                </c:pt>
                <c:pt idx="5927">
                  <c:v>0.711860536</c:v>
                </c:pt>
                <c:pt idx="5928">
                  <c:v>0.711860536</c:v>
                </c:pt>
                <c:pt idx="5929">
                  <c:v>0.712088916</c:v>
                </c:pt>
                <c:pt idx="5930">
                  <c:v>0.712088916</c:v>
                </c:pt>
                <c:pt idx="5931">
                  <c:v>0.712241169</c:v>
                </c:pt>
                <c:pt idx="5932">
                  <c:v>0.712241169</c:v>
                </c:pt>
                <c:pt idx="5933">
                  <c:v>0.712393423</c:v>
                </c:pt>
                <c:pt idx="5934">
                  <c:v>0.712545676</c:v>
                </c:pt>
                <c:pt idx="5935">
                  <c:v>0.712545676</c:v>
                </c:pt>
                <c:pt idx="5936">
                  <c:v>0.712697929</c:v>
                </c:pt>
                <c:pt idx="5937">
                  <c:v>0.712697929</c:v>
                </c:pt>
                <c:pt idx="5938">
                  <c:v>0.712774056</c:v>
                </c:pt>
                <c:pt idx="5939">
                  <c:v>0.712774056</c:v>
                </c:pt>
                <c:pt idx="5940">
                  <c:v>0.712926309</c:v>
                </c:pt>
                <c:pt idx="5941">
                  <c:v>0.712926309</c:v>
                </c:pt>
                <c:pt idx="5942">
                  <c:v>0.713002436</c:v>
                </c:pt>
                <c:pt idx="5943">
                  <c:v>0.713002436</c:v>
                </c:pt>
                <c:pt idx="5944">
                  <c:v>0.713078563</c:v>
                </c:pt>
                <c:pt idx="5945">
                  <c:v>0.713078563</c:v>
                </c:pt>
                <c:pt idx="5946">
                  <c:v>0.713154689</c:v>
                </c:pt>
                <c:pt idx="5947">
                  <c:v>0.713154689</c:v>
                </c:pt>
                <c:pt idx="5948">
                  <c:v>0.713306943</c:v>
                </c:pt>
                <c:pt idx="5949">
                  <c:v>0.713306943</c:v>
                </c:pt>
                <c:pt idx="5950">
                  <c:v>0.713383069</c:v>
                </c:pt>
                <c:pt idx="5951">
                  <c:v>0.713383069</c:v>
                </c:pt>
                <c:pt idx="5952">
                  <c:v>0.713459196</c:v>
                </c:pt>
                <c:pt idx="5953">
                  <c:v>0.713611449</c:v>
                </c:pt>
                <c:pt idx="5954">
                  <c:v>0.713611449</c:v>
                </c:pt>
                <c:pt idx="5955">
                  <c:v>0.713763703</c:v>
                </c:pt>
                <c:pt idx="5956">
                  <c:v>0.713763703</c:v>
                </c:pt>
                <c:pt idx="5957">
                  <c:v>0.713839829</c:v>
                </c:pt>
                <c:pt idx="5958">
                  <c:v>0.713839829</c:v>
                </c:pt>
                <c:pt idx="5959">
                  <c:v>0.713992083</c:v>
                </c:pt>
                <c:pt idx="5960">
                  <c:v>0.713992083</c:v>
                </c:pt>
                <c:pt idx="5961">
                  <c:v>0.713992083</c:v>
                </c:pt>
                <c:pt idx="5962">
                  <c:v>0.713992083</c:v>
                </c:pt>
                <c:pt idx="5963">
                  <c:v>0.714144336</c:v>
                </c:pt>
                <c:pt idx="5964">
                  <c:v>0.714144336</c:v>
                </c:pt>
                <c:pt idx="5965">
                  <c:v>0.714372716</c:v>
                </c:pt>
                <c:pt idx="5966">
                  <c:v>0.714372716</c:v>
                </c:pt>
                <c:pt idx="5967">
                  <c:v>0.714448843</c:v>
                </c:pt>
                <c:pt idx="5968">
                  <c:v>0.714448843</c:v>
                </c:pt>
                <c:pt idx="5969">
                  <c:v>0.71452497</c:v>
                </c:pt>
                <c:pt idx="5970">
                  <c:v>0.71452497</c:v>
                </c:pt>
                <c:pt idx="5971">
                  <c:v>0.714601096</c:v>
                </c:pt>
                <c:pt idx="5972">
                  <c:v>0.714601096</c:v>
                </c:pt>
                <c:pt idx="5973">
                  <c:v>0.714677223</c:v>
                </c:pt>
                <c:pt idx="5974">
                  <c:v>0.714677223</c:v>
                </c:pt>
                <c:pt idx="5975">
                  <c:v>0.71475335</c:v>
                </c:pt>
                <c:pt idx="5976">
                  <c:v>0.71475335</c:v>
                </c:pt>
                <c:pt idx="5977">
                  <c:v>0.714829476</c:v>
                </c:pt>
                <c:pt idx="5978">
                  <c:v>0.714829476</c:v>
                </c:pt>
                <c:pt idx="5979">
                  <c:v>0.714829476</c:v>
                </c:pt>
                <c:pt idx="5980">
                  <c:v>0.714905603</c:v>
                </c:pt>
                <c:pt idx="5981">
                  <c:v>0.714905603</c:v>
                </c:pt>
                <c:pt idx="5982">
                  <c:v>0.71498173</c:v>
                </c:pt>
                <c:pt idx="5983">
                  <c:v>0.71498173</c:v>
                </c:pt>
                <c:pt idx="5984">
                  <c:v>0.715133983</c:v>
                </c:pt>
                <c:pt idx="5985">
                  <c:v>0.715133983</c:v>
                </c:pt>
                <c:pt idx="5986">
                  <c:v>0.715286236</c:v>
                </c:pt>
                <c:pt idx="5987">
                  <c:v>0.715286236</c:v>
                </c:pt>
                <c:pt idx="5988">
                  <c:v>0.71543849</c:v>
                </c:pt>
                <c:pt idx="5989">
                  <c:v>0.71543849</c:v>
                </c:pt>
                <c:pt idx="5990">
                  <c:v>0.71543849</c:v>
                </c:pt>
                <c:pt idx="5991">
                  <c:v>0.715514616</c:v>
                </c:pt>
                <c:pt idx="5992">
                  <c:v>0.715514616</c:v>
                </c:pt>
                <c:pt idx="5993">
                  <c:v>0.715590743</c:v>
                </c:pt>
                <c:pt idx="5994">
                  <c:v>0.715590743</c:v>
                </c:pt>
                <c:pt idx="5995">
                  <c:v>0.715742996</c:v>
                </c:pt>
                <c:pt idx="5996">
                  <c:v>0.715742996</c:v>
                </c:pt>
                <c:pt idx="5997">
                  <c:v>0.715819123</c:v>
                </c:pt>
                <c:pt idx="5998">
                  <c:v>0.715971376</c:v>
                </c:pt>
                <c:pt idx="5999">
                  <c:v>0.715971376</c:v>
                </c:pt>
                <c:pt idx="6000">
                  <c:v>0.716047503</c:v>
                </c:pt>
                <c:pt idx="6001">
                  <c:v>0.716047503</c:v>
                </c:pt>
                <c:pt idx="6002">
                  <c:v>0.716199756</c:v>
                </c:pt>
                <c:pt idx="6003">
                  <c:v>0.716199756</c:v>
                </c:pt>
                <c:pt idx="6004">
                  <c:v>0.716275883</c:v>
                </c:pt>
                <c:pt idx="6005">
                  <c:v>0.716275883</c:v>
                </c:pt>
                <c:pt idx="6006">
                  <c:v>0.71635201</c:v>
                </c:pt>
                <c:pt idx="6007">
                  <c:v>0.716504263</c:v>
                </c:pt>
                <c:pt idx="6008">
                  <c:v>0.716504263</c:v>
                </c:pt>
                <c:pt idx="6009">
                  <c:v>0.716732643</c:v>
                </c:pt>
                <c:pt idx="6010">
                  <c:v>0.716732643</c:v>
                </c:pt>
                <c:pt idx="6011">
                  <c:v>0.716732643</c:v>
                </c:pt>
                <c:pt idx="6012">
                  <c:v>0.71703715</c:v>
                </c:pt>
                <c:pt idx="6013">
                  <c:v>0.71703715</c:v>
                </c:pt>
                <c:pt idx="6014">
                  <c:v>0.71703715</c:v>
                </c:pt>
                <c:pt idx="6015">
                  <c:v>0.71703715</c:v>
                </c:pt>
                <c:pt idx="6016">
                  <c:v>0.71703715</c:v>
                </c:pt>
                <c:pt idx="6017">
                  <c:v>0.71703715</c:v>
                </c:pt>
                <c:pt idx="6018">
                  <c:v>0.717113276</c:v>
                </c:pt>
                <c:pt idx="6019">
                  <c:v>0.717113276</c:v>
                </c:pt>
                <c:pt idx="6020">
                  <c:v>0.717113276</c:v>
                </c:pt>
                <c:pt idx="6021">
                  <c:v>0.717113276</c:v>
                </c:pt>
                <c:pt idx="6022">
                  <c:v>0.71726553</c:v>
                </c:pt>
                <c:pt idx="6023">
                  <c:v>0.71726553</c:v>
                </c:pt>
                <c:pt idx="6024">
                  <c:v>0.71726553</c:v>
                </c:pt>
                <c:pt idx="6025">
                  <c:v>0.71726553</c:v>
                </c:pt>
                <c:pt idx="6026">
                  <c:v>0.717417783</c:v>
                </c:pt>
                <c:pt idx="6027">
                  <c:v>0.717417783</c:v>
                </c:pt>
                <c:pt idx="6028">
                  <c:v>0.71749391</c:v>
                </c:pt>
                <c:pt idx="6029">
                  <c:v>0.717570037</c:v>
                </c:pt>
                <c:pt idx="6030">
                  <c:v>0.717570037</c:v>
                </c:pt>
                <c:pt idx="6031">
                  <c:v>0.717570037</c:v>
                </c:pt>
                <c:pt idx="6032">
                  <c:v>0.717646163</c:v>
                </c:pt>
                <c:pt idx="6033">
                  <c:v>0.717646163</c:v>
                </c:pt>
                <c:pt idx="6034">
                  <c:v>0.71772229</c:v>
                </c:pt>
                <c:pt idx="6035">
                  <c:v>0.71772229</c:v>
                </c:pt>
                <c:pt idx="6036">
                  <c:v>0.717798417</c:v>
                </c:pt>
                <c:pt idx="6037">
                  <c:v>0.717798417</c:v>
                </c:pt>
                <c:pt idx="6038">
                  <c:v>0.717874543</c:v>
                </c:pt>
                <c:pt idx="6039">
                  <c:v>0.717874543</c:v>
                </c:pt>
                <c:pt idx="6040">
                  <c:v>0.71795067</c:v>
                </c:pt>
                <c:pt idx="6041">
                  <c:v>0.71795067</c:v>
                </c:pt>
                <c:pt idx="6042">
                  <c:v>0.718026797</c:v>
                </c:pt>
                <c:pt idx="6043">
                  <c:v>0.718026797</c:v>
                </c:pt>
                <c:pt idx="6044">
                  <c:v>0.718102923</c:v>
                </c:pt>
                <c:pt idx="6045">
                  <c:v>0.718102923</c:v>
                </c:pt>
                <c:pt idx="6046">
                  <c:v>0.718255177</c:v>
                </c:pt>
                <c:pt idx="6047">
                  <c:v>0.718255177</c:v>
                </c:pt>
                <c:pt idx="6048">
                  <c:v>0.718331303</c:v>
                </c:pt>
                <c:pt idx="6049">
                  <c:v>0.718331303</c:v>
                </c:pt>
                <c:pt idx="6050">
                  <c:v>0.718331303</c:v>
                </c:pt>
                <c:pt idx="6051">
                  <c:v>0.71840743</c:v>
                </c:pt>
                <c:pt idx="6052">
                  <c:v>0.71840743</c:v>
                </c:pt>
                <c:pt idx="6053">
                  <c:v>0.718483557</c:v>
                </c:pt>
                <c:pt idx="6054">
                  <c:v>0.71863581</c:v>
                </c:pt>
                <c:pt idx="6055">
                  <c:v>0.71863581</c:v>
                </c:pt>
                <c:pt idx="6056">
                  <c:v>0.718788063</c:v>
                </c:pt>
                <c:pt idx="6057">
                  <c:v>0.718788063</c:v>
                </c:pt>
                <c:pt idx="6058">
                  <c:v>0.71886419</c:v>
                </c:pt>
                <c:pt idx="6059">
                  <c:v>0.718940317</c:v>
                </c:pt>
                <c:pt idx="6060">
                  <c:v>0.718940317</c:v>
                </c:pt>
                <c:pt idx="6061">
                  <c:v>0.719016443</c:v>
                </c:pt>
                <c:pt idx="6062">
                  <c:v>0.719016443</c:v>
                </c:pt>
                <c:pt idx="6063">
                  <c:v>0.719016443</c:v>
                </c:pt>
                <c:pt idx="6064">
                  <c:v>0.719016443</c:v>
                </c:pt>
                <c:pt idx="6065">
                  <c:v>0.719016443</c:v>
                </c:pt>
                <c:pt idx="6066">
                  <c:v>0.719016443</c:v>
                </c:pt>
                <c:pt idx="6067">
                  <c:v>0.719397077</c:v>
                </c:pt>
                <c:pt idx="6068">
                  <c:v>0.719473203</c:v>
                </c:pt>
                <c:pt idx="6069">
                  <c:v>0.719473203</c:v>
                </c:pt>
                <c:pt idx="6070">
                  <c:v>0.719625457</c:v>
                </c:pt>
                <c:pt idx="6071">
                  <c:v>0.719625457</c:v>
                </c:pt>
                <c:pt idx="6072">
                  <c:v>0.71977771</c:v>
                </c:pt>
                <c:pt idx="6073">
                  <c:v>0.71977771</c:v>
                </c:pt>
                <c:pt idx="6074">
                  <c:v>0.71977771</c:v>
                </c:pt>
                <c:pt idx="6075">
                  <c:v>0.71977771</c:v>
                </c:pt>
                <c:pt idx="6076">
                  <c:v>0.71977771</c:v>
                </c:pt>
                <c:pt idx="6077">
                  <c:v>0.719853837</c:v>
                </c:pt>
                <c:pt idx="6078">
                  <c:v>0.719853837</c:v>
                </c:pt>
                <c:pt idx="6079">
                  <c:v>0.720082217</c:v>
                </c:pt>
                <c:pt idx="6080">
                  <c:v>0.720082217</c:v>
                </c:pt>
                <c:pt idx="6081">
                  <c:v>0.720158343</c:v>
                </c:pt>
                <c:pt idx="6082">
                  <c:v>0.720158343</c:v>
                </c:pt>
                <c:pt idx="6083">
                  <c:v>0.720310597</c:v>
                </c:pt>
                <c:pt idx="6084">
                  <c:v>0.720310597</c:v>
                </c:pt>
                <c:pt idx="6085">
                  <c:v>0.720386724</c:v>
                </c:pt>
                <c:pt idx="6086">
                  <c:v>0.720386724</c:v>
                </c:pt>
                <c:pt idx="6087">
                  <c:v>0.72046285</c:v>
                </c:pt>
                <c:pt idx="6088">
                  <c:v>0.72046285</c:v>
                </c:pt>
                <c:pt idx="6089">
                  <c:v>0.72069123</c:v>
                </c:pt>
                <c:pt idx="6090">
                  <c:v>0.72069123</c:v>
                </c:pt>
                <c:pt idx="6091">
                  <c:v>0.720767357</c:v>
                </c:pt>
                <c:pt idx="6092">
                  <c:v>0.720767357</c:v>
                </c:pt>
                <c:pt idx="6093">
                  <c:v>0.720843484</c:v>
                </c:pt>
                <c:pt idx="6094">
                  <c:v>0.720843484</c:v>
                </c:pt>
                <c:pt idx="6095">
                  <c:v>0.72091961</c:v>
                </c:pt>
                <c:pt idx="6096">
                  <c:v>0.72091961</c:v>
                </c:pt>
                <c:pt idx="6097">
                  <c:v>0.720995737</c:v>
                </c:pt>
                <c:pt idx="6098">
                  <c:v>0.720995737</c:v>
                </c:pt>
                <c:pt idx="6099">
                  <c:v>0.720995737</c:v>
                </c:pt>
                <c:pt idx="6100">
                  <c:v>0.721071864</c:v>
                </c:pt>
                <c:pt idx="6101">
                  <c:v>0.721071864</c:v>
                </c:pt>
                <c:pt idx="6102">
                  <c:v>0.721071864</c:v>
                </c:pt>
                <c:pt idx="6103">
                  <c:v>0.721071864</c:v>
                </c:pt>
                <c:pt idx="6104">
                  <c:v>0.721071864</c:v>
                </c:pt>
                <c:pt idx="6105">
                  <c:v>0.721300244</c:v>
                </c:pt>
                <c:pt idx="6106">
                  <c:v>0.721300244</c:v>
                </c:pt>
                <c:pt idx="6107">
                  <c:v>0.721528624</c:v>
                </c:pt>
                <c:pt idx="6108">
                  <c:v>0.721528624</c:v>
                </c:pt>
                <c:pt idx="6109">
                  <c:v>0.72160475</c:v>
                </c:pt>
                <c:pt idx="6110">
                  <c:v>0.72160475</c:v>
                </c:pt>
                <c:pt idx="6111">
                  <c:v>0.721680877</c:v>
                </c:pt>
                <c:pt idx="6112">
                  <c:v>0.721680877</c:v>
                </c:pt>
                <c:pt idx="6113">
                  <c:v>0.721757004</c:v>
                </c:pt>
                <c:pt idx="6114">
                  <c:v>0.721757004</c:v>
                </c:pt>
                <c:pt idx="6115">
                  <c:v>0.721757004</c:v>
                </c:pt>
                <c:pt idx="6116">
                  <c:v>0.721909257</c:v>
                </c:pt>
                <c:pt idx="6117">
                  <c:v>0.721909257</c:v>
                </c:pt>
                <c:pt idx="6118">
                  <c:v>0.721985384</c:v>
                </c:pt>
                <c:pt idx="6119">
                  <c:v>0.721985384</c:v>
                </c:pt>
                <c:pt idx="6120">
                  <c:v>0.722137637</c:v>
                </c:pt>
                <c:pt idx="6121">
                  <c:v>0.722366017</c:v>
                </c:pt>
                <c:pt idx="6122">
                  <c:v>0.722366017</c:v>
                </c:pt>
                <c:pt idx="6123">
                  <c:v>0.722366017</c:v>
                </c:pt>
                <c:pt idx="6124">
                  <c:v>0.722366017</c:v>
                </c:pt>
                <c:pt idx="6125">
                  <c:v>0.72251827</c:v>
                </c:pt>
                <c:pt idx="6126">
                  <c:v>0.72251827</c:v>
                </c:pt>
                <c:pt idx="6127">
                  <c:v>0.722594397</c:v>
                </c:pt>
                <c:pt idx="6128">
                  <c:v>0.722594397</c:v>
                </c:pt>
                <c:pt idx="6129">
                  <c:v>0.72274665</c:v>
                </c:pt>
                <c:pt idx="6130">
                  <c:v>0.72274665</c:v>
                </c:pt>
                <c:pt idx="6131">
                  <c:v>0.722822777</c:v>
                </c:pt>
                <c:pt idx="6132">
                  <c:v>0.722822777</c:v>
                </c:pt>
                <c:pt idx="6133">
                  <c:v>0.722822777</c:v>
                </c:pt>
                <c:pt idx="6134">
                  <c:v>0.722822777</c:v>
                </c:pt>
                <c:pt idx="6135">
                  <c:v>0.722898904</c:v>
                </c:pt>
                <c:pt idx="6136">
                  <c:v>0.722898904</c:v>
                </c:pt>
                <c:pt idx="6137">
                  <c:v>0.723051157</c:v>
                </c:pt>
                <c:pt idx="6138">
                  <c:v>0.723051157</c:v>
                </c:pt>
                <c:pt idx="6139">
                  <c:v>0.723127284</c:v>
                </c:pt>
                <c:pt idx="6140">
                  <c:v>0.723127284</c:v>
                </c:pt>
                <c:pt idx="6141">
                  <c:v>0.723127284</c:v>
                </c:pt>
                <c:pt idx="6142">
                  <c:v>0.72320341</c:v>
                </c:pt>
                <c:pt idx="6143">
                  <c:v>0.72320341</c:v>
                </c:pt>
                <c:pt idx="6144">
                  <c:v>0.72320341</c:v>
                </c:pt>
                <c:pt idx="6145">
                  <c:v>0.72320341</c:v>
                </c:pt>
                <c:pt idx="6146">
                  <c:v>0.723355664</c:v>
                </c:pt>
                <c:pt idx="6147">
                  <c:v>0.723355664</c:v>
                </c:pt>
                <c:pt idx="6148">
                  <c:v>0.72343179</c:v>
                </c:pt>
                <c:pt idx="6149">
                  <c:v>0.72343179</c:v>
                </c:pt>
                <c:pt idx="6150">
                  <c:v>0.723507917</c:v>
                </c:pt>
                <c:pt idx="6151">
                  <c:v>0.723507917</c:v>
                </c:pt>
                <c:pt idx="6152">
                  <c:v>0.723660171</c:v>
                </c:pt>
                <c:pt idx="6153">
                  <c:v>0.723660171</c:v>
                </c:pt>
                <c:pt idx="6154">
                  <c:v>0.723736297</c:v>
                </c:pt>
                <c:pt idx="6155">
                  <c:v>0.723736297</c:v>
                </c:pt>
                <c:pt idx="6156">
                  <c:v>0.723812424</c:v>
                </c:pt>
                <c:pt idx="6157">
                  <c:v>0.723812424</c:v>
                </c:pt>
                <c:pt idx="6158">
                  <c:v>0.723888551</c:v>
                </c:pt>
                <c:pt idx="6159">
                  <c:v>0.723888551</c:v>
                </c:pt>
                <c:pt idx="6160">
                  <c:v>0.724040804</c:v>
                </c:pt>
                <c:pt idx="6161">
                  <c:v>0.724040804</c:v>
                </c:pt>
                <c:pt idx="6162">
                  <c:v>0.724116931</c:v>
                </c:pt>
                <c:pt idx="6163">
                  <c:v>0.724116931</c:v>
                </c:pt>
                <c:pt idx="6164">
                  <c:v>0.724193057</c:v>
                </c:pt>
                <c:pt idx="6165">
                  <c:v>0.724345311</c:v>
                </c:pt>
                <c:pt idx="6166">
                  <c:v>0.724573691</c:v>
                </c:pt>
                <c:pt idx="6167">
                  <c:v>0.724573691</c:v>
                </c:pt>
                <c:pt idx="6168">
                  <c:v>0.724725944</c:v>
                </c:pt>
                <c:pt idx="6169">
                  <c:v>0.724725944</c:v>
                </c:pt>
                <c:pt idx="6170">
                  <c:v>0.724802071</c:v>
                </c:pt>
                <c:pt idx="6171">
                  <c:v>0.724878197</c:v>
                </c:pt>
                <c:pt idx="6172">
                  <c:v>0.724878197</c:v>
                </c:pt>
                <c:pt idx="6173">
                  <c:v>0.724954324</c:v>
                </c:pt>
                <c:pt idx="6174">
                  <c:v>0.724954324</c:v>
                </c:pt>
                <c:pt idx="6175">
                  <c:v>0.725106577</c:v>
                </c:pt>
                <c:pt idx="6176">
                  <c:v>0.725106577</c:v>
                </c:pt>
                <c:pt idx="6177">
                  <c:v>0.725182704</c:v>
                </c:pt>
                <c:pt idx="6178">
                  <c:v>0.725182704</c:v>
                </c:pt>
                <c:pt idx="6179">
                  <c:v>0.725258831</c:v>
                </c:pt>
                <c:pt idx="6180">
                  <c:v>0.725258831</c:v>
                </c:pt>
                <c:pt idx="6181">
                  <c:v>0.725334957</c:v>
                </c:pt>
                <c:pt idx="6182">
                  <c:v>0.725487211</c:v>
                </c:pt>
                <c:pt idx="6183">
                  <c:v>0.725487211</c:v>
                </c:pt>
                <c:pt idx="6184">
                  <c:v>0.725487211</c:v>
                </c:pt>
                <c:pt idx="6185">
                  <c:v>0.725487211</c:v>
                </c:pt>
                <c:pt idx="6186">
                  <c:v>0.725563337</c:v>
                </c:pt>
                <c:pt idx="6187">
                  <c:v>0.725563337</c:v>
                </c:pt>
                <c:pt idx="6188">
                  <c:v>0.725639464</c:v>
                </c:pt>
                <c:pt idx="6189">
                  <c:v>0.725639464</c:v>
                </c:pt>
                <c:pt idx="6190">
                  <c:v>0.725639464</c:v>
                </c:pt>
                <c:pt idx="6191">
                  <c:v>0.725867844</c:v>
                </c:pt>
                <c:pt idx="6192">
                  <c:v>0.725867844</c:v>
                </c:pt>
                <c:pt idx="6193">
                  <c:v>0.725943971</c:v>
                </c:pt>
                <c:pt idx="6194">
                  <c:v>0.725943971</c:v>
                </c:pt>
                <c:pt idx="6195">
                  <c:v>0.726096224</c:v>
                </c:pt>
                <c:pt idx="6196">
                  <c:v>0.726096224</c:v>
                </c:pt>
                <c:pt idx="6197">
                  <c:v>0.726096224</c:v>
                </c:pt>
                <c:pt idx="6198">
                  <c:v>0.726096224</c:v>
                </c:pt>
                <c:pt idx="6199">
                  <c:v>0.726172351</c:v>
                </c:pt>
                <c:pt idx="6200">
                  <c:v>0.726172351</c:v>
                </c:pt>
                <c:pt idx="6201">
                  <c:v>0.726248477</c:v>
                </c:pt>
                <c:pt idx="6202">
                  <c:v>0.726248477</c:v>
                </c:pt>
                <c:pt idx="6203">
                  <c:v>0.726248477</c:v>
                </c:pt>
                <c:pt idx="6204">
                  <c:v>0.726324604</c:v>
                </c:pt>
                <c:pt idx="6205">
                  <c:v>0.726400731</c:v>
                </c:pt>
                <c:pt idx="6206">
                  <c:v>0.726400731</c:v>
                </c:pt>
                <c:pt idx="6207">
                  <c:v>0.726476857</c:v>
                </c:pt>
                <c:pt idx="6208">
                  <c:v>0.726476857</c:v>
                </c:pt>
                <c:pt idx="6209">
                  <c:v>0.726552984</c:v>
                </c:pt>
                <c:pt idx="6210">
                  <c:v>0.726552984</c:v>
                </c:pt>
                <c:pt idx="6211">
                  <c:v>0.726629111</c:v>
                </c:pt>
                <c:pt idx="6212">
                  <c:v>0.726629111</c:v>
                </c:pt>
                <c:pt idx="6213">
                  <c:v>0.726705238</c:v>
                </c:pt>
                <c:pt idx="6214">
                  <c:v>0.726705238</c:v>
                </c:pt>
                <c:pt idx="6215">
                  <c:v>0.726781364</c:v>
                </c:pt>
                <c:pt idx="6216">
                  <c:v>0.726781364</c:v>
                </c:pt>
                <c:pt idx="6217">
                  <c:v>0.727085871</c:v>
                </c:pt>
                <c:pt idx="6218">
                  <c:v>0.727085871</c:v>
                </c:pt>
                <c:pt idx="6219">
                  <c:v>0.727085871</c:v>
                </c:pt>
                <c:pt idx="6220">
                  <c:v>0.727161998</c:v>
                </c:pt>
                <c:pt idx="6221">
                  <c:v>0.727161998</c:v>
                </c:pt>
                <c:pt idx="6222">
                  <c:v>0.727390378</c:v>
                </c:pt>
                <c:pt idx="6223">
                  <c:v>0.727390378</c:v>
                </c:pt>
                <c:pt idx="6224">
                  <c:v>0.727466504</c:v>
                </c:pt>
                <c:pt idx="6225">
                  <c:v>0.727466504</c:v>
                </c:pt>
                <c:pt idx="6226">
                  <c:v>0.727694884</c:v>
                </c:pt>
                <c:pt idx="6227">
                  <c:v>0.727999391</c:v>
                </c:pt>
                <c:pt idx="6228">
                  <c:v>0.727999391</c:v>
                </c:pt>
                <c:pt idx="6229">
                  <c:v>0.728075518</c:v>
                </c:pt>
                <c:pt idx="6230">
                  <c:v>0.728075518</c:v>
                </c:pt>
                <c:pt idx="6231">
                  <c:v>0.728151644</c:v>
                </c:pt>
                <c:pt idx="6232">
                  <c:v>0.728151644</c:v>
                </c:pt>
                <c:pt idx="6233">
                  <c:v>0.728227771</c:v>
                </c:pt>
                <c:pt idx="6234">
                  <c:v>0.728227771</c:v>
                </c:pt>
                <c:pt idx="6235">
                  <c:v>0.728227771</c:v>
                </c:pt>
                <c:pt idx="6236">
                  <c:v>0.728303898</c:v>
                </c:pt>
                <c:pt idx="6237">
                  <c:v>0.728303898</c:v>
                </c:pt>
                <c:pt idx="6238">
                  <c:v>0.728303898</c:v>
                </c:pt>
                <c:pt idx="6239">
                  <c:v>0.728456151</c:v>
                </c:pt>
                <c:pt idx="6240">
                  <c:v>0.728456151</c:v>
                </c:pt>
                <c:pt idx="6241">
                  <c:v>0.728608404</c:v>
                </c:pt>
                <c:pt idx="6242">
                  <c:v>0.728608404</c:v>
                </c:pt>
                <c:pt idx="6243">
                  <c:v>0.728608404</c:v>
                </c:pt>
                <c:pt idx="6244">
                  <c:v>0.728608404</c:v>
                </c:pt>
                <c:pt idx="6245">
                  <c:v>0.728684531</c:v>
                </c:pt>
                <c:pt idx="6246">
                  <c:v>0.728684531</c:v>
                </c:pt>
                <c:pt idx="6247">
                  <c:v>0.728684531</c:v>
                </c:pt>
                <c:pt idx="6248">
                  <c:v>0.728684531</c:v>
                </c:pt>
                <c:pt idx="6249">
                  <c:v>0.728989038</c:v>
                </c:pt>
                <c:pt idx="6250">
                  <c:v>0.728989038</c:v>
                </c:pt>
                <c:pt idx="6251">
                  <c:v>0.729065164</c:v>
                </c:pt>
                <c:pt idx="6252">
                  <c:v>0.729065164</c:v>
                </c:pt>
                <c:pt idx="6253">
                  <c:v>0.729141291</c:v>
                </c:pt>
                <c:pt idx="6254">
                  <c:v>0.729141291</c:v>
                </c:pt>
                <c:pt idx="6255">
                  <c:v>0.729293544</c:v>
                </c:pt>
                <c:pt idx="6256">
                  <c:v>0.729293544</c:v>
                </c:pt>
                <c:pt idx="6257">
                  <c:v>0.729598051</c:v>
                </c:pt>
                <c:pt idx="6258">
                  <c:v>0.729598051</c:v>
                </c:pt>
                <c:pt idx="6259">
                  <c:v>0.729674178</c:v>
                </c:pt>
                <c:pt idx="6260">
                  <c:v>0.729674178</c:v>
                </c:pt>
                <c:pt idx="6261">
                  <c:v>0.729826431</c:v>
                </c:pt>
                <c:pt idx="6262">
                  <c:v>0.729826431</c:v>
                </c:pt>
                <c:pt idx="6263">
                  <c:v>0.729902558</c:v>
                </c:pt>
                <c:pt idx="6264">
                  <c:v>0.729902558</c:v>
                </c:pt>
                <c:pt idx="6265">
                  <c:v>0.730207065</c:v>
                </c:pt>
                <c:pt idx="6266">
                  <c:v>0.730283191</c:v>
                </c:pt>
                <c:pt idx="6267">
                  <c:v>0.730283191</c:v>
                </c:pt>
                <c:pt idx="6268">
                  <c:v>0.730283191</c:v>
                </c:pt>
                <c:pt idx="6269">
                  <c:v>0.730283191</c:v>
                </c:pt>
                <c:pt idx="6270">
                  <c:v>0.730283191</c:v>
                </c:pt>
                <c:pt idx="6271">
                  <c:v>0.730511571</c:v>
                </c:pt>
                <c:pt idx="6272">
                  <c:v>0.730511571</c:v>
                </c:pt>
                <c:pt idx="6273">
                  <c:v>0.730663825</c:v>
                </c:pt>
                <c:pt idx="6274">
                  <c:v>0.730892205</c:v>
                </c:pt>
                <c:pt idx="6275">
                  <c:v>0.731044458</c:v>
                </c:pt>
                <c:pt idx="6276">
                  <c:v>0.731120585</c:v>
                </c:pt>
                <c:pt idx="6277">
                  <c:v>0.731120585</c:v>
                </c:pt>
                <c:pt idx="6278">
                  <c:v>0.731120585</c:v>
                </c:pt>
                <c:pt idx="6279">
                  <c:v>0.731120585</c:v>
                </c:pt>
                <c:pt idx="6280">
                  <c:v>0.731196711</c:v>
                </c:pt>
                <c:pt idx="6281">
                  <c:v>0.731196711</c:v>
                </c:pt>
                <c:pt idx="6282">
                  <c:v>0.731196711</c:v>
                </c:pt>
                <c:pt idx="6283">
                  <c:v>0.731272838</c:v>
                </c:pt>
                <c:pt idx="6284">
                  <c:v>0.731272838</c:v>
                </c:pt>
                <c:pt idx="6285">
                  <c:v>0.731348965</c:v>
                </c:pt>
                <c:pt idx="6286">
                  <c:v>0.731501218</c:v>
                </c:pt>
                <c:pt idx="6287">
                  <c:v>0.731653471</c:v>
                </c:pt>
                <c:pt idx="6288">
                  <c:v>0.731653471</c:v>
                </c:pt>
                <c:pt idx="6289">
                  <c:v>0.731653471</c:v>
                </c:pt>
                <c:pt idx="6290">
                  <c:v>0.731729598</c:v>
                </c:pt>
                <c:pt idx="6291">
                  <c:v>0.731729598</c:v>
                </c:pt>
                <c:pt idx="6292">
                  <c:v>0.731805725</c:v>
                </c:pt>
                <c:pt idx="6293">
                  <c:v>0.731805725</c:v>
                </c:pt>
                <c:pt idx="6294">
                  <c:v>0.732262485</c:v>
                </c:pt>
                <c:pt idx="6295">
                  <c:v>0.732262485</c:v>
                </c:pt>
                <c:pt idx="6296">
                  <c:v>0.732414738</c:v>
                </c:pt>
                <c:pt idx="6297">
                  <c:v>0.732414738</c:v>
                </c:pt>
                <c:pt idx="6298">
                  <c:v>0.732414738</c:v>
                </c:pt>
                <c:pt idx="6299">
                  <c:v>0.732414738</c:v>
                </c:pt>
                <c:pt idx="6300">
                  <c:v>0.732490865</c:v>
                </c:pt>
                <c:pt idx="6301">
                  <c:v>0.732490865</c:v>
                </c:pt>
                <c:pt idx="6302">
                  <c:v>0.732566991</c:v>
                </c:pt>
                <c:pt idx="6303">
                  <c:v>0.732566991</c:v>
                </c:pt>
                <c:pt idx="6304">
                  <c:v>0.732643118</c:v>
                </c:pt>
                <c:pt idx="6305">
                  <c:v>0.732643118</c:v>
                </c:pt>
                <c:pt idx="6306">
                  <c:v>0.732643118</c:v>
                </c:pt>
                <c:pt idx="6307">
                  <c:v>0.732795371</c:v>
                </c:pt>
                <c:pt idx="6308">
                  <c:v>0.732795371</c:v>
                </c:pt>
                <c:pt idx="6309">
                  <c:v>0.732947625</c:v>
                </c:pt>
                <c:pt idx="6310">
                  <c:v>0.732947625</c:v>
                </c:pt>
                <c:pt idx="6311">
                  <c:v>0.733023752</c:v>
                </c:pt>
                <c:pt idx="6312">
                  <c:v>0.733023752</c:v>
                </c:pt>
                <c:pt idx="6313">
                  <c:v>0.733176005</c:v>
                </c:pt>
                <c:pt idx="6314">
                  <c:v>0.733176005</c:v>
                </c:pt>
                <c:pt idx="6315">
                  <c:v>0.733252132</c:v>
                </c:pt>
                <c:pt idx="6316">
                  <c:v>0.733252132</c:v>
                </c:pt>
                <c:pt idx="6317">
                  <c:v>0.733632765</c:v>
                </c:pt>
                <c:pt idx="6318">
                  <c:v>0.733632765</c:v>
                </c:pt>
                <c:pt idx="6319">
                  <c:v>0.733632765</c:v>
                </c:pt>
                <c:pt idx="6320">
                  <c:v>0.733632765</c:v>
                </c:pt>
                <c:pt idx="6321">
                  <c:v>0.733708892</c:v>
                </c:pt>
                <c:pt idx="6322">
                  <c:v>0.733708892</c:v>
                </c:pt>
                <c:pt idx="6323">
                  <c:v>0.733785018</c:v>
                </c:pt>
                <c:pt idx="6324">
                  <c:v>0.733785018</c:v>
                </c:pt>
                <c:pt idx="6325">
                  <c:v>0.733861145</c:v>
                </c:pt>
                <c:pt idx="6326">
                  <c:v>0.733861145</c:v>
                </c:pt>
                <c:pt idx="6327">
                  <c:v>0.733937272</c:v>
                </c:pt>
                <c:pt idx="6328">
                  <c:v>0.733937272</c:v>
                </c:pt>
                <c:pt idx="6329">
                  <c:v>0.733937272</c:v>
                </c:pt>
                <c:pt idx="6330">
                  <c:v>0.733937272</c:v>
                </c:pt>
                <c:pt idx="6331">
                  <c:v>0.734013398</c:v>
                </c:pt>
                <c:pt idx="6332">
                  <c:v>0.734013398</c:v>
                </c:pt>
                <c:pt idx="6333">
                  <c:v>0.734013398</c:v>
                </c:pt>
                <c:pt idx="6334">
                  <c:v>0.734089525</c:v>
                </c:pt>
                <c:pt idx="6335">
                  <c:v>0.734089525</c:v>
                </c:pt>
                <c:pt idx="6336">
                  <c:v>0.734165652</c:v>
                </c:pt>
                <c:pt idx="6337">
                  <c:v>0.734165652</c:v>
                </c:pt>
                <c:pt idx="6338">
                  <c:v>0.734317905</c:v>
                </c:pt>
                <c:pt idx="6339">
                  <c:v>0.734470158</c:v>
                </c:pt>
                <c:pt idx="6340">
                  <c:v>0.734470158</c:v>
                </c:pt>
                <c:pt idx="6341">
                  <c:v>0.734774665</c:v>
                </c:pt>
                <c:pt idx="6342">
                  <c:v>0.734774665</c:v>
                </c:pt>
                <c:pt idx="6343">
                  <c:v>0.734774665</c:v>
                </c:pt>
                <c:pt idx="6344">
                  <c:v>0.734850792</c:v>
                </c:pt>
                <c:pt idx="6345">
                  <c:v>0.734850792</c:v>
                </c:pt>
                <c:pt idx="6346">
                  <c:v>0.734926918</c:v>
                </c:pt>
                <c:pt idx="6347">
                  <c:v>0.734926918</c:v>
                </c:pt>
                <c:pt idx="6348">
                  <c:v>0.735079172</c:v>
                </c:pt>
                <c:pt idx="6349">
                  <c:v>0.735079172</c:v>
                </c:pt>
                <c:pt idx="6350">
                  <c:v>0.735155298</c:v>
                </c:pt>
                <c:pt idx="6351">
                  <c:v>0.735155298</c:v>
                </c:pt>
                <c:pt idx="6352">
                  <c:v>0.735231425</c:v>
                </c:pt>
                <c:pt idx="6353">
                  <c:v>0.735231425</c:v>
                </c:pt>
                <c:pt idx="6354">
                  <c:v>0.735307552</c:v>
                </c:pt>
                <c:pt idx="6355">
                  <c:v>0.735307552</c:v>
                </c:pt>
                <c:pt idx="6356">
                  <c:v>0.735307552</c:v>
                </c:pt>
                <c:pt idx="6357">
                  <c:v>0.735307552</c:v>
                </c:pt>
                <c:pt idx="6358">
                  <c:v>0.735383678</c:v>
                </c:pt>
                <c:pt idx="6359">
                  <c:v>0.735383678</c:v>
                </c:pt>
                <c:pt idx="6360">
                  <c:v>0.735383678</c:v>
                </c:pt>
                <c:pt idx="6361">
                  <c:v>0.735383678</c:v>
                </c:pt>
                <c:pt idx="6362">
                  <c:v>0.735459805</c:v>
                </c:pt>
                <c:pt idx="6363">
                  <c:v>0.735459805</c:v>
                </c:pt>
                <c:pt idx="6364">
                  <c:v>0.735612058</c:v>
                </c:pt>
                <c:pt idx="6365">
                  <c:v>0.735840438</c:v>
                </c:pt>
                <c:pt idx="6366">
                  <c:v>0.735840438</c:v>
                </c:pt>
                <c:pt idx="6367">
                  <c:v>0.735916565</c:v>
                </c:pt>
                <c:pt idx="6368">
                  <c:v>0.735916565</c:v>
                </c:pt>
                <c:pt idx="6369">
                  <c:v>0.735992692</c:v>
                </c:pt>
                <c:pt idx="6370">
                  <c:v>0.735992692</c:v>
                </c:pt>
                <c:pt idx="6371">
                  <c:v>0.736068819</c:v>
                </c:pt>
                <c:pt idx="6372">
                  <c:v>0.736068819</c:v>
                </c:pt>
                <c:pt idx="6373">
                  <c:v>0.736297199</c:v>
                </c:pt>
                <c:pt idx="6374">
                  <c:v>0.736297199</c:v>
                </c:pt>
                <c:pt idx="6375">
                  <c:v>0.736373325</c:v>
                </c:pt>
                <c:pt idx="6376">
                  <c:v>0.736373325</c:v>
                </c:pt>
                <c:pt idx="6377">
                  <c:v>0.736449452</c:v>
                </c:pt>
                <c:pt idx="6378">
                  <c:v>0.736601705</c:v>
                </c:pt>
                <c:pt idx="6379">
                  <c:v>0.736677832</c:v>
                </c:pt>
                <c:pt idx="6380">
                  <c:v>0.736677832</c:v>
                </c:pt>
                <c:pt idx="6381">
                  <c:v>0.736753959</c:v>
                </c:pt>
                <c:pt idx="6382">
                  <c:v>0.736753959</c:v>
                </c:pt>
                <c:pt idx="6383">
                  <c:v>0.736830085</c:v>
                </c:pt>
                <c:pt idx="6384">
                  <c:v>0.737058465</c:v>
                </c:pt>
                <c:pt idx="6385">
                  <c:v>0.737058465</c:v>
                </c:pt>
                <c:pt idx="6386">
                  <c:v>0.737134592</c:v>
                </c:pt>
                <c:pt idx="6387">
                  <c:v>0.737134592</c:v>
                </c:pt>
                <c:pt idx="6388">
                  <c:v>0.737134592</c:v>
                </c:pt>
                <c:pt idx="6389">
                  <c:v>0.737286845</c:v>
                </c:pt>
                <c:pt idx="6390">
                  <c:v>0.737286845</c:v>
                </c:pt>
                <c:pt idx="6391">
                  <c:v>0.737362972</c:v>
                </c:pt>
                <c:pt idx="6392">
                  <c:v>0.737362972</c:v>
                </c:pt>
                <c:pt idx="6393">
                  <c:v>0.737362972</c:v>
                </c:pt>
                <c:pt idx="6394">
                  <c:v>0.737362972</c:v>
                </c:pt>
                <c:pt idx="6395">
                  <c:v>0.737515225</c:v>
                </c:pt>
                <c:pt idx="6396">
                  <c:v>0.737515225</c:v>
                </c:pt>
                <c:pt idx="6397">
                  <c:v>0.737591352</c:v>
                </c:pt>
                <c:pt idx="6398">
                  <c:v>0.737591352</c:v>
                </c:pt>
                <c:pt idx="6399">
                  <c:v>0.737667479</c:v>
                </c:pt>
                <c:pt idx="6400">
                  <c:v>0.737667479</c:v>
                </c:pt>
                <c:pt idx="6401">
                  <c:v>0.737743605</c:v>
                </c:pt>
                <c:pt idx="6402">
                  <c:v>0.737743605</c:v>
                </c:pt>
                <c:pt idx="6403">
                  <c:v>0.737895859</c:v>
                </c:pt>
                <c:pt idx="6404">
                  <c:v>0.737895859</c:v>
                </c:pt>
                <c:pt idx="6405">
                  <c:v>0.737971985</c:v>
                </c:pt>
                <c:pt idx="6406">
                  <c:v>0.737971985</c:v>
                </c:pt>
                <c:pt idx="6407">
                  <c:v>0.737971985</c:v>
                </c:pt>
                <c:pt idx="6408">
                  <c:v>0.737971985</c:v>
                </c:pt>
                <c:pt idx="6409">
                  <c:v>0.737971985</c:v>
                </c:pt>
                <c:pt idx="6410">
                  <c:v>0.737971985</c:v>
                </c:pt>
                <c:pt idx="6411">
                  <c:v>0.738048112</c:v>
                </c:pt>
                <c:pt idx="6412">
                  <c:v>0.738048112</c:v>
                </c:pt>
                <c:pt idx="6413">
                  <c:v>0.738048112</c:v>
                </c:pt>
                <c:pt idx="6414">
                  <c:v>0.738048112</c:v>
                </c:pt>
                <c:pt idx="6415">
                  <c:v>0.738124239</c:v>
                </c:pt>
                <c:pt idx="6416">
                  <c:v>0.738124239</c:v>
                </c:pt>
                <c:pt idx="6417">
                  <c:v>0.738504872</c:v>
                </c:pt>
                <c:pt idx="6418">
                  <c:v>0.738657125</c:v>
                </c:pt>
                <c:pt idx="6419">
                  <c:v>0.738657125</c:v>
                </c:pt>
                <c:pt idx="6420">
                  <c:v>0.738733252</c:v>
                </c:pt>
                <c:pt idx="6421">
                  <c:v>0.738733252</c:v>
                </c:pt>
                <c:pt idx="6422">
                  <c:v>0.738885505</c:v>
                </c:pt>
                <c:pt idx="6423">
                  <c:v>0.738885505</c:v>
                </c:pt>
                <c:pt idx="6424">
                  <c:v>0.738961632</c:v>
                </c:pt>
                <c:pt idx="6425">
                  <c:v>0.738961632</c:v>
                </c:pt>
                <c:pt idx="6426">
                  <c:v>0.739037759</c:v>
                </c:pt>
                <c:pt idx="6427">
                  <c:v>0.739037759</c:v>
                </c:pt>
                <c:pt idx="6428">
                  <c:v>0.739037759</c:v>
                </c:pt>
                <c:pt idx="6429">
                  <c:v>0.739113886</c:v>
                </c:pt>
                <c:pt idx="6430">
                  <c:v>0.739113886</c:v>
                </c:pt>
                <c:pt idx="6431">
                  <c:v>0.739418392</c:v>
                </c:pt>
                <c:pt idx="6432">
                  <c:v>0.739418392</c:v>
                </c:pt>
                <c:pt idx="6433">
                  <c:v>0.739570646</c:v>
                </c:pt>
                <c:pt idx="6434">
                  <c:v>0.739570646</c:v>
                </c:pt>
                <c:pt idx="6435">
                  <c:v>0.739646772</c:v>
                </c:pt>
                <c:pt idx="6436">
                  <c:v>0.739722899</c:v>
                </c:pt>
                <c:pt idx="6437">
                  <c:v>0.739722899</c:v>
                </c:pt>
                <c:pt idx="6438">
                  <c:v>0.739951279</c:v>
                </c:pt>
                <c:pt idx="6439">
                  <c:v>0.739951279</c:v>
                </c:pt>
                <c:pt idx="6440">
                  <c:v>0.740027406</c:v>
                </c:pt>
                <c:pt idx="6441">
                  <c:v>0.740027406</c:v>
                </c:pt>
                <c:pt idx="6442">
                  <c:v>0.740103532</c:v>
                </c:pt>
                <c:pt idx="6443">
                  <c:v>0.740103532</c:v>
                </c:pt>
                <c:pt idx="6444">
                  <c:v>0.740179659</c:v>
                </c:pt>
                <c:pt idx="6445">
                  <c:v>0.740179659</c:v>
                </c:pt>
                <c:pt idx="6446">
                  <c:v>0.740255786</c:v>
                </c:pt>
                <c:pt idx="6447">
                  <c:v>0.740255786</c:v>
                </c:pt>
                <c:pt idx="6448">
                  <c:v>0.740331912</c:v>
                </c:pt>
                <c:pt idx="6449">
                  <c:v>0.740331912</c:v>
                </c:pt>
                <c:pt idx="6450">
                  <c:v>0.740408039</c:v>
                </c:pt>
                <c:pt idx="6451">
                  <c:v>0.740408039</c:v>
                </c:pt>
                <c:pt idx="6452">
                  <c:v>0.740408039</c:v>
                </c:pt>
                <c:pt idx="6453">
                  <c:v>0.740560292</c:v>
                </c:pt>
                <c:pt idx="6454">
                  <c:v>0.740560292</c:v>
                </c:pt>
                <c:pt idx="6455">
                  <c:v>0.740712546</c:v>
                </c:pt>
                <c:pt idx="6456">
                  <c:v>0.740712546</c:v>
                </c:pt>
                <c:pt idx="6457">
                  <c:v>0.740864799</c:v>
                </c:pt>
                <c:pt idx="6458">
                  <c:v>0.740864799</c:v>
                </c:pt>
                <c:pt idx="6459">
                  <c:v>0.740940926</c:v>
                </c:pt>
                <c:pt idx="6460">
                  <c:v>0.740940926</c:v>
                </c:pt>
                <c:pt idx="6461">
                  <c:v>0.741017052</c:v>
                </c:pt>
                <c:pt idx="6462">
                  <c:v>0.741017052</c:v>
                </c:pt>
                <c:pt idx="6463">
                  <c:v>0.741093179</c:v>
                </c:pt>
                <c:pt idx="6464">
                  <c:v>0.741093179</c:v>
                </c:pt>
                <c:pt idx="6465">
                  <c:v>0.741169306</c:v>
                </c:pt>
                <c:pt idx="6466">
                  <c:v>0.741169306</c:v>
                </c:pt>
                <c:pt idx="6467">
                  <c:v>0.741245432</c:v>
                </c:pt>
                <c:pt idx="6468">
                  <c:v>0.741245432</c:v>
                </c:pt>
                <c:pt idx="6469">
                  <c:v>0.741245432</c:v>
                </c:pt>
                <c:pt idx="6470">
                  <c:v>0.741245432</c:v>
                </c:pt>
                <c:pt idx="6471">
                  <c:v>0.741321559</c:v>
                </c:pt>
                <c:pt idx="6472">
                  <c:v>0.741397686</c:v>
                </c:pt>
                <c:pt idx="6473">
                  <c:v>0.741397686</c:v>
                </c:pt>
                <c:pt idx="6474">
                  <c:v>0.741397686</c:v>
                </c:pt>
                <c:pt idx="6475">
                  <c:v>0.741626066</c:v>
                </c:pt>
                <c:pt idx="6476">
                  <c:v>0.741626066</c:v>
                </c:pt>
                <c:pt idx="6477">
                  <c:v>0.741702192</c:v>
                </c:pt>
                <c:pt idx="6478">
                  <c:v>0.741702192</c:v>
                </c:pt>
                <c:pt idx="6479">
                  <c:v>0.741778319</c:v>
                </c:pt>
                <c:pt idx="6480">
                  <c:v>0.741778319</c:v>
                </c:pt>
                <c:pt idx="6481">
                  <c:v>0.741930572</c:v>
                </c:pt>
                <c:pt idx="6482">
                  <c:v>0.741930572</c:v>
                </c:pt>
                <c:pt idx="6483">
                  <c:v>0.742006699</c:v>
                </c:pt>
                <c:pt idx="6484">
                  <c:v>0.742158952</c:v>
                </c:pt>
                <c:pt idx="6485">
                  <c:v>0.742158952</c:v>
                </c:pt>
                <c:pt idx="6486">
                  <c:v>0.742235079</c:v>
                </c:pt>
                <c:pt idx="6487">
                  <c:v>0.742235079</c:v>
                </c:pt>
                <c:pt idx="6488">
                  <c:v>0.742235079</c:v>
                </c:pt>
                <c:pt idx="6489">
                  <c:v>0.742311206</c:v>
                </c:pt>
                <c:pt idx="6490">
                  <c:v>0.742311206</c:v>
                </c:pt>
                <c:pt idx="6491">
                  <c:v>0.742311206</c:v>
                </c:pt>
                <c:pt idx="6492">
                  <c:v>0.742311206</c:v>
                </c:pt>
                <c:pt idx="6493">
                  <c:v>0.742387333</c:v>
                </c:pt>
                <c:pt idx="6494">
                  <c:v>0.742387333</c:v>
                </c:pt>
                <c:pt idx="6495">
                  <c:v>0.742387333</c:v>
                </c:pt>
                <c:pt idx="6496">
                  <c:v>0.742387333</c:v>
                </c:pt>
                <c:pt idx="6497">
                  <c:v>0.742539586</c:v>
                </c:pt>
                <c:pt idx="6498">
                  <c:v>0.742539586</c:v>
                </c:pt>
                <c:pt idx="6499">
                  <c:v>0.742691839</c:v>
                </c:pt>
                <c:pt idx="6500">
                  <c:v>0.742691839</c:v>
                </c:pt>
                <c:pt idx="6501">
                  <c:v>0.742844093</c:v>
                </c:pt>
                <c:pt idx="6502">
                  <c:v>0.742844093</c:v>
                </c:pt>
                <c:pt idx="6503">
                  <c:v>0.742920219</c:v>
                </c:pt>
                <c:pt idx="6504">
                  <c:v>0.742920219</c:v>
                </c:pt>
                <c:pt idx="6505">
                  <c:v>0.743072473</c:v>
                </c:pt>
                <c:pt idx="6506">
                  <c:v>0.743072473</c:v>
                </c:pt>
                <c:pt idx="6507">
                  <c:v>0.743148599</c:v>
                </c:pt>
                <c:pt idx="6508">
                  <c:v>0.743148599</c:v>
                </c:pt>
                <c:pt idx="6509">
                  <c:v>0.743224726</c:v>
                </c:pt>
                <c:pt idx="6510">
                  <c:v>0.743224726</c:v>
                </c:pt>
                <c:pt idx="6511">
                  <c:v>0.743300853</c:v>
                </c:pt>
                <c:pt idx="6512">
                  <c:v>0.743300853</c:v>
                </c:pt>
                <c:pt idx="6513">
                  <c:v>0.743453106</c:v>
                </c:pt>
                <c:pt idx="6514">
                  <c:v>0.743453106</c:v>
                </c:pt>
                <c:pt idx="6515">
                  <c:v>0.743681486</c:v>
                </c:pt>
                <c:pt idx="6516">
                  <c:v>0.743681486</c:v>
                </c:pt>
                <c:pt idx="6517">
                  <c:v>0.743985993</c:v>
                </c:pt>
                <c:pt idx="6518">
                  <c:v>0.743985993</c:v>
                </c:pt>
                <c:pt idx="6519">
                  <c:v>0.744062119</c:v>
                </c:pt>
                <c:pt idx="6520">
                  <c:v>0.744062119</c:v>
                </c:pt>
                <c:pt idx="6521">
                  <c:v>0.744062119</c:v>
                </c:pt>
                <c:pt idx="6522">
                  <c:v>0.744214373</c:v>
                </c:pt>
                <c:pt idx="6523">
                  <c:v>0.744366626</c:v>
                </c:pt>
                <c:pt idx="6524">
                  <c:v>0.744442753</c:v>
                </c:pt>
                <c:pt idx="6525">
                  <c:v>0.744442753</c:v>
                </c:pt>
                <c:pt idx="6526">
                  <c:v>0.744518879</c:v>
                </c:pt>
                <c:pt idx="6527">
                  <c:v>0.744518879</c:v>
                </c:pt>
                <c:pt idx="6528">
                  <c:v>0.744595006</c:v>
                </c:pt>
                <c:pt idx="6529">
                  <c:v>0.744595006</c:v>
                </c:pt>
                <c:pt idx="6530">
                  <c:v>0.744671133</c:v>
                </c:pt>
                <c:pt idx="6531">
                  <c:v>0.744671133</c:v>
                </c:pt>
                <c:pt idx="6532">
                  <c:v>0.744747259</c:v>
                </c:pt>
                <c:pt idx="6533">
                  <c:v>0.744747259</c:v>
                </c:pt>
                <c:pt idx="6534">
                  <c:v>0.744823386</c:v>
                </c:pt>
                <c:pt idx="6535">
                  <c:v>0.744823386</c:v>
                </c:pt>
                <c:pt idx="6536">
                  <c:v>0.744899513</c:v>
                </c:pt>
                <c:pt idx="6537">
                  <c:v>0.744899513</c:v>
                </c:pt>
                <c:pt idx="6538">
                  <c:v>0.744975639</c:v>
                </c:pt>
                <c:pt idx="6539">
                  <c:v>0.744975639</c:v>
                </c:pt>
                <c:pt idx="6540">
                  <c:v>0.745051766</c:v>
                </c:pt>
                <c:pt idx="6541">
                  <c:v>0.745051766</c:v>
                </c:pt>
                <c:pt idx="6542">
                  <c:v>0.745051766</c:v>
                </c:pt>
                <c:pt idx="6543">
                  <c:v>0.745204019</c:v>
                </c:pt>
                <c:pt idx="6544">
                  <c:v>0.745204019</c:v>
                </c:pt>
                <c:pt idx="6545">
                  <c:v>0.745356273</c:v>
                </c:pt>
                <c:pt idx="6546">
                  <c:v>0.745356273</c:v>
                </c:pt>
                <c:pt idx="6547">
                  <c:v>0.7454324</c:v>
                </c:pt>
                <c:pt idx="6548">
                  <c:v>0.7454324</c:v>
                </c:pt>
                <c:pt idx="6549">
                  <c:v>0.745584653</c:v>
                </c:pt>
                <c:pt idx="6550">
                  <c:v>0.745584653</c:v>
                </c:pt>
                <c:pt idx="6551">
                  <c:v>0.74566078</c:v>
                </c:pt>
                <c:pt idx="6552">
                  <c:v>0.74566078</c:v>
                </c:pt>
                <c:pt idx="6553">
                  <c:v>0.745813033</c:v>
                </c:pt>
                <c:pt idx="6554">
                  <c:v>0.745813033</c:v>
                </c:pt>
                <c:pt idx="6555">
                  <c:v>0.74588916</c:v>
                </c:pt>
                <c:pt idx="6556">
                  <c:v>0.74588916</c:v>
                </c:pt>
                <c:pt idx="6557">
                  <c:v>0.745965286</c:v>
                </c:pt>
                <c:pt idx="6558">
                  <c:v>0.745965286</c:v>
                </c:pt>
                <c:pt idx="6559">
                  <c:v>0.745965286</c:v>
                </c:pt>
                <c:pt idx="6560">
                  <c:v>0.745965286</c:v>
                </c:pt>
                <c:pt idx="6561">
                  <c:v>0.746041413</c:v>
                </c:pt>
                <c:pt idx="6562">
                  <c:v>0.746193666</c:v>
                </c:pt>
                <c:pt idx="6563">
                  <c:v>0.746193666</c:v>
                </c:pt>
                <c:pt idx="6564">
                  <c:v>0.74634592</c:v>
                </c:pt>
                <c:pt idx="6565">
                  <c:v>0.74634592</c:v>
                </c:pt>
                <c:pt idx="6566">
                  <c:v>0.746422046</c:v>
                </c:pt>
                <c:pt idx="6567">
                  <c:v>0.746422046</c:v>
                </c:pt>
                <c:pt idx="6568">
                  <c:v>0.746498173</c:v>
                </c:pt>
                <c:pt idx="6569">
                  <c:v>0.746498173</c:v>
                </c:pt>
                <c:pt idx="6570">
                  <c:v>0.7465743</c:v>
                </c:pt>
                <c:pt idx="6571">
                  <c:v>0.7465743</c:v>
                </c:pt>
                <c:pt idx="6572">
                  <c:v>0.746650426</c:v>
                </c:pt>
                <c:pt idx="6573">
                  <c:v>0.746650426</c:v>
                </c:pt>
                <c:pt idx="6574">
                  <c:v>0.74680268</c:v>
                </c:pt>
                <c:pt idx="6575">
                  <c:v>0.746954933</c:v>
                </c:pt>
                <c:pt idx="6576">
                  <c:v>0.746954933</c:v>
                </c:pt>
                <c:pt idx="6577">
                  <c:v>0.747107186</c:v>
                </c:pt>
                <c:pt idx="6578">
                  <c:v>0.747107186</c:v>
                </c:pt>
                <c:pt idx="6579">
                  <c:v>0.74725944</c:v>
                </c:pt>
                <c:pt idx="6580">
                  <c:v>0.74725944</c:v>
                </c:pt>
                <c:pt idx="6581">
                  <c:v>0.747335566</c:v>
                </c:pt>
                <c:pt idx="6582">
                  <c:v>0.74748782</c:v>
                </c:pt>
                <c:pt idx="6583">
                  <c:v>0.747563946</c:v>
                </c:pt>
                <c:pt idx="6584">
                  <c:v>0.747563946</c:v>
                </c:pt>
                <c:pt idx="6585">
                  <c:v>0.747640073</c:v>
                </c:pt>
                <c:pt idx="6586">
                  <c:v>0.747640073</c:v>
                </c:pt>
                <c:pt idx="6587">
                  <c:v>0.7477162</c:v>
                </c:pt>
                <c:pt idx="6588">
                  <c:v>0.7477162</c:v>
                </c:pt>
                <c:pt idx="6589">
                  <c:v>0.7477162</c:v>
                </c:pt>
                <c:pt idx="6590">
                  <c:v>0.747868453</c:v>
                </c:pt>
                <c:pt idx="6591">
                  <c:v>0.748249086</c:v>
                </c:pt>
                <c:pt idx="6592">
                  <c:v>0.748249086</c:v>
                </c:pt>
                <c:pt idx="6593">
                  <c:v>0.74840134</c:v>
                </c:pt>
                <c:pt idx="6594">
                  <c:v>0.748477467</c:v>
                </c:pt>
                <c:pt idx="6595">
                  <c:v>0.748477467</c:v>
                </c:pt>
                <c:pt idx="6596">
                  <c:v>0.748781973</c:v>
                </c:pt>
                <c:pt idx="6597">
                  <c:v>0.748781973</c:v>
                </c:pt>
                <c:pt idx="6598">
                  <c:v>0.74908648</c:v>
                </c:pt>
                <c:pt idx="6599">
                  <c:v>0.74908648</c:v>
                </c:pt>
                <c:pt idx="6600">
                  <c:v>0.749162607</c:v>
                </c:pt>
                <c:pt idx="6601">
                  <c:v>0.749162607</c:v>
                </c:pt>
                <c:pt idx="6602">
                  <c:v>0.749238733</c:v>
                </c:pt>
                <c:pt idx="6603">
                  <c:v>0.74954324</c:v>
                </c:pt>
                <c:pt idx="6604">
                  <c:v>0.74954324</c:v>
                </c:pt>
                <c:pt idx="6605">
                  <c:v>0.749695493</c:v>
                </c:pt>
                <c:pt idx="6606">
                  <c:v>0.749695493</c:v>
                </c:pt>
                <c:pt idx="6607">
                  <c:v>0.74977162</c:v>
                </c:pt>
                <c:pt idx="6608">
                  <c:v>0.74977162</c:v>
                </c:pt>
                <c:pt idx="6609">
                  <c:v>0.749847747</c:v>
                </c:pt>
                <c:pt idx="6610">
                  <c:v>0.749847747</c:v>
                </c:pt>
                <c:pt idx="6611">
                  <c:v>0.749847747</c:v>
                </c:pt>
                <c:pt idx="6612">
                  <c:v>0.749847747</c:v>
                </c:pt>
                <c:pt idx="6613">
                  <c:v>0.75</c:v>
                </c:pt>
                <c:pt idx="6614">
                  <c:v>0.75</c:v>
                </c:pt>
                <c:pt idx="6615">
                  <c:v>0.750152253</c:v>
                </c:pt>
                <c:pt idx="6616">
                  <c:v>0.750152253</c:v>
                </c:pt>
                <c:pt idx="6617">
                  <c:v>0.75022838</c:v>
                </c:pt>
                <c:pt idx="6618">
                  <c:v>0.75022838</c:v>
                </c:pt>
                <c:pt idx="6619">
                  <c:v>0.750380633</c:v>
                </c:pt>
                <c:pt idx="6620">
                  <c:v>0.75045676</c:v>
                </c:pt>
                <c:pt idx="6621">
                  <c:v>0.75045676</c:v>
                </c:pt>
                <c:pt idx="6622">
                  <c:v>0.75045676</c:v>
                </c:pt>
                <c:pt idx="6623">
                  <c:v>0.750532887</c:v>
                </c:pt>
                <c:pt idx="6624">
                  <c:v>0.750532887</c:v>
                </c:pt>
                <c:pt idx="6625">
                  <c:v>0.75068514</c:v>
                </c:pt>
                <c:pt idx="6626">
                  <c:v>0.750761267</c:v>
                </c:pt>
                <c:pt idx="6627">
                  <c:v>0.750761267</c:v>
                </c:pt>
                <c:pt idx="6628">
                  <c:v>0.750761267</c:v>
                </c:pt>
                <c:pt idx="6629">
                  <c:v>0.750761267</c:v>
                </c:pt>
                <c:pt idx="6630">
                  <c:v>0.75091352</c:v>
                </c:pt>
                <c:pt idx="6631">
                  <c:v>0.75091352</c:v>
                </c:pt>
                <c:pt idx="6632">
                  <c:v>0.75091352</c:v>
                </c:pt>
                <c:pt idx="6633">
                  <c:v>0.75091352</c:v>
                </c:pt>
                <c:pt idx="6634">
                  <c:v>0.750989647</c:v>
                </c:pt>
                <c:pt idx="6635">
                  <c:v>0.750989647</c:v>
                </c:pt>
                <c:pt idx="6636">
                  <c:v>0.751065773</c:v>
                </c:pt>
                <c:pt idx="6637">
                  <c:v>0.751065773</c:v>
                </c:pt>
                <c:pt idx="6638">
                  <c:v>0.7511419</c:v>
                </c:pt>
                <c:pt idx="6639">
                  <c:v>0.7511419</c:v>
                </c:pt>
                <c:pt idx="6640">
                  <c:v>0.751294153</c:v>
                </c:pt>
                <c:pt idx="6641">
                  <c:v>0.751294153</c:v>
                </c:pt>
                <c:pt idx="6642">
                  <c:v>0.75137028</c:v>
                </c:pt>
                <c:pt idx="6643">
                  <c:v>0.75137028</c:v>
                </c:pt>
                <c:pt idx="6644">
                  <c:v>0.751446407</c:v>
                </c:pt>
                <c:pt idx="6645">
                  <c:v>0.751446407</c:v>
                </c:pt>
                <c:pt idx="6646">
                  <c:v>0.751446407</c:v>
                </c:pt>
                <c:pt idx="6647">
                  <c:v>0.751522533</c:v>
                </c:pt>
                <c:pt idx="6648">
                  <c:v>0.751522533</c:v>
                </c:pt>
                <c:pt idx="6649">
                  <c:v>0.751674787</c:v>
                </c:pt>
                <c:pt idx="6650">
                  <c:v>0.751674787</c:v>
                </c:pt>
                <c:pt idx="6651">
                  <c:v>0.751750914</c:v>
                </c:pt>
                <c:pt idx="6652">
                  <c:v>0.751750914</c:v>
                </c:pt>
                <c:pt idx="6653">
                  <c:v>0.751750914</c:v>
                </c:pt>
                <c:pt idx="6654">
                  <c:v>0.751903167</c:v>
                </c:pt>
                <c:pt idx="6655">
                  <c:v>0.751903167</c:v>
                </c:pt>
                <c:pt idx="6656">
                  <c:v>0.75205542</c:v>
                </c:pt>
                <c:pt idx="6657">
                  <c:v>0.75205542</c:v>
                </c:pt>
                <c:pt idx="6658">
                  <c:v>0.75205542</c:v>
                </c:pt>
                <c:pt idx="6659">
                  <c:v>0.75205542</c:v>
                </c:pt>
                <c:pt idx="6660">
                  <c:v>0.752131547</c:v>
                </c:pt>
                <c:pt idx="6661">
                  <c:v>0.752131547</c:v>
                </c:pt>
                <c:pt idx="6662">
                  <c:v>0.7522838</c:v>
                </c:pt>
                <c:pt idx="6663">
                  <c:v>0.7522838</c:v>
                </c:pt>
                <c:pt idx="6664">
                  <c:v>0.752359927</c:v>
                </c:pt>
                <c:pt idx="6665">
                  <c:v>0.75251218</c:v>
                </c:pt>
                <c:pt idx="6666">
                  <c:v>0.75251218</c:v>
                </c:pt>
                <c:pt idx="6667">
                  <c:v>0.752588307</c:v>
                </c:pt>
                <c:pt idx="6668">
                  <c:v>0.752588307</c:v>
                </c:pt>
                <c:pt idx="6669">
                  <c:v>0.752664434</c:v>
                </c:pt>
                <c:pt idx="6670">
                  <c:v>0.752664434</c:v>
                </c:pt>
                <c:pt idx="6671">
                  <c:v>0.75274056</c:v>
                </c:pt>
                <c:pt idx="6672">
                  <c:v>0.75274056</c:v>
                </c:pt>
                <c:pt idx="6673">
                  <c:v>0.752892814</c:v>
                </c:pt>
                <c:pt idx="6674">
                  <c:v>0.752892814</c:v>
                </c:pt>
                <c:pt idx="6675">
                  <c:v>0.75296894</c:v>
                </c:pt>
                <c:pt idx="6676">
                  <c:v>0.75296894</c:v>
                </c:pt>
                <c:pt idx="6677">
                  <c:v>0.753045067</c:v>
                </c:pt>
                <c:pt idx="6678">
                  <c:v>0.753045067</c:v>
                </c:pt>
                <c:pt idx="6679">
                  <c:v>0.753121194</c:v>
                </c:pt>
                <c:pt idx="6680">
                  <c:v>0.753121194</c:v>
                </c:pt>
                <c:pt idx="6681">
                  <c:v>0.75319732</c:v>
                </c:pt>
                <c:pt idx="6682">
                  <c:v>0.75319732</c:v>
                </c:pt>
                <c:pt idx="6683">
                  <c:v>0.75319732</c:v>
                </c:pt>
                <c:pt idx="6684">
                  <c:v>0.753273447</c:v>
                </c:pt>
                <c:pt idx="6685">
                  <c:v>0.753273447</c:v>
                </c:pt>
                <c:pt idx="6686">
                  <c:v>0.753349574</c:v>
                </c:pt>
                <c:pt idx="6687">
                  <c:v>0.753349574</c:v>
                </c:pt>
                <c:pt idx="6688">
                  <c:v>0.753577954</c:v>
                </c:pt>
                <c:pt idx="6689">
                  <c:v>0.753577954</c:v>
                </c:pt>
                <c:pt idx="6690">
                  <c:v>0.75365408</c:v>
                </c:pt>
                <c:pt idx="6691">
                  <c:v>0.75365408</c:v>
                </c:pt>
                <c:pt idx="6692">
                  <c:v>0.75365408</c:v>
                </c:pt>
                <c:pt idx="6693">
                  <c:v>0.753806334</c:v>
                </c:pt>
                <c:pt idx="6694">
                  <c:v>0.753806334</c:v>
                </c:pt>
                <c:pt idx="6695">
                  <c:v>0.753806334</c:v>
                </c:pt>
                <c:pt idx="6696">
                  <c:v>0.75388246</c:v>
                </c:pt>
                <c:pt idx="6697">
                  <c:v>0.75388246</c:v>
                </c:pt>
                <c:pt idx="6698">
                  <c:v>0.754034714</c:v>
                </c:pt>
                <c:pt idx="6699">
                  <c:v>0.754263094</c:v>
                </c:pt>
                <c:pt idx="6700">
                  <c:v>0.754263094</c:v>
                </c:pt>
                <c:pt idx="6701">
                  <c:v>0.75433922</c:v>
                </c:pt>
                <c:pt idx="6702">
                  <c:v>0.75433922</c:v>
                </c:pt>
                <c:pt idx="6703">
                  <c:v>0.754415347</c:v>
                </c:pt>
                <c:pt idx="6704">
                  <c:v>0.754415347</c:v>
                </c:pt>
                <c:pt idx="6705">
                  <c:v>0.754415347</c:v>
                </c:pt>
                <c:pt idx="6706">
                  <c:v>0.754415347</c:v>
                </c:pt>
                <c:pt idx="6707">
                  <c:v>0.754491474</c:v>
                </c:pt>
                <c:pt idx="6708">
                  <c:v>0.754491474</c:v>
                </c:pt>
                <c:pt idx="6709">
                  <c:v>0.754491474</c:v>
                </c:pt>
                <c:pt idx="6710">
                  <c:v>0.754491474</c:v>
                </c:pt>
                <c:pt idx="6711">
                  <c:v>0.754719854</c:v>
                </c:pt>
                <c:pt idx="6712">
                  <c:v>0.754719854</c:v>
                </c:pt>
                <c:pt idx="6713">
                  <c:v>0.754719854</c:v>
                </c:pt>
                <c:pt idx="6714">
                  <c:v>0.754795981</c:v>
                </c:pt>
                <c:pt idx="6715">
                  <c:v>0.754795981</c:v>
                </c:pt>
                <c:pt idx="6716">
                  <c:v>0.754948234</c:v>
                </c:pt>
                <c:pt idx="6717">
                  <c:v>0.754948234</c:v>
                </c:pt>
                <c:pt idx="6718">
                  <c:v>0.755100487</c:v>
                </c:pt>
                <c:pt idx="6719">
                  <c:v>0.755252741</c:v>
                </c:pt>
                <c:pt idx="6720">
                  <c:v>0.755252741</c:v>
                </c:pt>
                <c:pt idx="6721">
                  <c:v>0.755328867</c:v>
                </c:pt>
                <c:pt idx="6722">
                  <c:v>0.755481121</c:v>
                </c:pt>
                <c:pt idx="6723">
                  <c:v>0.755557247</c:v>
                </c:pt>
                <c:pt idx="6724">
                  <c:v>0.755709501</c:v>
                </c:pt>
                <c:pt idx="6725">
                  <c:v>0.755709501</c:v>
                </c:pt>
                <c:pt idx="6726">
                  <c:v>0.755785627</c:v>
                </c:pt>
                <c:pt idx="6727">
                  <c:v>0.755785627</c:v>
                </c:pt>
                <c:pt idx="6728">
                  <c:v>0.755785627</c:v>
                </c:pt>
                <c:pt idx="6729">
                  <c:v>0.756014007</c:v>
                </c:pt>
                <c:pt idx="6730">
                  <c:v>0.756014007</c:v>
                </c:pt>
                <c:pt idx="6731">
                  <c:v>0.756166261</c:v>
                </c:pt>
                <c:pt idx="6732">
                  <c:v>0.756166261</c:v>
                </c:pt>
                <c:pt idx="6733">
                  <c:v>0.756242387</c:v>
                </c:pt>
                <c:pt idx="6734">
                  <c:v>0.756242387</c:v>
                </c:pt>
                <c:pt idx="6735">
                  <c:v>0.756546894</c:v>
                </c:pt>
                <c:pt idx="6736">
                  <c:v>0.756546894</c:v>
                </c:pt>
                <c:pt idx="6737">
                  <c:v>0.756546894</c:v>
                </c:pt>
                <c:pt idx="6738">
                  <c:v>0.756851401</c:v>
                </c:pt>
                <c:pt idx="6739">
                  <c:v>0.756851401</c:v>
                </c:pt>
                <c:pt idx="6740">
                  <c:v>0.756851401</c:v>
                </c:pt>
                <c:pt idx="6741">
                  <c:v>0.756851401</c:v>
                </c:pt>
                <c:pt idx="6742">
                  <c:v>0.756927527</c:v>
                </c:pt>
                <c:pt idx="6743">
                  <c:v>0.756927527</c:v>
                </c:pt>
                <c:pt idx="6744">
                  <c:v>0.757003654</c:v>
                </c:pt>
                <c:pt idx="6745">
                  <c:v>0.757079781</c:v>
                </c:pt>
                <c:pt idx="6746">
                  <c:v>0.757079781</c:v>
                </c:pt>
                <c:pt idx="6747">
                  <c:v>0.757079781</c:v>
                </c:pt>
                <c:pt idx="6748">
                  <c:v>0.757232034</c:v>
                </c:pt>
                <c:pt idx="6749">
                  <c:v>0.757232034</c:v>
                </c:pt>
                <c:pt idx="6750">
                  <c:v>0.757384287</c:v>
                </c:pt>
                <c:pt idx="6751">
                  <c:v>0.757460414</c:v>
                </c:pt>
                <c:pt idx="6752">
                  <c:v>0.757536541</c:v>
                </c:pt>
                <c:pt idx="6753">
                  <c:v>0.757536541</c:v>
                </c:pt>
                <c:pt idx="6754">
                  <c:v>0.757688794</c:v>
                </c:pt>
                <c:pt idx="6755">
                  <c:v>0.757688794</c:v>
                </c:pt>
                <c:pt idx="6756">
                  <c:v>0.757688794</c:v>
                </c:pt>
                <c:pt idx="6757">
                  <c:v>0.757764921</c:v>
                </c:pt>
                <c:pt idx="6758">
                  <c:v>0.757764921</c:v>
                </c:pt>
                <c:pt idx="6759">
                  <c:v>0.757917174</c:v>
                </c:pt>
                <c:pt idx="6760">
                  <c:v>0.757917174</c:v>
                </c:pt>
                <c:pt idx="6761">
                  <c:v>0.758069428</c:v>
                </c:pt>
                <c:pt idx="6762">
                  <c:v>0.758069428</c:v>
                </c:pt>
                <c:pt idx="6763">
                  <c:v>0.758069428</c:v>
                </c:pt>
                <c:pt idx="6764">
                  <c:v>0.758069428</c:v>
                </c:pt>
                <c:pt idx="6765">
                  <c:v>0.758069428</c:v>
                </c:pt>
                <c:pt idx="6766">
                  <c:v>0.758069428</c:v>
                </c:pt>
                <c:pt idx="6767">
                  <c:v>0.758145554</c:v>
                </c:pt>
                <c:pt idx="6768">
                  <c:v>0.758145554</c:v>
                </c:pt>
                <c:pt idx="6769">
                  <c:v>0.758221681</c:v>
                </c:pt>
                <c:pt idx="6770">
                  <c:v>0.758221681</c:v>
                </c:pt>
                <c:pt idx="6771">
                  <c:v>0.758450061</c:v>
                </c:pt>
                <c:pt idx="6772">
                  <c:v>0.758450061</c:v>
                </c:pt>
                <c:pt idx="6773">
                  <c:v>0.758450061</c:v>
                </c:pt>
                <c:pt idx="6774">
                  <c:v>0.758526188</c:v>
                </c:pt>
                <c:pt idx="6775">
                  <c:v>0.758526188</c:v>
                </c:pt>
                <c:pt idx="6776">
                  <c:v>0.758830694</c:v>
                </c:pt>
                <c:pt idx="6777">
                  <c:v>0.758830694</c:v>
                </c:pt>
                <c:pt idx="6778">
                  <c:v>0.758830694</c:v>
                </c:pt>
                <c:pt idx="6779">
                  <c:v>0.758830694</c:v>
                </c:pt>
                <c:pt idx="6780">
                  <c:v>0.759059074</c:v>
                </c:pt>
                <c:pt idx="6781">
                  <c:v>0.759059074</c:v>
                </c:pt>
                <c:pt idx="6782">
                  <c:v>0.759135201</c:v>
                </c:pt>
                <c:pt idx="6783">
                  <c:v>0.759135201</c:v>
                </c:pt>
                <c:pt idx="6784">
                  <c:v>0.759363581</c:v>
                </c:pt>
                <c:pt idx="6785">
                  <c:v>0.759363581</c:v>
                </c:pt>
                <c:pt idx="6786">
                  <c:v>0.759515834</c:v>
                </c:pt>
                <c:pt idx="6787">
                  <c:v>0.759515834</c:v>
                </c:pt>
                <c:pt idx="6788">
                  <c:v>0.759591961</c:v>
                </c:pt>
                <c:pt idx="6789">
                  <c:v>0.759591961</c:v>
                </c:pt>
                <c:pt idx="6790">
                  <c:v>0.759591961</c:v>
                </c:pt>
                <c:pt idx="6791">
                  <c:v>0.759591961</c:v>
                </c:pt>
                <c:pt idx="6792">
                  <c:v>0.759668088</c:v>
                </c:pt>
                <c:pt idx="6793">
                  <c:v>0.759668088</c:v>
                </c:pt>
                <c:pt idx="6794">
                  <c:v>0.759744214</c:v>
                </c:pt>
                <c:pt idx="6795">
                  <c:v>0.759744214</c:v>
                </c:pt>
                <c:pt idx="6796">
                  <c:v>0.759744214</c:v>
                </c:pt>
                <c:pt idx="6797">
                  <c:v>0.759744214</c:v>
                </c:pt>
                <c:pt idx="6798">
                  <c:v>0.759820341</c:v>
                </c:pt>
                <c:pt idx="6799">
                  <c:v>0.759820341</c:v>
                </c:pt>
                <c:pt idx="6800">
                  <c:v>0.759820341</c:v>
                </c:pt>
                <c:pt idx="6801">
                  <c:v>0.759820341</c:v>
                </c:pt>
                <c:pt idx="6802">
                  <c:v>0.759896468</c:v>
                </c:pt>
                <c:pt idx="6803">
                  <c:v>0.759896468</c:v>
                </c:pt>
                <c:pt idx="6804">
                  <c:v>0.760124848</c:v>
                </c:pt>
                <c:pt idx="6805">
                  <c:v>0.760124848</c:v>
                </c:pt>
                <c:pt idx="6806">
                  <c:v>0.760124848</c:v>
                </c:pt>
                <c:pt idx="6807">
                  <c:v>0.760353228</c:v>
                </c:pt>
                <c:pt idx="6808">
                  <c:v>0.760353228</c:v>
                </c:pt>
                <c:pt idx="6809">
                  <c:v>0.760581608</c:v>
                </c:pt>
                <c:pt idx="6810">
                  <c:v>0.760657734</c:v>
                </c:pt>
                <c:pt idx="6811">
                  <c:v>0.760657734</c:v>
                </c:pt>
                <c:pt idx="6812">
                  <c:v>0.760657734</c:v>
                </c:pt>
                <c:pt idx="6813">
                  <c:v>0.760657734</c:v>
                </c:pt>
                <c:pt idx="6814">
                  <c:v>0.760733861</c:v>
                </c:pt>
                <c:pt idx="6815">
                  <c:v>0.760733861</c:v>
                </c:pt>
                <c:pt idx="6816">
                  <c:v>0.760809988</c:v>
                </c:pt>
                <c:pt idx="6817">
                  <c:v>0.760809988</c:v>
                </c:pt>
                <c:pt idx="6818">
                  <c:v>0.760809988</c:v>
                </c:pt>
                <c:pt idx="6819">
                  <c:v>0.760809988</c:v>
                </c:pt>
                <c:pt idx="6820">
                  <c:v>0.760886114</c:v>
                </c:pt>
                <c:pt idx="6821">
                  <c:v>0.760886114</c:v>
                </c:pt>
                <c:pt idx="6822">
                  <c:v>0.761114495</c:v>
                </c:pt>
                <c:pt idx="6823">
                  <c:v>0.761114495</c:v>
                </c:pt>
                <c:pt idx="6824">
                  <c:v>0.761114495</c:v>
                </c:pt>
                <c:pt idx="6825">
                  <c:v>0.761190621</c:v>
                </c:pt>
                <c:pt idx="6826">
                  <c:v>0.761190621</c:v>
                </c:pt>
                <c:pt idx="6827">
                  <c:v>0.761190621</c:v>
                </c:pt>
                <c:pt idx="6828">
                  <c:v>0.761266748</c:v>
                </c:pt>
                <c:pt idx="6829">
                  <c:v>0.761266748</c:v>
                </c:pt>
                <c:pt idx="6830">
                  <c:v>0.761419001</c:v>
                </c:pt>
                <c:pt idx="6831">
                  <c:v>0.761419001</c:v>
                </c:pt>
                <c:pt idx="6832">
                  <c:v>0.761495128</c:v>
                </c:pt>
                <c:pt idx="6833">
                  <c:v>0.761495128</c:v>
                </c:pt>
                <c:pt idx="6834">
                  <c:v>0.761571255</c:v>
                </c:pt>
                <c:pt idx="6835">
                  <c:v>0.761571255</c:v>
                </c:pt>
                <c:pt idx="6836">
                  <c:v>0.761647381</c:v>
                </c:pt>
                <c:pt idx="6837">
                  <c:v>0.761647381</c:v>
                </c:pt>
                <c:pt idx="6838">
                  <c:v>0.761647381</c:v>
                </c:pt>
                <c:pt idx="6839">
                  <c:v>0.761723508</c:v>
                </c:pt>
                <c:pt idx="6840">
                  <c:v>0.761723508</c:v>
                </c:pt>
                <c:pt idx="6841">
                  <c:v>0.761799635</c:v>
                </c:pt>
                <c:pt idx="6842">
                  <c:v>0.761799635</c:v>
                </c:pt>
                <c:pt idx="6843">
                  <c:v>0.761951888</c:v>
                </c:pt>
                <c:pt idx="6844">
                  <c:v>0.761951888</c:v>
                </c:pt>
                <c:pt idx="6845">
                  <c:v>0.762028015</c:v>
                </c:pt>
                <c:pt idx="6846">
                  <c:v>0.762028015</c:v>
                </c:pt>
                <c:pt idx="6847">
                  <c:v>0.762104141</c:v>
                </c:pt>
                <c:pt idx="6848">
                  <c:v>0.762104141</c:v>
                </c:pt>
                <c:pt idx="6849">
                  <c:v>0.762256395</c:v>
                </c:pt>
                <c:pt idx="6850">
                  <c:v>0.762256395</c:v>
                </c:pt>
                <c:pt idx="6851">
                  <c:v>0.762332521</c:v>
                </c:pt>
                <c:pt idx="6852">
                  <c:v>0.762332521</c:v>
                </c:pt>
                <c:pt idx="6853">
                  <c:v>0.762560901</c:v>
                </c:pt>
                <c:pt idx="6854">
                  <c:v>0.762560901</c:v>
                </c:pt>
                <c:pt idx="6855">
                  <c:v>0.762789281</c:v>
                </c:pt>
                <c:pt idx="6856">
                  <c:v>0.762789281</c:v>
                </c:pt>
                <c:pt idx="6857">
                  <c:v>0.762865408</c:v>
                </c:pt>
                <c:pt idx="6858">
                  <c:v>0.762865408</c:v>
                </c:pt>
                <c:pt idx="6859">
                  <c:v>0.763322168</c:v>
                </c:pt>
                <c:pt idx="6860">
                  <c:v>0.763474421</c:v>
                </c:pt>
                <c:pt idx="6861">
                  <c:v>0.763474421</c:v>
                </c:pt>
                <c:pt idx="6862">
                  <c:v>0.763550548</c:v>
                </c:pt>
                <c:pt idx="6863">
                  <c:v>0.763550548</c:v>
                </c:pt>
                <c:pt idx="6864">
                  <c:v>0.763550548</c:v>
                </c:pt>
                <c:pt idx="6865">
                  <c:v>0.763550548</c:v>
                </c:pt>
                <c:pt idx="6866">
                  <c:v>0.763626675</c:v>
                </c:pt>
                <c:pt idx="6867">
                  <c:v>0.763626675</c:v>
                </c:pt>
                <c:pt idx="6868">
                  <c:v>0.763778928</c:v>
                </c:pt>
                <c:pt idx="6869">
                  <c:v>0.763778928</c:v>
                </c:pt>
                <c:pt idx="6870">
                  <c:v>0.763931181</c:v>
                </c:pt>
                <c:pt idx="6871">
                  <c:v>0.764007308</c:v>
                </c:pt>
                <c:pt idx="6872">
                  <c:v>0.764007308</c:v>
                </c:pt>
                <c:pt idx="6873">
                  <c:v>0.764007308</c:v>
                </c:pt>
                <c:pt idx="6874">
                  <c:v>0.764007308</c:v>
                </c:pt>
                <c:pt idx="6875">
                  <c:v>0.764007308</c:v>
                </c:pt>
                <c:pt idx="6876">
                  <c:v>0.764083435</c:v>
                </c:pt>
                <c:pt idx="6877">
                  <c:v>0.764083435</c:v>
                </c:pt>
                <c:pt idx="6878">
                  <c:v>0.764083435</c:v>
                </c:pt>
                <c:pt idx="6879">
                  <c:v>0.764159562</c:v>
                </c:pt>
                <c:pt idx="6880">
                  <c:v>0.764159562</c:v>
                </c:pt>
                <c:pt idx="6881">
                  <c:v>0.764159562</c:v>
                </c:pt>
                <c:pt idx="6882">
                  <c:v>0.764159562</c:v>
                </c:pt>
                <c:pt idx="6883">
                  <c:v>0.764311815</c:v>
                </c:pt>
                <c:pt idx="6884">
                  <c:v>0.764311815</c:v>
                </c:pt>
                <c:pt idx="6885">
                  <c:v>0.764387942</c:v>
                </c:pt>
                <c:pt idx="6886">
                  <c:v>0.764387942</c:v>
                </c:pt>
                <c:pt idx="6887">
                  <c:v>0.764464068</c:v>
                </c:pt>
                <c:pt idx="6888">
                  <c:v>0.764464068</c:v>
                </c:pt>
                <c:pt idx="6889">
                  <c:v>0.764464068</c:v>
                </c:pt>
                <c:pt idx="6890">
                  <c:v>0.764464068</c:v>
                </c:pt>
                <c:pt idx="6891">
                  <c:v>0.764692448</c:v>
                </c:pt>
                <c:pt idx="6892">
                  <c:v>0.764692448</c:v>
                </c:pt>
                <c:pt idx="6893">
                  <c:v>0.764768575</c:v>
                </c:pt>
                <c:pt idx="6894">
                  <c:v>0.764768575</c:v>
                </c:pt>
                <c:pt idx="6895">
                  <c:v>0.764768575</c:v>
                </c:pt>
                <c:pt idx="6896">
                  <c:v>0.764768575</c:v>
                </c:pt>
                <c:pt idx="6897">
                  <c:v>0.764844702</c:v>
                </c:pt>
                <c:pt idx="6898">
                  <c:v>0.764844702</c:v>
                </c:pt>
                <c:pt idx="6899">
                  <c:v>0.764920828</c:v>
                </c:pt>
                <c:pt idx="6900">
                  <c:v>0.764920828</c:v>
                </c:pt>
                <c:pt idx="6901">
                  <c:v>0.764920828</c:v>
                </c:pt>
                <c:pt idx="6902">
                  <c:v>0.764920828</c:v>
                </c:pt>
                <c:pt idx="6903">
                  <c:v>0.764920828</c:v>
                </c:pt>
                <c:pt idx="6904">
                  <c:v>0.764920828</c:v>
                </c:pt>
                <c:pt idx="6905">
                  <c:v>0.764920828</c:v>
                </c:pt>
                <c:pt idx="6906">
                  <c:v>0.765073082</c:v>
                </c:pt>
                <c:pt idx="6907">
                  <c:v>0.765073082</c:v>
                </c:pt>
                <c:pt idx="6908">
                  <c:v>0.765225335</c:v>
                </c:pt>
                <c:pt idx="6909">
                  <c:v>0.765225335</c:v>
                </c:pt>
                <c:pt idx="6910">
                  <c:v>0.765301462</c:v>
                </c:pt>
                <c:pt idx="6911">
                  <c:v>0.765301462</c:v>
                </c:pt>
                <c:pt idx="6912">
                  <c:v>0.765758222</c:v>
                </c:pt>
                <c:pt idx="6913">
                  <c:v>0.765758222</c:v>
                </c:pt>
                <c:pt idx="6914">
                  <c:v>0.765758222</c:v>
                </c:pt>
                <c:pt idx="6915">
                  <c:v>0.765758222</c:v>
                </c:pt>
                <c:pt idx="6916">
                  <c:v>0.765758222</c:v>
                </c:pt>
                <c:pt idx="6917">
                  <c:v>0.765758222</c:v>
                </c:pt>
                <c:pt idx="6918">
                  <c:v>0.765910475</c:v>
                </c:pt>
                <c:pt idx="6919">
                  <c:v>0.766062728</c:v>
                </c:pt>
                <c:pt idx="6920">
                  <c:v>0.766062728</c:v>
                </c:pt>
                <c:pt idx="6921">
                  <c:v>0.766138855</c:v>
                </c:pt>
                <c:pt idx="6922">
                  <c:v>0.766138855</c:v>
                </c:pt>
                <c:pt idx="6923">
                  <c:v>0.766291108</c:v>
                </c:pt>
                <c:pt idx="6924">
                  <c:v>0.766291108</c:v>
                </c:pt>
                <c:pt idx="6925">
                  <c:v>0.766291108</c:v>
                </c:pt>
                <c:pt idx="6926">
                  <c:v>0.766291108</c:v>
                </c:pt>
                <c:pt idx="6927">
                  <c:v>0.766367235</c:v>
                </c:pt>
                <c:pt idx="6928">
                  <c:v>0.766367235</c:v>
                </c:pt>
                <c:pt idx="6929">
                  <c:v>0.766367235</c:v>
                </c:pt>
                <c:pt idx="6930">
                  <c:v>0.766671742</c:v>
                </c:pt>
                <c:pt idx="6931">
                  <c:v>0.766671742</c:v>
                </c:pt>
                <c:pt idx="6932">
                  <c:v>0.766747868</c:v>
                </c:pt>
                <c:pt idx="6933">
                  <c:v>0.766747868</c:v>
                </c:pt>
                <c:pt idx="6934">
                  <c:v>0.766747868</c:v>
                </c:pt>
                <c:pt idx="6935">
                  <c:v>0.766747868</c:v>
                </c:pt>
                <c:pt idx="6936">
                  <c:v>0.766823995</c:v>
                </c:pt>
                <c:pt idx="6937">
                  <c:v>0.766823995</c:v>
                </c:pt>
                <c:pt idx="6938">
                  <c:v>0.766823995</c:v>
                </c:pt>
                <c:pt idx="6939">
                  <c:v>0.766823995</c:v>
                </c:pt>
                <c:pt idx="6940">
                  <c:v>0.766900122</c:v>
                </c:pt>
                <c:pt idx="6941">
                  <c:v>0.766900122</c:v>
                </c:pt>
                <c:pt idx="6942">
                  <c:v>0.766976248</c:v>
                </c:pt>
                <c:pt idx="6943">
                  <c:v>0.766976248</c:v>
                </c:pt>
                <c:pt idx="6944">
                  <c:v>0.767128502</c:v>
                </c:pt>
                <c:pt idx="6945">
                  <c:v>0.767128502</c:v>
                </c:pt>
                <c:pt idx="6946">
                  <c:v>0.767433009</c:v>
                </c:pt>
                <c:pt idx="6947">
                  <c:v>0.767433009</c:v>
                </c:pt>
                <c:pt idx="6948">
                  <c:v>0.767509135</c:v>
                </c:pt>
                <c:pt idx="6949">
                  <c:v>0.767509135</c:v>
                </c:pt>
                <c:pt idx="6950">
                  <c:v>0.767585262</c:v>
                </c:pt>
                <c:pt idx="6951">
                  <c:v>0.767585262</c:v>
                </c:pt>
                <c:pt idx="6952">
                  <c:v>0.767585262</c:v>
                </c:pt>
                <c:pt idx="6953">
                  <c:v>0.767661389</c:v>
                </c:pt>
                <c:pt idx="6954">
                  <c:v>0.767661389</c:v>
                </c:pt>
                <c:pt idx="6955">
                  <c:v>0.767661389</c:v>
                </c:pt>
                <c:pt idx="6956">
                  <c:v>0.767813642</c:v>
                </c:pt>
                <c:pt idx="6957">
                  <c:v>0.767813642</c:v>
                </c:pt>
                <c:pt idx="6958">
                  <c:v>0.767965895</c:v>
                </c:pt>
                <c:pt idx="6959">
                  <c:v>0.767965895</c:v>
                </c:pt>
                <c:pt idx="6960">
                  <c:v>0.768118149</c:v>
                </c:pt>
                <c:pt idx="6961">
                  <c:v>0.768118149</c:v>
                </c:pt>
                <c:pt idx="6962">
                  <c:v>0.768194275</c:v>
                </c:pt>
                <c:pt idx="6963">
                  <c:v>0.768194275</c:v>
                </c:pt>
                <c:pt idx="6964">
                  <c:v>0.768270402</c:v>
                </c:pt>
                <c:pt idx="6965">
                  <c:v>0.768270402</c:v>
                </c:pt>
                <c:pt idx="6966">
                  <c:v>0.768498782</c:v>
                </c:pt>
                <c:pt idx="6967">
                  <c:v>0.768498782</c:v>
                </c:pt>
                <c:pt idx="6968">
                  <c:v>0.768651035</c:v>
                </c:pt>
                <c:pt idx="6969">
                  <c:v>0.768651035</c:v>
                </c:pt>
                <c:pt idx="6970">
                  <c:v>0.768803289</c:v>
                </c:pt>
                <c:pt idx="6971">
                  <c:v>0.768803289</c:v>
                </c:pt>
                <c:pt idx="6972">
                  <c:v>0.768955542</c:v>
                </c:pt>
                <c:pt idx="6973">
                  <c:v>0.768955542</c:v>
                </c:pt>
                <c:pt idx="6974">
                  <c:v>0.769031669</c:v>
                </c:pt>
                <c:pt idx="6975">
                  <c:v>0.769031669</c:v>
                </c:pt>
                <c:pt idx="6976">
                  <c:v>0.769107795</c:v>
                </c:pt>
                <c:pt idx="6977">
                  <c:v>0.769107795</c:v>
                </c:pt>
                <c:pt idx="6978">
                  <c:v>0.769336175</c:v>
                </c:pt>
                <c:pt idx="6979">
                  <c:v>0.769336175</c:v>
                </c:pt>
                <c:pt idx="6980">
                  <c:v>0.769412302</c:v>
                </c:pt>
                <c:pt idx="6981">
                  <c:v>0.769412302</c:v>
                </c:pt>
                <c:pt idx="6982">
                  <c:v>0.769488429</c:v>
                </c:pt>
                <c:pt idx="6983">
                  <c:v>0.769488429</c:v>
                </c:pt>
                <c:pt idx="6984">
                  <c:v>0.769716809</c:v>
                </c:pt>
                <c:pt idx="6985">
                  <c:v>0.769716809</c:v>
                </c:pt>
                <c:pt idx="6986">
                  <c:v>0.769716809</c:v>
                </c:pt>
                <c:pt idx="6987">
                  <c:v>0.769716809</c:v>
                </c:pt>
                <c:pt idx="6988">
                  <c:v>0.769792935</c:v>
                </c:pt>
                <c:pt idx="6989">
                  <c:v>0.769792935</c:v>
                </c:pt>
                <c:pt idx="6990">
                  <c:v>0.769945189</c:v>
                </c:pt>
                <c:pt idx="6991">
                  <c:v>0.769945189</c:v>
                </c:pt>
                <c:pt idx="6992">
                  <c:v>0.770021315</c:v>
                </c:pt>
                <c:pt idx="6993">
                  <c:v>0.770021315</c:v>
                </c:pt>
                <c:pt idx="6994">
                  <c:v>0.770097442</c:v>
                </c:pt>
                <c:pt idx="6995">
                  <c:v>0.770097442</c:v>
                </c:pt>
                <c:pt idx="6996">
                  <c:v>0.770173569</c:v>
                </c:pt>
                <c:pt idx="6997">
                  <c:v>0.770401949</c:v>
                </c:pt>
                <c:pt idx="6998">
                  <c:v>0.770554202</c:v>
                </c:pt>
                <c:pt idx="6999">
                  <c:v>0.770554202</c:v>
                </c:pt>
                <c:pt idx="7000">
                  <c:v>0.770554202</c:v>
                </c:pt>
                <c:pt idx="7001">
                  <c:v>0.770706456</c:v>
                </c:pt>
                <c:pt idx="7002">
                  <c:v>0.770782582</c:v>
                </c:pt>
                <c:pt idx="7003">
                  <c:v>0.770782582</c:v>
                </c:pt>
                <c:pt idx="7004">
                  <c:v>0.770858709</c:v>
                </c:pt>
                <c:pt idx="7005">
                  <c:v>0.770858709</c:v>
                </c:pt>
                <c:pt idx="7006">
                  <c:v>0.771010962</c:v>
                </c:pt>
                <c:pt idx="7007">
                  <c:v>0.771010962</c:v>
                </c:pt>
                <c:pt idx="7008">
                  <c:v>0.771087089</c:v>
                </c:pt>
                <c:pt idx="7009">
                  <c:v>0.771087089</c:v>
                </c:pt>
                <c:pt idx="7010">
                  <c:v>0.771163216</c:v>
                </c:pt>
                <c:pt idx="7011">
                  <c:v>0.771163216</c:v>
                </c:pt>
                <c:pt idx="7012">
                  <c:v>0.771239342</c:v>
                </c:pt>
                <c:pt idx="7013">
                  <c:v>0.771239342</c:v>
                </c:pt>
                <c:pt idx="7014">
                  <c:v>0.771239342</c:v>
                </c:pt>
                <c:pt idx="7015">
                  <c:v>0.771315469</c:v>
                </c:pt>
                <c:pt idx="7016">
                  <c:v>0.771315469</c:v>
                </c:pt>
                <c:pt idx="7017">
                  <c:v>0.771391596</c:v>
                </c:pt>
                <c:pt idx="7018">
                  <c:v>0.771391596</c:v>
                </c:pt>
                <c:pt idx="7019">
                  <c:v>0.771467722</c:v>
                </c:pt>
                <c:pt idx="7020">
                  <c:v>0.771467722</c:v>
                </c:pt>
                <c:pt idx="7021">
                  <c:v>0.771543849</c:v>
                </c:pt>
                <c:pt idx="7022">
                  <c:v>0.771543849</c:v>
                </c:pt>
                <c:pt idx="7023">
                  <c:v>0.771619976</c:v>
                </c:pt>
                <c:pt idx="7024">
                  <c:v>0.771619976</c:v>
                </c:pt>
                <c:pt idx="7025">
                  <c:v>0.771619976</c:v>
                </c:pt>
                <c:pt idx="7026">
                  <c:v>0.771619976</c:v>
                </c:pt>
                <c:pt idx="7027">
                  <c:v>0.771619976</c:v>
                </c:pt>
                <c:pt idx="7028">
                  <c:v>0.771619976</c:v>
                </c:pt>
                <c:pt idx="7029">
                  <c:v>0.771696102</c:v>
                </c:pt>
                <c:pt idx="7030">
                  <c:v>0.771848356</c:v>
                </c:pt>
                <c:pt idx="7031">
                  <c:v>0.771848356</c:v>
                </c:pt>
                <c:pt idx="7032">
                  <c:v>0.771848356</c:v>
                </c:pt>
                <c:pt idx="7033">
                  <c:v>0.771924482</c:v>
                </c:pt>
                <c:pt idx="7034">
                  <c:v>0.771924482</c:v>
                </c:pt>
                <c:pt idx="7035">
                  <c:v>0.772000609</c:v>
                </c:pt>
                <c:pt idx="7036">
                  <c:v>0.772000609</c:v>
                </c:pt>
                <c:pt idx="7037">
                  <c:v>0.772076736</c:v>
                </c:pt>
                <c:pt idx="7038">
                  <c:v>0.772076736</c:v>
                </c:pt>
                <c:pt idx="7039">
                  <c:v>0.772152862</c:v>
                </c:pt>
                <c:pt idx="7040">
                  <c:v>0.772305116</c:v>
                </c:pt>
                <c:pt idx="7041">
                  <c:v>0.772305116</c:v>
                </c:pt>
                <c:pt idx="7042">
                  <c:v>0.772381242</c:v>
                </c:pt>
                <c:pt idx="7043">
                  <c:v>0.772381242</c:v>
                </c:pt>
                <c:pt idx="7044">
                  <c:v>0.772457369</c:v>
                </c:pt>
                <c:pt idx="7045">
                  <c:v>0.772457369</c:v>
                </c:pt>
                <c:pt idx="7046">
                  <c:v>0.772457369</c:v>
                </c:pt>
                <c:pt idx="7047">
                  <c:v>0.772457369</c:v>
                </c:pt>
                <c:pt idx="7048">
                  <c:v>0.772533496</c:v>
                </c:pt>
                <c:pt idx="7049">
                  <c:v>0.772533496</c:v>
                </c:pt>
                <c:pt idx="7050">
                  <c:v>0.772533496</c:v>
                </c:pt>
                <c:pt idx="7051">
                  <c:v>0.772609622</c:v>
                </c:pt>
                <c:pt idx="7052">
                  <c:v>0.772609622</c:v>
                </c:pt>
                <c:pt idx="7053">
                  <c:v>0.772838002</c:v>
                </c:pt>
                <c:pt idx="7054">
                  <c:v>0.772838002</c:v>
                </c:pt>
                <c:pt idx="7055">
                  <c:v>0.772914129</c:v>
                </c:pt>
                <c:pt idx="7056">
                  <c:v>0.772914129</c:v>
                </c:pt>
                <c:pt idx="7057">
                  <c:v>0.772990256</c:v>
                </c:pt>
                <c:pt idx="7058">
                  <c:v>0.772990256</c:v>
                </c:pt>
                <c:pt idx="7059">
                  <c:v>0.772990256</c:v>
                </c:pt>
                <c:pt idx="7060">
                  <c:v>0.773142509</c:v>
                </c:pt>
                <c:pt idx="7061">
                  <c:v>0.773142509</c:v>
                </c:pt>
                <c:pt idx="7062">
                  <c:v>0.773218636</c:v>
                </c:pt>
                <c:pt idx="7063">
                  <c:v>0.773218636</c:v>
                </c:pt>
                <c:pt idx="7064">
                  <c:v>0.773218636</c:v>
                </c:pt>
                <c:pt idx="7065">
                  <c:v>0.773523143</c:v>
                </c:pt>
                <c:pt idx="7066">
                  <c:v>0.773523143</c:v>
                </c:pt>
                <c:pt idx="7067">
                  <c:v>0.773827649</c:v>
                </c:pt>
                <c:pt idx="7068">
                  <c:v>0.773827649</c:v>
                </c:pt>
                <c:pt idx="7069">
                  <c:v>0.773827649</c:v>
                </c:pt>
                <c:pt idx="7070">
                  <c:v>0.773827649</c:v>
                </c:pt>
                <c:pt idx="7071">
                  <c:v>0.773979903</c:v>
                </c:pt>
                <c:pt idx="7072">
                  <c:v>0.773979903</c:v>
                </c:pt>
                <c:pt idx="7073">
                  <c:v>0.774056029</c:v>
                </c:pt>
                <c:pt idx="7074">
                  <c:v>0.774588916</c:v>
                </c:pt>
                <c:pt idx="7075">
                  <c:v>0.774588916</c:v>
                </c:pt>
                <c:pt idx="7076">
                  <c:v>0.774588916</c:v>
                </c:pt>
                <c:pt idx="7077">
                  <c:v>0.774588916</c:v>
                </c:pt>
                <c:pt idx="7078">
                  <c:v>0.774665043</c:v>
                </c:pt>
                <c:pt idx="7079">
                  <c:v>0.774665043</c:v>
                </c:pt>
                <c:pt idx="7080">
                  <c:v>0.774741169</c:v>
                </c:pt>
                <c:pt idx="7081">
                  <c:v>0.774741169</c:v>
                </c:pt>
                <c:pt idx="7082">
                  <c:v>0.774817296</c:v>
                </c:pt>
                <c:pt idx="7083">
                  <c:v>0.774817296</c:v>
                </c:pt>
                <c:pt idx="7084">
                  <c:v>0.774893423</c:v>
                </c:pt>
                <c:pt idx="7085">
                  <c:v>0.774893423</c:v>
                </c:pt>
                <c:pt idx="7086">
                  <c:v>0.774969549</c:v>
                </c:pt>
                <c:pt idx="7087">
                  <c:v>0.774969549</c:v>
                </c:pt>
                <c:pt idx="7088">
                  <c:v>0.774969549</c:v>
                </c:pt>
                <c:pt idx="7089">
                  <c:v>0.775045676</c:v>
                </c:pt>
                <c:pt idx="7090">
                  <c:v>0.775045676</c:v>
                </c:pt>
                <c:pt idx="7091">
                  <c:v>0.775274056</c:v>
                </c:pt>
                <c:pt idx="7092">
                  <c:v>0.775274056</c:v>
                </c:pt>
                <c:pt idx="7093">
                  <c:v>0.775350183</c:v>
                </c:pt>
                <c:pt idx="7094">
                  <c:v>0.775350183</c:v>
                </c:pt>
                <c:pt idx="7095">
                  <c:v>0.776339829</c:v>
                </c:pt>
                <c:pt idx="7096">
                  <c:v>0.776492083</c:v>
                </c:pt>
                <c:pt idx="7097">
                  <c:v>0.776492083</c:v>
                </c:pt>
                <c:pt idx="7098">
                  <c:v>0.776720463</c:v>
                </c:pt>
                <c:pt idx="7099">
                  <c:v>0.776720463</c:v>
                </c:pt>
                <c:pt idx="7100">
                  <c:v>0.77679659</c:v>
                </c:pt>
                <c:pt idx="7101">
                  <c:v>0.77679659</c:v>
                </c:pt>
                <c:pt idx="7102">
                  <c:v>0.776872716</c:v>
                </c:pt>
                <c:pt idx="7103">
                  <c:v>0.776872716</c:v>
                </c:pt>
                <c:pt idx="7104">
                  <c:v>0.776948843</c:v>
                </c:pt>
                <c:pt idx="7105">
                  <c:v>0.776948843</c:v>
                </c:pt>
                <c:pt idx="7106">
                  <c:v>0.776948843</c:v>
                </c:pt>
                <c:pt idx="7107">
                  <c:v>0.776948843</c:v>
                </c:pt>
                <c:pt idx="7108">
                  <c:v>0.77702497</c:v>
                </c:pt>
                <c:pt idx="7109">
                  <c:v>0.77702497</c:v>
                </c:pt>
                <c:pt idx="7110">
                  <c:v>0.77725335</c:v>
                </c:pt>
                <c:pt idx="7111">
                  <c:v>0.777329476</c:v>
                </c:pt>
                <c:pt idx="7112">
                  <c:v>0.777329476</c:v>
                </c:pt>
                <c:pt idx="7113">
                  <c:v>0.777405603</c:v>
                </c:pt>
                <c:pt idx="7114">
                  <c:v>0.777405603</c:v>
                </c:pt>
                <c:pt idx="7115">
                  <c:v>0.777557856</c:v>
                </c:pt>
                <c:pt idx="7116">
                  <c:v>0.777557856</c:v>
                </c:pt>
                <c:pt idx="7117">
                  <c:v>0.777557856</c:v>
                </c:pt>
                <c:pt idx="7118">
                  <c:v>0.777633983</c:v>
                </c:pt>
                <c:pt idx="7119">
                  <c:v>0.777633983</c:v>
                </c:pt>
                <c:pt idx="7120">
                  <c:v>0.777633983</c:v>
                </c:pt>
                <c:pt idx="7121">
                  <c:v>0.777786236</c:v>
                </c:pt>
                <c:pt idx="7122">
                  <c:v>0.777786236</c:v>
                </c:pt>
                <c:pt idx="7123">
                  <c:v>0.77793849</c:v>
                </c:pt>
                <c:pt idx="7124">
                  <c:v>0.77793849</c:v>
                </c:pt>
                <c:pt idx="7125">
                  <c:v>0.778014616</c:v>
                </c:pt>
                <c:pt idx="7126">
                  <c:v>0.778014616</c:v>
                </c:pt>
                <c:pt idx="7127">
                  <c:v>0.778090743</c:v>
                </c:pt>
                <c:pt idx="7128">
                  <c:v>0.778090743</c:v>
                </c:pt>
                <c:pt idx="7129">
                  <c:v>0.77816687</c:v>
                </c:pt>
                <c:pt idx="7130">
                  <c:v>0.77816687</c:v>
                </c:pt>
                <c:pt idx="7131">
                  <c:v>0.778242996</c:v>
                </c:pt>
                <c:pt idx="7132">
                  <c:v>0.778242996</c:v>
                </c:pt>
                <c:pt idx="7133">
                  <c:v>0.778319123</c:v>
                </c:pt>
                <c:pt idx="7134">
                  <c:v>0.778319123</c:v>
                </c:pt>
                <c:pt idx="7135">
                  <c:v>0.77839525</c:v>
                </c:pt>
                <c:pt idx="7136">
                  <c:v>0.77839525</c:v>
                </c:pt>
                <c:pt idx="7137">
                  <c:v>0.778471376</c:v>
                </c:pt>
                <c:pt idx="7138">
                  <c:v>0.778471376</c:v>
                </c:pt>
                <c:pt idx="7139">
                  <c:v>0.77862363</c:v>
                </c:pt>
                <c:pt idx="7140">
                  <c:v>0.778699756</c:v>
                </c:pt>
                <c:pt idx="7141">
                  <c:v>0.778699756</c:v>
                </c:pt>
                <c:pt idx="7142">
                  <c:v>0.779004263</c:v>
                </c:pt>
                <c:pt idx="7143">
                  <c:v>0.779004263</c:v>
                </c:pt>
                <c:pt idx="7144">
                  <c:v>0.77908039</c:v>
                </c:pt>
                <c:pt idx="7145">
                  <c:v>0.77908039</c:v>
                </c:pt>
                <c:pt idx="7146">
                  <c:v>0.779156516</c:v>
                </c:pt>
                <c:pt idx="7147">
                  <c:v>0.779156516</c:v>
                </c:pt>
                <c:pt idx="7148">
                  <c:v>0.779232643</c:v>
                </c:pt>
                <c:pt idx="7149">
                  <c:v>0.779232643</c:v>
                </c:pt>
                <c:pt idx="7150">
                  <c:v>0.779384896</c:v>
                </c:pt>
                <c:pt idx="7151">
                  <c:v>0.77953715</c:v>
                </c:pt>
                <c:pt idx="7152">
                  <c:v>0.77953715</c:v>
                </c:pt>
                <c:pt idx="7153">
                  <c:v>0.779613276</c:v>
                </c:pt>
                <c:pt idx="7154">
                  <c:v>0.779613276</c:v>
                </c:pt>
                <c:pt idx="7155">
                  <c:v>0.779689403</c:v>
                </c:pt>
                <c:pt idx="7156">
                  <c:v>0.77976553</c:v>
                </c:pt>
                <c:pt idx="7157">
                  <c:v>0.77976553</c:v>
                </c:pt>
                <c:pt idx="7158">
                  <c:v>0.779841657</c:v>
                </c:pt>
                <c:pt idx="7159">
                  <c:v>0.779841657</c:v>
                </c:pt>
                <c:pt idx="7160">
                  <c:v>0.779917783</c:v>
                </c:pt>
                <c:pt idx="7161">
                  <c:v>0.779917783</c:v>
                </c:pt>
                <c:pt idx="7162">
                  <c:v>0.780146163</c:v>
                </c:pt>
                <c:pt idx="7163">
                  <c:v>0.780146163</c:v>
                </c:pt>
                <c:pt idx="7164">
                  <c:v>0.780146163</c:v>
                </c:pt>
                <c:pt idx="7165">
                  <c:v>0.780146163</c:v>
                </c:pt>
                <c:pt idx="7166">
                  <c:v>0.780298417</c:v>
                </c:pt>
                <c:pt idx="7167">
                  <c:v>0.780298417</c:v>
                </c:pt>
                <c:pt idx="7168">
                  <c:v>0.780298417</c:v>
                </c:pt>
                <c:pt idx="7169">
                  <c:v>0.78045067</c:v>
                </c:pt>
                <c:pt idx="7170">
                  <c:v>0.78045067</c:v>
                </c:pt>
                <c:pt idx="7171">
                  <c:v>0.780526797</c:v>
                </c:pt>
                <c:pt idx="7172">
                  <c:v>0.780526797</c:v>
                </c:pt>
                <c:pt idx="7173">
                  <c:v>0.780526797</c:v>
                </c:pt>
                <c:pt idx="7174">
                  <c:v>0.780526797</c:v>
                </c:pt>
                <c:pt idx="7175">
                  <c:v>0.780526797</c:v>
                </c:pt>
                <c:pt idx="7176">
                  <c:v>0.780602923</c:v>
                </c:pt>
                <c:pt idx="7177">
                  <c:v>0.780602923</c:v>
                </c:pt>
                <c:pt idx="7178">
                  <c:v>0.780602923</c:v>
                </c:pt>
                <c:pt idx="7179">
                  <c:v>0.780602923</c:v>
                </c:pt>
                <c:pt idx="7180">
                  <c:v>0.780602923</c:v>
                </c:pt>
                <c:pt idx="7181">
                  <c:v>0.780602923</c:v>
                </c:pt>
                <c:pt idx="7182">
                  <c:v>0.780602923</c:v>
                </c:pt>
                <c:pt idx="7183">
                  <c:v>0.780755177</c:v>
                </c:pt>
                <c:pt idx="7184">
                  <c:v>0.780831303</c:v>
                </c:pt>
                <c:pt idx="7185">
                  <c:v>0.780831303</c:v>
                </c:pt>
                <c:pt idx="7186">
                  <c:v>0.78090743</c:v>
                </c:pt>
                <c:pt idx="7187">
                  <c:v>0.78090743</c:v>
                </c:pt>
                <c:pt idx="7188">
                  <c:v>0.780983557</c:v>
                </c:pt>
                <c:pt idx="7189">
                  <c:v>0.780983557</c:v>
                </c:pt>
                <c:pt idx="7190">
                  <c:v>0.781059683</c:v>
                </c:pt>
                <c:pt idx="7191">
                  <c:v>0.781059683</c:v>
                </c:pt>
                <c:pt idx="7192">
                  <c:v>0.78113581</c:v>
                </c:pt>
                <c:pt idx="7193">
                  <c:v>0.78113581</c:v>
                </c:pt>
                <c:pt idx="7194">
                  <c:v>0.781288063</c:v>
                </c:pt>
                <c:pt idx="7195">
                  <c:v>0.781288063</c:v>
                </c:pt>
                <c:pt idx="7196">
                  <c:v>0.78136419</c:v>
                </c:pt>
                <c:pt idx="7197">
                  <c:v>0.78136419</c:v>
                </c:pt>
                <c:pt idx="7198">
                  <c:v>0.781440317</c:v>
                </c:pt>
                <c:pt idx="7199">
                  <c:v>0.781440317</c:v>
                </c:pt>
                <c:pt idx="7200">
                  <c:v>0.781516443</c:v>
                </c:pt>
                <c:pt idx="7201">
                  <c:v>0.781516443</c:v>
                </c:pt>
                <c:pt idx="7202">
                  <c:v>0.781668697</c:v>
                </c:pt>
                <c:pt idx="7203">
                  <c:v>0.781668697</c:v>
                </c:pt>
                <c:pt idx="7204">
                  <c:v>0.781744823</c:v>
                </c:pt>
                <c:pt idx="7205">
                  <c:v>0.781744823</c:v>
                </c:pt>
                <c:pt idx="7206">
                  <c:v>0.78182095</c:v>
                </c:pt>
                <c:pt idx="7207">
                  <c:v>0.78182095</c:v>
                </c:pt>
                <c:pt idx="7208">
                  <c:v>0.781897077</c:v>
                </c:pt>
                <c:pt idx="7209">
                  <c:v>0.781897077</c:v>
                </c:pt>
                <c:pt idx="7210">
                  <c:v>0.781973203</c:v>
                </c:pt>
                <c:pt idx="7211">
                  <c:v>0.781973203</c:v>
                </c:pt>
                <c:pt idx="7212">
                  <c:v>0.78204933</c:v>
                </c:pt>
                <c:pt idx="7213">
                  <c:v>0.78204933</c:v>
                </c:pt>
                <c:pt idx="7214">
                  <c:v>0.782125457</c:v>
                </c:pt>
                <c:pt idx="7215">
                  <c:v>0.782125457</c:v>
                </c:pt>
                <c:pt idx="7216">
                  <c:v>0.782125457</c:v>
                </c:pt>
                <c:pt idx="7217">
                  <c:v>0.782125457</c:v>
                </c:pt>
                <c:pt idx="7218">
                  <c:v>0.782201583</c:v>
                </c:pt>
                <c:pt idx="7219">
                  <c:v>0.782201583</c:v>
                </c:pt>
                <c:pt idx="7220">
                  <c:v>0.782353837</c:v>
                </c:pt>
                <c:pt idx="7221">
                  <c:v>0.782353837</c:v>
                </c:pt>
                <c:pt idx="7222">
                  <c:v>0.782429963</c:v>
                </c:pt>
                <c:pt idx="7223">
                  <c:v>0.782429963</c:v>
                </c:pt>
                <c:pt idx="7224">
                  <c:v>0.782429963</c:v>
                </c:pt>
                <c:pt idx="7225">
                  <c:v>0.78250609</c:v>
                </c:pt>
                <c:pt idx="7226">
                  <c:v>0.78250609</c:v>
                </c:pt>
                <c:pt idx="7227">
                  <c:v>0.782658343</c:v>
                </c:pt>
                <c:pt idx="7228">
                  <c:v>0.782658343</c:v>
                </c:pt>
                <c:pt idx="7229">
                  <c:v>0.78273447</c:v>
                </c:pt>
                <c:pt idx="7230">
                  <c:v>0.78273447</c:v>
                </c:pt>
                <c:pt idx="7231">
                  <c:v>0.78273447</c:v>
                </c:pt>
                <c:pt idx="7232">
                  <c:v>0.78273447</c:v>
                </c:pt>
                <c:pt idx="7233">
                  <c:v>0.78273447</c:v>
                </c:pt>
                <c:pt idx="7234">
                  <c:v>0.78273447</c:v>
                </c:pt>
                <c:pt idx="7235">
                  <c:v>0.782810597</c:v>
                </c:pt>
                <c:pt idx="7236">
                  <c:v>0.782810597</c:v>
                </c:pt>
                <c:pt idx="7237">
                  <c:v>0.782810597</c:v>
                </c:pt>
                <c:pt idx="7238">
                  <c:v>0.783038977</c:v>
                </c:pt>
                <c:pt idx="7239">
                  <c:v>0.783038977</c:v>
                </c:pt>
                <c:pt idx="7240">
                  <c:v>0.783115104</c:v>
                </c:pt>
                <c:pt idx="7241">
                  <c:v>0.783115104</c:v>
                </c:pt>
                <c:pt idx="7242">
                  <c:v>0.78319123</c:v>
                </c:pt>
                <c:pt idx="7243">
                  <c:v>0.78319123</c:v>
                </c:pt>
                <c:pt idx="7244">
                  <c:v>0.78319123</c:v>
                </c:pt>
                <c:pt idx="7245">
                  <c:v>0.783267357</c:v>
                </c:pt>
                <c:pt idx="7246">
                  <c:v>0.783267357</c:v>
                </c:pt>
                <c:pt idx="7247">
                  <c:v>0.783343484</c:v>
                </c:pt>
                <c:pt idx="7248">
                  <c:v>0.783343484</c:v>
                </c:pt>
                <c:pt idx="7249">
                  <c:v>0.783495737</c:v>
                </c:pt>
                <c:pt idx="7250">
                  <c:v>0.783495737</c:v>
                </c:pt>
                <c:pt idx="7251">
                  <c:v>0.783495737</c:v>
                </c:pt>
                <c:pt idx="7252">
                  <c:v>0.783571864</c:v>
                </c:pt>
                <c:pt idx="7253">
                  <c:v>0.783571864</c:v>
                </c:pt>
                <c:pt idx="7254">
                  <c:v>0.78364799</c:v>
                </c:pt>
                <c:pt idx="7255">
                  <c:v>0.78364799</c:v>
                </c:pt>
                <c:pt idx="7256">
                  <c:v>0.783800244</c:v>
                </c:pt>
                <c:pt idx="7257">
                  <c:v>0.783800244</c:v>
                </c:pt>
                <c:pt idx="7258">
                  <c:v>0.78387637</c:v>
                </c:pt>
                <c:pt idx="7259">
                  <c:v>0.78410475</c:v>
                </c:pt>
                <c:pt idx="7260">
                  <c:v>0.78410475</c:v>
                </c:pt>
                <c:pt idx="7261">
                  <c:v>0.784257004</c:v>
                </c:pt>
                <c:pt idx="7262">
                  <c:v>0.78433313</c:v>
                </c:pt>
                <c:pt idx="7263">
                  <c:v>0.78433313</c:v>
                </c:pt>
                <c:pt idx="7264">
                  <c:v>0.784485384</c:v>
                </c:pt>
                <c:pt idx="7265">
                  <c:v>0.784485384</c:v>
                </c:pt>
                <c:pt idx="7266">
                  <c:v>0.78456151</c:v>
                </c:pt>
                <c:pt idx="7267">
                  <c:v>0.78456151</c:v>
                </c:pt>
                <c:pt idx="7268">
                  <c:v>0.78456151</c:v>
                </c:pt>
                <c:pt idx="7269">
                  <c:v>0.78456151</c:v>
                </c:pt>
                <c:pt idx="7270">
                  <c:v>0.784637637</c:v>
                </c:pt>
                <c:pt idx="7271">
                  <c:v>0.784637637</c:v>
                </c:pt>
                <c:pt idx="7272">
                  <c:v>0.784637637</c:v>
                </c:pt>
                <c:pt idx="7273">
                  <c:v>0.784637637</c:v>
                </c:pt>
                <c:pt idx="7274">
                  <c:v>0.784713764</c:v>
                </c:pt>
                <c:pt idx="7275">
                  <c:v>0.784713764</c:v>
                </c:pt>
                <c:pt idx="7276">
                  <c:v>0.784866017</c:v>
                </c:pt>
                <c:pt idx="7277">
                  <c:v>0.784866017</c:v>
                </c:pt>
                <c:pt idx="7278">
                  <c:v>0.78501827</c:v>
                </c:pt>
                <c:pt idx="7279">
                  <c:v>0.785170524</c:v>
                </c:pt>
                <c:pt idx="7280">
                  <c:v>0.785170524</c:v>
                </c:pt>
                <c:pt idx="7281">
                  <c:v>0.785322777</c:v>
                </c:pt>
                <c:pt idx="7282">
                  <c:v>0.785322777</c:v>
                </c:pt>
                <c:pt idx="7283">
                  <c:v>0.785398904</c:v>
                </c:pt>
                <c:pt idx="7284">
                  <c:v>0.785398904</c:v>
                </c:pt>
                <c:pt idx="7285">
                  <c:v>0.785398904</c:v>
                </c:pt>
                <c:pt idx="7286">
                  <c:v>0.785398904</c:v>
                </c:pt>
                <c:pt idx="7287">
                  <c:v>0.785398904</c:v>
                </c:pt>
                <c:pt idx="7288">
                  <c:v>0.785551157</c:v>
                </c:pt>
                <c:pt idx="7289">
                  <c:v>0.78570341</c:v>
                </c:pt>
                <c:pt idx="7290">
                  <c:v>0.78570341</c:v>
                </c:pt>
                <c:pt idx="7291">
                  <c:v>0.78570341</c:v>
                </c:pt>
                <c:pt idx="7292">
                  <c:v>0.785779537</c:v>
                </c:pt>
                <c:pt idx="7293">
                  <c:v>0.785779537</c:v>
                </c:pt>
                <c:pt idx="7294">
                  <c:v>0.785855664</c:v>
                </c:pt>
                <c:pt idx="7295">
                  <c:v>0.786388551</c:v>
                </c:pt>
                <c:pt idx="7296">
                  <c:v>0.786388551</c:v>
                </c:pt>
                <c:pt idx="7297">
                  <c:v>0.786388551</c:v>
                </c:pt>
                <c:pt idx="7298">
                  <c:v>0.786388551</c:v>
                </c:pt>
                <c:pt idx="7299">
                  <c:v>0.786464677</c:v>
                </c:pt>
                <c:pt idx="7300">
                  <c:v>0.786464677</c:v>
                </c:pt>
                <c:pt idx="7301">
                  <c:v>0.786693057</c:v>
                </c:pt>
                <c:pt idx="7302">
                  <c:v>0.786693057</c:v>
                </c:pt>
                <c:pt idx="7303">
                  <c:v>0.786769184</c:v>
                </c:pt>
                <c:pt idx="7304">
                  <c:v>0.786769184</c:v>
                </c:pt>
                <c:pt idx="7305">
                  <c:v>0.786845311</c:v>
                </c:pt>
                <c:pt idx="7306">
                  <c:v>0.786845311</c:v>
                </c:pt>
                <c:pt idx="7307">
                  <c:v>0.786921437</c:v>
                </c:pt>
                <c:pt idx="7308">
                  <c:v>0.787149817</c:v>
                </c:pt>
                <c:pt idx="7309">
                  <c:v>0.787149817</c:v>
                </c:pt>
                <c:pt idx="7310">
                  <c:v>0.787302071</c:v>
                </c:pt>
                <c:pt idx="7311">
                  <c:v>0.787302071</c:v>
                </c:pt>
                <c:pt idx="7312">
                  <c:v>0.787378197</c:v>
                </c:pt>
                <c:pt idx="7313">
                  <c:v>0.787454324</c:v>
                </c:pt>
                <c:pt idx="7314">
                  <c:v>0.787454324</c:v>
                </c:pt>
                <c:pt idx="7315">
                  <c:v>0.787530451</c:v>
                </c:pt>
                <c:pt idx="7316">
                  <c:v>0.787530451</c:v>
                </c:pt>
                <c:pt idx="7317">
                  <c:v>0.787606577</c:v>
                </c:pt>
                <c:pt idx="7318">
                  <c:v>0.787606577</c:v>
                </c:pt>
                <c:pt idx="7319">
                  <c:v>0.787682704</c:v>
                </c:pt>
                <c:pt idx="7320">
                  <c:v>0.787682704</c:v>
                </c:pt>
                <c:pt idx="7321">
                  <c:v>0.787758831</c:v>
                </c:pt>
                <c:pt idx="7322">
                  <c:v>0.787758831</c:v>
                </c:pt>
                <c:pt idx="7323">
                  <c:v>0.787834957</c:v>
                </c:pt>
                <c:pt idx="7324">
                  <c:v>0.787834957</c:v>
                </c:pt>
                <c:pt idx="7325">
                  <c:v>0.787911084</c:v>
                </c:pt>
                <c:pt idx="7326">
                  <c:v>0.787911084</c:v>
                </c:pt>
                <c:pt idx="7327">
                  <c:v>0.787987211</c:v>
                </c:pt>
                <c:pt idx="7328">
                  <c:v>0.787987211</c:v>
                </c:pt>
                <c:pt idx="7329">
                  <c:v>0.788063337</c:v>
                </c:pt>
                <c:pt idx="7330">
                  <c:v>0.788063337</c:v>
                </c:pt>
                <c:pt idx="7331">
                  <c:v>0.788063337</c:v>
                </c:pt>
                <c:pt idx="7332">
                  <c:v>0.788139464</c:v>
                </c:pt>
                <c:pt idx="7333">
                  <c:v>0.788291717</c:v>
                </c:pt>
                <c:pt idx="7334">
                  <c:v>0.788367844</c:v>
                </c:pt>
                <c:pt idx="7335">
                  <c:v>0.788367844</c:v>
                </c:pt>
                <c:pt idx="7336">
                  <c:v>0.788367844</c:v>
                </c:pt>
                <c:pt idx="7337">
                  <c:v>0.788520097</c:v>
                </c:pt>
                <c:pt idx="7338">
                  <c:v>0.788520097</c:v>
                </c:pt>
                <c:pt idx="7339">
                  <c:v>0.788596224</c:v>
                </c:pt>
                <c:pt idx="7340">
                  <c:v>0.788596224</c:v>
                </c:pt>
                <c:pt idx="7341">
                  <c:v>0.788596224</c:v>
                </c:pt>
                <c:pt idx="7342">
                  <c:v>0.788596224</c:v>
                </c:pt>
                <c:pt idx="7343">
                  <c:v>0.788672351</c:v>
                </c:pt>
                <c:pt idx="7344">
                  <c:v>0.788672351</c:v>
                </c:pt>
                <c:pt idx="7345">
                  <c:v>0.788672351</c:v>
                </c:pt>
                <c:pt idx="7346">
                  <c:v>0.788748477</c:v>
                </c:pt>
                <c:pt idx="7347">
                  <c:v>0.788748477</c:v>
                </c:pt>
                <c:pt idx="7348">
                  <c:v>0.788748477</c:v>
                </c:pt>
                <c:pt idx="7349">
                  <c:v>0.788748477</c:v>
                </c:pt>
                <c:pt idx="7350">
                  <c:v>0.788824604</c:v>
                </c:pt>
                <c:pt idx="7351">
                  <c:v>0.788824604</c:v>
                </c:pt>
                <c:pt idx="7352">
                  <c:v>0.788900731</c:v>
                </c:pt>
                <c:pt idx="7353">
                  <c:v>0.788900731</c:v>
                </c:pt>
                <c:pt idx="7354">
                  <c:v>0.788976857</c:v>
                </c:pt>
                <c:pt idx="7355">
                  <c:v>0.788976857</c:v>
                </c:pt>
                <c:pt idx="7356">
                  <c:v>0.789052984</c:v>
                </c:pt>
                <c:pt idx="7357">
                  <c:v>0.789052984</c:v>
                </c:pt>
                <c:pt idx="7358">
                  <c:v>0.789052984</c:v>
                </c:pt>
                <c:pt idx="7359">
                  <c:v>0.789129111</c:v>
                </c:pt>
                <c:pt idx="7360">
                  <c:v>0.789129111</c:v>
                </c:pt>
                <c:pt idx="7361">
                  <c:v>0.789129111</c:v>
                </c:pt>
                <c:pt idx="7362">
                  <c:v>0.789129111</c:v>
                </c:pt>
                <c:pt idx="7363">
                  <c:v>0.789281364</c:v>
                </c:pt>
                <c:pt idx="7364">
                  <c:v>0.789281364</c:v>
                </c:pt>
                <c:pt idx="7365">
                  <c:v>0.789281364</c:v>
                </c:pt>
                <c:pt idx="7366">
                  <c:v>0.789357491</c:v>
                </c:pt>
                <c:pt idx="7367">
                  <c:v>0.789509744</c:v>
                </c:pt>
                <c:pt idx="7368">
                  <c:v>0.789585871</c:v>
                </c:pt>
                <c:pt idx="7369">
                  <c:v>0.789585871</c:v>
                </c:pt>
                <c:pt idx="7370">
                  <c:v>0.789661998</c:v>
                </c:pt>
                <c:pt idx="7371">
                  <c:v>0.789661998</c:v>
                </c:pt>
                <c:pt idx="7372">
                  <c:v>0.789814251</c:v>
                </c:pt>
                <c:pt idx="7373">
                  <c:v>0.789814251</c:v>
                </c:pt>
                <c:pt idx="7374">
                  <c:v>0.789890378</c:v>
                </c:pt>
                <c:pt idx="7375">
                  <c:v>0.789890378</c:v>
                </c:pt>
                <c:pt idx="7376">
                  <c:v>0.789966504</c:v>
                </c:pt>
                <c:pt idx="7377">
                  <c:v>0.789966504</c:v>
                </c:pt>
                <c:pt idx="7378">
                  <c:v>0.790194884</c:v>
                </c:pt>
                <c:pt idx="7379">
                  <c:v>0.790194884</c:v>
                </c:pt>
                <c:pt idx="7380">
                  <c:v>0.790194884</c:v>
                </c:pt>
                <c:pt idx="7381">
                  <c:v>0.790194884</c:v>
                </c:pt>
                <c:pt idx="7382">
                  <c:v>0.790271011</c:v>
                </c:pt>
                <c:pt idx="7383">
                  <c:v>0.790271011</c:v>
                </c:pt>
                <c:pt idx="7384">
                  <c:v>0.790347138</c:v>
                </c:pt>
                <c:pt idx="7385">
                  <c:v>0.790347138</c:v>
                </c:pt>
                <c:pt idx="7386">
                  <c:v>0.790423264</c:v>
                </c:pt>
                <c:pt idx="7387">
                  <c:v>0.790423264</c:v>
                </c:pt>
                <c:pt idx="7388">
                  <c:v>0.790575518</c:v>
                </c:pt>
                <c:pt idx="7389">
                  <c:v>0.790575518</c:v>
                </c:pt>
                <c:pt idx="7390">
                  <c:v>0.790651644</c:v>
                </c:pt>
                <c:pt idx="7391">
                  <c:v>0.790651644</c:v>
                </c:pt>
                <c:pt idx="7392">
                  <c:v>0.790727771</c:v>
                </c:pt>
                <c:pt idx="7393">
                  <c:v>0.790880024</c:v>
                </c:pt>
                <c:pt idx="7394">
                  <c:v>0.791032278</c:v>
                </c:pt>
                <c:pt idx="7395">
                  <c:v>0.791032278</c:v>
                </c:pt>
                <c:pt idx="7396">
                  <c:v>0.791184531</c:v>
                </c:pt>
                <c:pt idx="7397">
                  <c:v>0.791184531</c:v>
                </c:pt>
                <c:pt idx="7398">
                  <c:v>0.791260658</c:v>
                </c:pt>
                <c:pt idx="7399">
                  <c:v>0.791260658</c:v>
                </c:pt>
                <c:pt idx="7400">
                  <c:v>0.791412911</c:v>
                </c:pt>
                <c:pt idx="7401">
                  <c:v>0.791412911</c:v>
                </c:pt>
                <c:pt idx="7402">
                  <c:v>0.791717418</c:v>
                </c:pt>
                <c:pt idx="7403">
                  <c:v>0.791717418</c:v>
                </c:pt>
                <c:pt idx="7404">
                  <c:v>0.791793544</c:v>
                </c:pt>
                <c:pt idx="7405">
                  <c:v>0.791793544</c:v>
                </c:pt>
                <c:pt idx="7406">
                  <c:v>0.791869671</c:v>
                </c:pt>
                <c:pt idx="7407">
                  <c:v>0.791869671</c:v>
                </c:pt>
                <c:pt idx="7408">
                  <c:v>0.791945798</c:v>
                </c:pt>
                <c:pt idx="7409">
                  <c:v>0.791945798</c:v>
                </c:pt>
                <c:pt idx="7410">
                  <c:v>0.792021924</c:v>
                </c:pt>
                <c:pt idx="7411">
                  <c:v>0.792021924</c:v>
                </c:pt>
                <c:pt idx="7412">
                  <c:v>0.792021924</c:v>
                </c:pt>
                <c:pt idx="7413">
                  <c:v>0.792098051</c:v>
                </c:pt>
                <c:pt idx="7414">
                  <c:v>0.792098051</c:v>
                </c:pt>
                <c:pt idx="7415">
                  <c:v>0.792098051</c:v>
                </c:pt>
                <c:pt idx="7416">
                  <c:v>0.792326431</c:v>
                </c:pt>
                <c:pt idx="7417">
                  <c:v>0.792326431</c:v>
                </c:pt>
                <c:pt idx="7418">
                  <c:v>0.792478685</c:v>
                </c:pt>
                <c:pt idx="7419">
                  <c:v>0.792478685</c:v>
                </c:pt>
                <c:pt idx="7420">
                  <c:v>0.792630938</c:v>
                </c:pt>
                <c:pt idx="7421">
                  <c:v>0.792630938</c:v>
                </c:pt>
                <c:pt idx="7422">
                  <c:v>0.792707065</c:v>
                </c:pt>
                <c:pt idx="7423">
                  <c:v>0.792783191</c:v>
                </c:pt>
                <c:pt idx="7424">
                  <c:v>0.792783191</c:v>
                </c:pt>
                <c:pt idx="7425">
                  <c:v>0.793087698</c:v>
                </c:pt>
                <c:pt idx="7426">
                  <c:v>0.793087698</c:v>
                </c:pt>
                <c:pt idx="7427">
                  <c:v>0.793163825</c:v>
                </c:pt>
                <c:pt idx="7428">
                  <c:v>0.793163825</c:v>
                </c:pt>
                <c:pt idx="7429">
                  <c:v>0.793163825</c:v>
                </c:pt>
                <c:pt idx="7430">
                  <c:v>0.793163825</c:v>
                </c:pt>
                <c:pt idx="7431">
                  <c:v>0.793239951</c:v>
                </c:pt>
                <c:pt idx="7432">
                  <c:v>0.793239951</c:v>
                </c:pt>
                <c:pt idx="7433">
                  <c:v>0.793468331</c:v>
                </c:pt>
                <c:pt idx="7434">
                  <c:v>0.793468331</c:v>
                </c:pt>
                <c:pt idx="7435">
                  <c:v>0.793468331</c:v>
                </c:pt>
                <c:pt idx="7436">
                  <c:v>0.793468331</c:v>
                </c:pt>
                <c:pt idx="7437">
                  <c:v>0.793468331</c:v>
                </c:pt>
                <c:pt idx="7438">
                  <c:v>0.793544458</c:v>
                </c:pt>
                <c:pt idx="7439">
                  <c:v>0.793544458</c:v>
                </c:pt>
                <c:pt idx="7440">
                  <c:v>0.793696711</c:v>
                </c:pt>
                <c:pt idx="7441">
                  <c:v>0.793696711</c:v>
                </c:pt>
                <c:pt idx="7442">
                  <c:v>0.793696711</c:v>
                </c:pt>
                <c:pt idx="7443">
                  <c:v>0.793696711</c:v>
                </c:pt>
                <c:pt idx="7444">
                  <c:v>0.793848965</c:v>
                </c:pt>
                <c:pt idx="7445">
                  <c:v>0.793848965</c:v>
                </c:pt>
                <c:pt idx="7446">
                  <c:v>0.793925091</c:v>
                </c:pt>
                <c:pt idx="7447">
                  <c:v>0.793925091</c:v>
                </c:pt>
                <c:pt idx="7448">
                  <c:v>0.794153471</c:v>
                </c:pt>
                <c:pt idx="7449">
                  <c:v>0.794153471</c:v>
                </c:pt>
                <c:pt idx="7450">
                  <c:v>0.794153471</c:v>
                </c:pt>
                <c:pt idx="7451">
                  <c:v>0.794153471</c:v>
                </c:pt>
                <c:pt idx="7452">
                  <c:v>0.794153471</c:v>
                </c:pt>
                <c:pt idx="7453">
                  <c:v>0.794381851</c:v>
                </c:pt>
                <c:pt idx="7454">
                  <c:v>0.794381851</c:v>
                </c:pt>
                <c:pt idx="7455">
                  <c:v>0.794457978</c:v>
                </c:pt>
                <c:pt idx="7456">
                  <c:v>0.794457978</c:v>
                </c:pt>
                <c:pt idx="7457">
                  <c:v>0.794610231</c:v>
                </c:pt>
                <c:pt idx="7458">
                  <c:v>0.794610231</c:v>
                </c:pt>
                <c:pt idx="7459">
                  <c:v>0.794762485</c:v>
                </c:pt>
                <c:pt idx="7460">
                  <c:v>0.794762485</c:v>
                </c:pt>
                <c:pt idx="7461">
                  <c:v>0.794838611</c:v>
                </c:pt>
                <c:pt idx="7462">
                  <c:v>0.794838611</c:v>
                </c:pt>
                <c:pt idx="7463">
                  <c:v>0.794914738</c:v>
                </c:pt>
                <c:pt idx="7464">
                  <c:v>0.794914738</c:v>
                </c:pt>
                <c:pt idx="7465">
                  <c:v>0.795066991</c:v>
                </c:pt>
                <c:pt idx="7466">
                  <c:v>0.795066991</c:v>
                </c:pt>
                <c:pt idx="7467">
                  <c:v>0.795143118</c:v>
                </c:pt>
                <c:pt idx="7468">
                  <c:v>0.795295371</c:v>
                </c:pt>
                <c:pt idx="7469">
                  <c:v>0.795295371</c:v>
                </c:pt>
                <c:pt idx="7470">
                  <c:v>0.795295371</c:v>
                </c:pt>
                <c:pt idx="7471">
                  <c:v>0.795599878</c:v>
                </c:pt>
                <c:pt idx="7472">
                  <c:v>0.795599878</c:v>
                </c:pt>
                <c:pt idx="7473">
                  <c:v>0.795676005</c:v>
                </c:pt>
                <c:pt idx="7474">
                  <c:v>0.795676005</c:v>
                </c:pt>
                <c:pt idx="7475">
                  <c:v>0.795676005</c:v>
                </c:pt>
                <c:pt idx="7476">
                  <c:v>0.795752132</c:v>
                </c:pt>
                <c:pt idx="7477">
                  <c:v>0.796208892</c:v>
                </c:pt>
                <c:pt idx="7478">
                  <c:v>0.796208892</c:v>
                </c:pt>
                <c:pt idx="7479">
                  <c:v>0.796285018</c:v>
                </c:pt>
                <c:pt idx="7480">
                  <c:v>0.796285018</c:v>
                </c:pt>
                <c:pt idx="7481">
                  <c:v>0.796361145</c:v>
                </c:pt>
                <c:pt idx="7482">
                  <c:v>0.796361145</c:v>
                </c:pt>
                <c:pt idx="7483">
                  <c:v>0.796437272</c:v>
                </c:pt>
                <c:pt idx="7484">
                  <c:v>0.796437272</c:v>
                </c:pt>
                <c:pt idx="7485">
                  <c:v>0.796513398</c:v>
                </c:pt>
                <c:pt idx="7486">
                  <c:v>0.796513398</c:v>
                </c:pt>
                <c:pt idx="7487">
                  <c:v>0.796513398</c:v>
                </c:pt>
                <c:pt idx="7488">
                  <c:v>0.796589525</c:v>
                </c:pt>
                <c:pt idx="7489">
                  <c:v>0.796589525</c:v>
                </c:pt>
                <c:pt idx="7490">
                  <c:v>0.796665652</c:v>
                </c:pt>
                <c:pt idx="7491">
                  <c:v>0.796665652</c:v>
                </c:pt>
                <c:pt idx="7492">
                  <c:v>0.796665652</c:v>
                </c:pt>
                <c:pt idx="7493">
                  <c:v>0.796741778</c:v>
                </c:pt>
                <c:pt idx="7494">
                  <c:v>0.796741778</c:v>
                </c:pt>
                <c:pt idx="7495">
                  <c:v>0.796817905</c:v>
                </c:pt>
                <c:pt idx="7496">
                  <c:v>0.796817905</c:v>
                </c:pt>
                <c:pt idx="7497">
                  <c:v>0.796817905</c:v>
                </c:pt>
                <c:pt idx="7498">
                  <c:v>0.796817905</c:v>
                </c:pt>
                <c:pt idx="7499">
                  <c:v>0.796817905</c:v>
                </c:pt>
                <c:pt idx="7500">
                  <c:v>0.796894032</c:v>
                </c:pt>
                <c:pt idx="7501">
                  <c:v>0.796894032</c:v>
                </c:pt>
                <c:pt idx="7502">
                  <c:v>0.796894032</c:v>
                </c:pt>
                <c:pt idx="7503">
                  <c:v>0.796894032</c:v>
                </c:pt>
                <c:pt idx="7504">
                  <c:v>0.797579172</c:v>
                </c:pt>
                <c:pt idx="7505">
                  <c:v>0.797655298</c:v>
                </c:pt>
                <c:pt idx="7506">
                  <c:v>0.797655298</c:v>
                </c:pt>
                <c:pt idx="7507">
                  <c:v>0.797655298</c:v>
                </c:pt>
                <c:pt idx="7508">
                  <c:v>0.797731425</c:v>
                </c:pt>
                <c:pt idx="7509">
                  <c:v>0.797731425</c:v>
                </c:pt>
                <c:pt idx="7510">
                  <c:v>0.797731425</c:v>
                </c:pt>
                <c:pt idx="7511">
                  <c:v>0.797807552</c:v>
                </c:pt>
                <c:pt idx="7512">
                  <c:v>0.797807552</c:v>
                </c:pt>
                <c:pt idx="7513">
                  <c:v>0.798188185</c:v>
                </c:pt>
                <c:pt idx="7514">
                  <c:v>0.798188185</c:v>
                </c:pt>
                <c:pt idx="7515">
                  <c:v>0.798188185</c:v>
                </c:pt>
                <c:pt idx="7516">
                  <c:v>0.798188185</c:v>
                </c:pt>
                <c:pt idx="7517">
                  <c:v>0.798264312</c:v>
                </c:pt>
                <c:pt idx="7518">
                  <c:v>0.798264312</c:v>
                </c:pt>
                <c:pt idx="7519">
                  <c:v>0.798340438</c:v>
                </c:pt>
                <c:pt idx="7520">
                  <c:v>0.798340438</c:v>
                </c:pt>
                <c:pt idx="7521">
                  <c:v>0.798492692</c:v>
                </c:pt>
                <c:pt idx="7522">
                  <c:v>0.798492692</c:v>
                </c:pt>
                <c:pt idx="7523">
                  <c:v>0.798568819</c:v>
                </c:pt>
                <c:pt idx="7524">
                  <c:v>0.798568819</c:v>
                </c:pt>
                <c:pt idx="7525">
                  <c:v>0.798721072</c:v>
                </c:pt>
                <c:pt idx="7526">
                  <c:v>0.798797199</c:v>
                </c:pt>
                <c:pt idx="7527">
                  <c:v>0.798797199</c:v>
                </c:pt>
                <c:pt idx="7528">
                  <c:v>0.798873325</c:v>
                </c:pt>
                <c:pt idx="7529">
                  <c:v>0.799025579</c:v>
                </c:pt>
                <c:pt idx="7530">
                  <c:v>0.799101705</c:v>
                </c:pt>
                <c:pt idx="7531">
                  <c:v>0.799101705</c:v>
                </c:pt>
                <c:pt idx="7532">
                  <c:v>0.799101705</c:v>
                </c:pt>
                <c:pt idx="7533">
                  <c:v>0.799101705</c:v>
                </c:pt>
                <c:pt idx="7534">
                  <c:v>0.799101705</c:v>
                </c:pt>
                <c:pt idx="7535">
                  <c:v>0.799177832</c:v>
                </c:pt>
                <c:pt idx="7536">
                  <c:v>0.799177832</c:v>
                </c:pt>
                <c:pt idx="7537">
                  <c:v>0.799330085</c:v>
                </c:pt>
                <c:pt idx="7538">
                  <c:v>0.799330085</c:v>
                </c:pt>
                <c:pt idx="7539">
                  <c:v>0.799482339</c:v>
                </c:pt>
                <c:pt idx="7540">
                  <c:v>0.799482339</c:v>
                </c:pt>
                <c:pt idx="7541">
                  <c:v>0.799482339</c:v>
                </c:pt>
                <c:pt idx="7542">
                  <c:v>0.799482339</c:v>
                </c:pt>
                <c:pt idx="7543">
                  <c:v>0.799482339</c:v>
                </c:pt>
                <c:pt idx="7544">
                  <c:v>0.799482339</c:v>
                </c:pt>
                <c:pt idx="7545">
                  <c:v>0.799558465</c:v>
                </c:pt>
                <c:pt idx="7546">
                  <c:v>0.799558465</c:v>
                </c:pt>
                <c:pt idx="7547">
                  <c:v>0.799710719</c:v>
                </c:pt>
                <c:pt idx="7548">
                  <c:v>0.799710719</c:v>
                </c:pt>
                <c:pt idx="7549">
                  <c:v>0.799786845</c:v>
                </c:pt>
                <c:pt idx="7550">
                  <c:v>0.799786845</c:v>
                </c:pt>
                <c:pt idx="7551">
                  <c:v>0.799786845</c:v>
                </c:pt>
                <c:pt idx="7552">
                  <c:v>0.799786845</c:v>
                </c:pt>
                <c:pt idx="7553">
                  <c:v>0.799939099</c:v>
                </c:pt>
                <c:pt idx="7554">
                  <c:v>0.799939099</c:v>
                </c:pt>
                <c:pt idx="7555">
                  <c:v>0.799939099</c:v>
                </c:pt>
                <c:pt idx="7556">
                  <c:v>0.800015225</c:v>
                </c:pt>
                <c:pt idx="7557">
                  <c:v>0.800015225</c:v>
                </c:pt>
                <c:pt idx="7558">
                  <c:v>0.800243605</c:v>
                </c:pt>
                <c:pt idx="7559">
                  <c:v>0.800395859</c:v>
                </c:pt>
                <c:pt idx="7560">
                  <c:v>0.800395859</c:v>
                </c:pt>
                <c:pt idx="7561">
                  <c:v>0.800471985</c:v>
                </c:pt>
                <c:pt idx="7562">
                  <c:v>0.800700365</c:v>
                </c:pt>
                <c:pt idx="7563">
                  <c:v>0.800700365</c:v>
                </c:pt>
                <c:pt idx="7564">
                  <c:v>0.800700365</c:v>
                </c:pt>
                <c:pt idx="7565">
                  <c:v>0.800852619</c:v>
                </c:pt>
                <c:pt idx="7566">
                  <c:v>0.800852619</c:v>
                </c:pt>
                <c:pt idx="7567">
                  <c:v>0.801004872</c:v>
                </c:pt>
                <c:pt idx="7568">
                  <c:v>0.801004872</c:v>
                </c:pt>
                <c:pt idx="7569">
                  <c:v>0.801080999</c:v>
                </c:pt>
                <c:pt idx="7570">
                  <c:v>0.801080999</c:v>
                </c:pt>
                <c:pt idx="7571">
                  <c:v>0.801233252</c:v>
                </c:pt>
                <c:pt idx="7572">
                  <c:v>0.801233252</c:v>
                </c:pt>
                <c:pt idx="7573">
                  <c:v>0.801309379</c:v>
                </c:pt>
                <c:pt idx="7574">
                  <c:v>0.801461632</c:v>
                </c:pt>
                <c:pt idx="7575">
                  <c:v>0.801461632</c:v>
                </c:pt>
                <c:pt idx="7576">
                  <c:v>0.801537759</c:v>
                </c:pt>
                <c:pt idx="7577">
                  <c:v>0.801537759</c:v>
                </c:pt>
                <c:pt idx="7578">
                  <c:v>0.801842266</c:v>
                </c:pt>
                <c:pt idx="7579">
                  <c:v>0.801842266</c:v>
                </c:pt>
                <c:pt idx="7580">
                  <c:v>0.801918392</c:v>
                </c:pt>
                <c:pt idx="7581">
                  <c:v>0.801918392</c:v>
                </c:pt>
                <c:pt idx="7582">
                  <c:v>0.801994519</c:v>
                </c:pt>
                <c:pt idx="7583">
                  <c:v>0.801994519</c:v>
                </c:pt>
                <c:pt idx="7584">
                  <c:v>0.801994519</c:v>
                </c:pt>
                <c:pt idx="7585">
                  <c:v>0.801994519</c:v>
                </c:pt>
                <c:pt idx="7586">
                  <c:v>0.801994519</c:v>
                </c:pt>
                <c:pt idx="7587">
                  <c:v>0.802070646</c:v>
                </c:pt>
                <c:pt idx="7588">
                  <c:v>0.802070646</c:v>
                </c:pt>
                <c:pt idx="7589">
                  <c:v>0.802146772</c:v>
                </c:pt>
                <c:pt idx="7590">
                  <c:v>0.802146772</c:v>
                </c:pt>
                <c:pt idx="7591">
                  <c:v>0.802222899</c:v>
                </c:pt>
                <c:pt idx="7592">
                  <c:v>0.802451279</c:v>
                </c:pt>
                <c:pt idx="7593">
                  <c:v>0.802451279</c:v>
                </c:pt>
                <c:pt idx="7594">
                  <c:v>0.802527406</c:v>
                </c:pt>
                <c:pt idx="7595">
                  <c:v>0.802527406</c:v>
                </c:pt>
                <c:pt idx="7596">
                  <c:v>0.802679659</c:v>
                </c:pt>
                <c:pt idx="7597">
                  <c:v>0.802679659</c:v>
                </c:pt>
                <c:pt idx="7598">
                  <c:v>0.802755786</c:v>
                </c:pt>
                <c:pt idx="7599">
                  <c:v>0.802755786</c:v>
                </c:pt>
                <c:pt idx="7600">
                  <c:v>0.802755786</c:v>
                </c:pt>
                <c:pt idx="7601">
                  <c:v>0.802755786</c:v>
                </c:pt>
                <c:pt idx="7602">
                  <c:v>0.802831912</c:v>
                </c:pt>
                <c:pt idx="7603">
                  <c:v>0.802831912</c:v>
                </c:pt>
                <c:pt idx="7604">
                  <c:v>0.802984166</c:v>
                </c:pt>
                <c:pt idx="7605">
                  <c:v>0.802984166</c:v>
                </c:pt>
                <c:pt idx="7606">
                  <c:v>0.803136419</c:v>
                </c:pt>
                <c:pt idx="7607">
                  <c:v>0.803136419</c:v>
                </c:pt>
                <c:pt idx="7608">
                  <c:v>0.803212546</c:v>
                </c:pt>
                <c:pt idx="7609">
                  <c:v>0.803212546</c:v>
                </c:pt>
                <c:pt idx="7610">
                  <c:v>0.803288672</c:v>
                </c:pt>
                <c:pt idx="7611">
                  <c:v>0.803288672</c:v>
                </c:pt>
                <c:pt idx="7612">
                  <c:v>0.803364799</c:v>
                </c:pt>
                <c:pt idx="7613">
                  <c:v>0.803364799</c:v>
                </c:pt>
                <c:pt idx="7614">
                  <c:v>0.803593179</c:v>
                </c:pt>
                <c:pt idx="7615">
                  <c:v>0.803593179</c:v>
                </c:pt>
                <c:pt idx="7616">
                  <c:v>0.803745432</c:v>
                </c:pt>
                <c:pt idx="7617">
                  <c:v>0.803745432</c:v>
                </c:pt>
                <c:pt idx="7618">
                  <c:v>0.803897686</c:v>
                </c:pt>
                <c:pt idx="7619">
                  <c:v>0.803897686</c:v>
                </c:pt>
                <c:pt idx="7620">
                  <c:v>0.803973812</c:v>
                </c:pt>
                <c:pt idx="7621">
                  <c:v>0.803973812</c:v>
                </c:pt>
                <c:pt idx="7622">
                  <c:v>0.804049939</c:v>
                </c:pt>
                <c:pt idx="7623">
                  <c:v>0.804049939</c:v>
                </c:pt>
                <c:pt idx="7624">
                  <c:v>0.804202192</c:v>
                </c:pt>
                <c:pt idx="7625">
                  <c:v>0.804202192</c:v>
                </c:pt>
                <c:pt idx="7626">
                  <c:v>0.804278319</c:v>
                </c:pt>
                <c:pt idx="7627">
                  <c:v>0.804278319</c:v>
                </c:pt>
                <c:pt idx="7628">
                  <c:v>0.804278319</c:v>
                </c:pt>
                <c:pt idx="7629">
                  <c:v>0.804354446</c:v>
                </c:pt>
                <c:pt idx="7630">
                  <c:v>0.804354446</c:v>
                </c:pt>
                <c:pt idx="7631">
                  <c:v>0.804506699</c:v>
                </c:pt>
                <c:pt idx="7632">
                  <c:v>0.804506699</c:v>
                </c:pt>
                <c:pt idx="7633">
                  <c:v>0.804582826</c:v>
                </c:pt>
                <c:pt idx="7634">
                  <c:v>0.804582826</c:v>
                </c:pt>
                <c:pt idx="7635">
                  <c:v>0.804582826</c:v>
                </c:pt>
                <c:pt idx="7636">
                  <c:v>0.804582826</c:v>
                </c:pt>
                <c:pt idx="7637">
                  <c:v>0.804582826</c:v>
                </c:pt>
                <c:pt idx="7638">
                  <c:v>0.804811206</c:v>
                </c:pt>
                <c:pt idx="7639">
                  <c:v>0.804811206</c:v>
                </c:pt>
                <c:pt idx="7640">
                  <c:v>0.804963459</c:v>
                </c:pt>
                <c:pt idx="7641">
                  <c:v>0.804963459</c:v>
                </c:pt>
                <c:pt idx="7642">
                  <c:v>0.804963459</c:v>
                </c:pt>
                <c:pt idx="7643">
                  <c:v>0.805191839</c:v>
                </c:pt>
                <c:pt idx="7644">
                  <c:v>0.805191839</c:v>
                </c:pt>
                <c:pt idx="7645">
                  <c:v>0.805267966</c:v>
                </c:pt>
                <c:pt idx="7646">
                  <c:v>0.805267966</c:v>
                </c:pt>
                <c:pt idx="7647">
                  <c:v>0.805496346</c:v>
                </c:pt>
                <c:pt idx="7648">
                  <c:v>0.805496346</c:v>
                </c:pt>
                <c:pt idx="7649">
                  <c:v>0.805572473</c:v>
                </c:pt>
                <c:pt idx="7650">
                  <c:v>0.805572473</c:v>
                </c:pt>
                <c:pt idx="7651">
                  <c:v>0.805648599</c:v>
                </c:pt>
                <c:pt idx="7652">
                  <c:v>0.805648599</c:v>
                </c:pt>
                <c:pt idx="7653">
                  <c:v>0.805800853</c:v>
                </c:pt>
                <c:pt idx="7654">
                  <c:v>0.805800853</c:v>
                </c:pt>
                <c:pt idx="7655">
                  <c:v>0.805800853</c:v>
                </c:pt>
                <c:pt idx="7656">
                  <c:v>0.805876979</c:v>
                </c:pt>
                <c:pt idx="7657">
                  <c:v>0.805953106</c:v>
                </c:pt>
                <c:pt idx="7658">
                  <c:v>0.805953106</c:v>
                </c:pt>
                <c:pt idx="7659">
                  <c:v>0.806181486</c:v>
                </c:pt>
                <c:pt idx="7660">
                  <c:v>0.806181486</c:v>
                </c:pt>
                <c:pt idx="7661">
                  <c:v>0.806257613</c:v>
                </c:pt>
                <c:pt idx="7662">
                  <c:v>0.806257613</c:v>
                </c:pt>
                <c:pt idx="7663">
                  <c:v>0.806333739</c:v>
                </c:pt>
                <c:pt idx="7664">
                  <c:v>0.806333739</c:v>
                </c:pt>
                <c:pt idx="7665">
                  <c:v>0.806409866</c:v>
                </c:pt>
                <c:pt idx="7666">
                  <c:v>0.806409866</c:v>
                </c:pt>
                <c:pt idx="7667">
                  <c:v>0.806485993</c:v>
                </c:pt>
                <c:pt idx="7668">
                  <c:v>0.806485993</c:v>
                </c:pt>
                <c:pt idx="7669">
                  <c:v>0.806562119</c:v>
                </c:pt>
                <c:pt idx="7670">
                  <c:v>0.806562119</c:v>
                </c:pt>
                <c:pt idx="7671">
                  <c:v>0.806638246</c:v>
                </c:pt>
                <c:pt idx="7672">
                  <c:v>0.806638246</c:v>
                </c:pt>
                <c:pt idx="7673">
                  <c:v>0.806714373</c:v>
                </c:pt>
                <c:pt idx="7674">
                  <c:v>0.806714373</c:v>
                </c:pt>
                <c:pt idx="7675">
                  <c:v>0.806790499</c:v>
                </c:pt>
                <c:pt idx="7676">
                  <c:v>0.806790499</c:v>
                </c:pt>
                <c:pt idx="7677">
                  <c:v>0.806866626</c:v>
                </c:pt>
                <c:pt idx="7678">
                  <c:v>0.806866626</c:v>
                </c:pt>
                <c:pt idx="7679">
                  <c:v>0.806942753</c:v>
                </c:pt>
                <c:pt idx="7680">
                  <c:v>0.806942753</c:v>
                </c:pt>
                <c:pt idx="7681">
                  <c:v>0.807018879</c:v>
                </c:pt>
                <c:pt idx="7682">
                  <c:v>0.807018879</c:v>
                </c:pt>
                <c:pt idx="7683">
                  <c:v>0.807018879</c:v>
                </c:pt>
                <c:pt idx="7684">
                  <c:v>0.807018879</c:v>
                </c:pt>
                <c:pt idx="7685">
                  <c:v>0.807095006</c:v>
                </c:pt>
                <c:pt idx="7686">
                  <c:v>0.807095006</c:v>
                </c:pt>
                <c:pt idx="7687">
                  <c:v>0.807171133</c:v>
                </c:pt>
                <c:pt idx="7688">
                  <c:v>0.807171133</c:v>
                </c:pt>
                <c:pt idx="7689">
                  <c:v>0.807247259</c:v>
                </c:pt>
                <c:pt idx="7690">
                  <c:v>0.807247259</c:v>
                </c:pt>
                <c:pt idx="7691">
                  <c:v>0.807323386</c:v>
                </c:pt>
                <c:pt idx="7692">
                  <c:v>0.807323386</c:v>
                </c:pt>
                <c:pt idx="7693">
                  <c:v>0.807399513</c:v>
                </c:pt>
                <c:pt idx="7694">
                  <c:v>0.807551766</c:v>
                </c:pt>
                <c:pt idx="7695">
                  <c:v>0.807551766</c:v>
                </c:pt>
                <c:pt idx="7696">
                  <c:v>0.807551766</c:v>
                </c:pt>
                <c:pt idx="7697">
                  <c:v>0.807627893</c:v>
                </c:pt>
                <c:pt idx="7698">
                  <c:v>0.807627893</c:v>
                </c:pt>
                <c:pt idx="7699">
                  <c:v>0.807704019</c:v>
                </c:pt>
                <c:pt idx="7700">
                  <c:v>0.807704019</c:v>
                </c:pt>
                <c:pt idx="7701">
                  <c:v>0.807704019</c:v>
                </c:pt>
                <c:pt idx="7702">
                  <c:v>0.807856273</c:v>
                </c:pt>
                <c:pt idx="7703">
                  <c:v>0.807856273</c:v>
                </c:pt>
                <c:pt idx="7704">
                  <c:v>0.8079324</c:v>
                </c:pt>
                <c:pt idx="7705">
                  <c:v>0.8079324</c:v>
                </c:pt>
                <c:pt idx="7706">
                  <c:v>0.808008526</c:v>
                </c:pt>
                <c:pt idx="7707">
                  <c:v>0.808008526</c:v>
                </c:pt>
                <c:pt idx="7708">
                  <c:v>0.808084653</c:v>
                </c:pt>
                <c:pt idx="7709">
                  <c:v>0.808084653</c:v>
                </c:pt>
                <c:pt idx="7710">
                  <c:v>0.808084653</c:v>
                </c:pt>
                <c:pt idx="7711">
                  <c:v>0.808313033</c:v>
                </c:pt>
                <c:pt idx="7712">
                  <c:v>0.808313033</c:v>
                </c:pt>
                <c:pt idx="7713">
                  <c:v>0.80838916</c:v>
                </c:pt>
                <c:pt idx="7714">
                  <c:v>0.80838916</c:v>
                </c:pt>
                <c:pt idx="7715">
                  <c:v>0.80838916</c:v>
                </c:pt>
                <c:pt idx="7716">
                  <c:v>0.80838916</c:v>
                </c:pt>
                <c:pt idx="7717">
                  <c:v>0.80838916</c:v>
                </c:pt>
                <c:pt idx="7718">
                  <c:v>0.808465286</c:v>
                </c:pt>
                <c:pt idx="7719">
                  <c:v>0.808465286</c:v>
                </c:pt>
                <c:pt idx="7720">
                  <c:v>0.808465286</c:v>
                </c:pt>
                <c:pt idx="7721">
                  <c:v>0.808465286</c:v>
                </c:pt>
                <c:pt idx="7722">
                  <c:v>0.808541413</c:v>
                </c:pt>
                <c:pt idx="7723">
                  <c:v>0.808541413</c:v>
                </c:pt>
                <c:pt idx="7724">
                  <c:v>0.808541413</c:v>
                </c:pt>
                <c:pt idx="7725">
                  <c:v>0.808541413</c:v>
                </c:pt>
                <c:pt idx="7726">
                  <c:v>0.808693666</c:v>
                </c:pt>
                <c:pt idx="7727">
                  <c:v>0.808693666</c:v>
                </c:pt>
                <c:pt idx="7728">
                  <c:v>0.808693666</c:v>
                </c:pt>
                <c:pt idx="7729">
                  <c:v>0.808693666</c:v>
                </c:pt>
                <c:pt idx="7730">
                  <c:v>0.80884592</c:v>
                </c:pt>
                <c:pt idx="7731">
                  <c:v>0.80884592</c:v>
                </c:pt>
                <c:pt idx="7732">
                  <c:v>0.808998173</c:v>
                </c:pt>
                <c:pt idx="7733">
                  <c:v>0.808998173</c:v>
                </c:pt>
                <c:pt idx="7734">
                  <c:v>0.808998173</c:v>
                </c:pt>
                <c:pt idx="7735">
                  <c:v>0.808998173</c:v>
                </c:pt>
                <c:pt idx="7736">
                  <c:v>0.8090743</c:v>
                </c:pt>
                <c:pt idx="7737">
                  <c:v>0.8090743</c:v>
                </c:pt>
                <c:pt idx="7738">
                  <c:v>0.8090743</c:v>
                </c:pt>
                <c:pt idx="7739">
                  <c:v>0.8090743</c:v>
                </c:pt>
                <c:pt idx="7740">
                  <c:v>0.809150426</c:v>
                </c:pt>
                <c:pt idx="7741">
                  <c:v>0.809150426</c:v>
                </c:pt>
                <c:pt idx="7742">
                  <c:v>0.80930268</c:v>
                </c:pt>
                <c:pt idx="7743">
                  <c:v>0.80930268</c:v>
                </c:pt>
                <c:pt idx="7744">
                  <c:v>0.809378806</c:v>
                </c:pt>
                <c:pt idx="7745">
                  <c:v>0.809378806</c:v>
                </c:pt>
                <c:pt idx="7746">
                  <c:v>0.809454933</c:v>
                </c:pt>
                <c:pt idx="7747">
                  <c:v>0.809454933</c:v>
                </c:pt>
                <c:pt idx="7748">
                  <c:v>0.809607186</c:v>
                </c:pt>
                <c:pt idx="7749">
                  <c:v>0.80975944</c:v>
                </c:pt>
                <c:pt idx="7750">
                  <c:v>0.80975944</c:v>
                </c:pt>
                <c:pt idx="7751">
                  <c:v>0.80975944</c:v>
                </c:pt>
                <c:pt idx="7752">
                  <c:v>0.80975944</c:v>
                </c:pt>
                <c:pt idx="7753">
                  <c:v>0.809835566</c:v>
                </c:pt>
                <c:pt idx="7754">
                  <c:v>0.809835566</c:v>
                </c:pt>
                <c:pt idx="7755">
                  <c:v>0.809835566</c:v>
                </c:pt>
                <c:pt idx="7756">
                  <c:v>0.809835566</c:v>
                </c:pt>
                <c:pt idx="7757">
                  <c:v>0.809835566</c:v>
                </c:pt>
                <c:pt idx="7758">
                  <c:v>0.809911693</c:v>
                </c:pt>
                <c:pt idx="7759">
                  <c:v>0.809911693</c:v>
                </c:pt>
                <c:pt idx="7760">
                  <c:v>0.810520706</c:v>
                </c:pt>
                <c:pt idx="7761">
                  <c:v>0.810520706</c:v>
                </c:pt>
                <c:pt idx="7762">
                  <c:v>0.810596833</c:v>
                </c:pt>
                <c:pt idx="7763">
                  <c:v>0.810596833</c:v>
                </c:pt>
                <c:pt idx="7764">
                  <c:v>0.81067296</c:v>
                </c:pt>
                <c:pt idx="7765">
                  <c:v>0.81067296</c:v>
                </c:pt>
                <c:pt idx="7766">
                  <c:v>0.81067296</c:v>
                </c:pt>
                <c:pt idx="7767">
                  <c:v>0.810749086</c:v>
                </c:pt>
                <c:pt idx="7768">
                  <c:v>0.810749086</c:v>
                </c:pt>
                <c:pt idx="7769">
                  <c:v>0.810749086</c:v>
                </c:pt>
                <c:pt idx="7770">
                  <c:v>0.810825213</c:v>
                </c:pt>
                <c:pt idx="7771">
                  <c:v>0.810825213</c:v>
                </c:pt>
                <c:pt idx="7772">
                  <c:v>0.81090134</c:v>
                </c:pt>
                <c:pt idx="7773">
                  <c:v>0.81090134</c:v>
                </c:pt>
                <c:pt idx="7774">
                  <c:v>0.810977467</c:v>
                </c:pt>
                <c:pt idx="7775">
                  <c:v>0.810977467</c:v>
                </c:pt>
                <c:pt idx="7776">
                  <c:v>0.81112972</c:v>
                </c:pt>
                <c:pt idx="7777">
                  <c:v>0.811281973</c:v>
                </c:pt>
                <c:pt idx="7778">
                  <c:v>0.811281973</c:v>
                </c:pt>
                <c:pt idx="7779">
                  <c:v>0.811281973</c:v>
                </c:pt>
                <c:pt idx="7780">
                  <c:v>0.8113581</c:v>
                </c:pt>
                <c:pt idx="7781">
                  <c:v>0.8113581</c:v>
                </c:pt>
                <c:pt idx="7782">
                  <c:v>0.8113581</c:v>
                </c:pt>
                <c:pt idx="7783">
                  <c:v>0.81158648</c:v>
                </c:pt>
                <c:pt idx="7784">
                  <c:v>0.81158648</c:v>
                </c:pt>
                <c:pt idx="7785">
                  <c:v>0.811662607</c:v>
                </c:pt>
                <c:pt idx="7786">
                  <c:v>0.811662607</c:v>
                </c:pt>
                <c:pt idx="7787">
                  <c:v>0.811662607</c:v>
                </c:pt>
                <c:pt idx="7788">
                  <c:v>0.811662607</c:v>
                </c:pt>
                <c:pt idx="7789">
                  <c:v>0.811738733</c:v>
                </c:pt>
                <c:pt idx="7790">
                  <c:v>0.811890987</c:v>
                </c:pt>
                <c:pt idx="7791">
                  <c:v>0.811890987</c:v>
                </c:pt>
                <c:pt idx="7792">
                  <c:v>0.811890987</c:v>
                </c:pt>
                <c:pt idx="7793">
                  <c:v>0.811967113</c:v>
                </c:pt>
                <c:pt idx="7794">
                  <c:v>0.811967113</c:v>
                </c:pt>
                <c:pt idx="7795">
                  <c:v>0.811967113</c:v>
                </c:pt>
                <c:pt idx="7796">
                  <c:v>0.811967113</c:v>
                </c:pt>
                <c:pt idx="7797">
                  <c:v>0.81204324</c:v>
                </c:pt>
                <c:pt idx="7798">
                  <c:v>0.81204324</c:v>
                </c:pt>
                <c:pt idx="7799">
                  <c:v>0.81204324</c:v>
                </c:pt>
                <c:pt idx="7800">
                  <c:v>0.81204324</c:v>
                </c:pt>
                <c:pt idx="7801">
                  <c:v>0.812119367</c:v>
                </c:pt>
                <c:pt idx="7802">
                  <c:v>0.812119367</c:v>
                </c:pt>
                <c:pt idx="7803">
                  <c:v>0.812195493</c:v>
                </c:pt>
                <c:pt idx="7804">
                  <c:v>0.812195493</c:v>
                </c:pt>
                <c:pt idx="7805">
                  <c:v>0.81227162</c:v>
                </c:pt>
                <c:pt idx="7806">
                  <c:v>0.81227162</c:v>
                </c:pt>
                <c:pt idx="7807">
                  <c:v>0.812347747</c:v>
                </c:pt>
                <c:pt idx="7808">
                  <c:v>0.812347747</c:v>
                </c:pt>
                <c:pt idx="7809">
                  <c:v>0.812423873</c:v>
                </c:pt>
                <c:pt idx="7810">
                  <c:v>0.812423873</c:v>
                </c:pt>
                <c:pt idx="7811">
                  <c:v>0.812423873</c:v>
                </c:pt>
                <c:pt idx="7812">
                  <c:v>0.8125</c:v>
                </c:pt>
                <c:pt idx="7813">
                  <c:v>0.812652253</c:v>
                </c:pt>
                <c:pt idx="7814">
                  <c:v>0.81272838</c:v>
                </c:pt>
                <c:pt idx="7815">
                  <c:v>0.81272838</c:v>
                </c:pt>
                <c:pt idx="7816">
                  <c:v>0.812804507</c:v>
                </c:pt>
                <c:pt idx="7817">
                  <c:v>0.812804507</c:v>
                </c:pt>
                <c:pt idx="7818">
                  <c:v>0.812880633</c:v>
                </c:pt>
                <c:pt idx="7819">
                  <c:v>0.812880633</c:v>
                </c:pt>
                <c:pt idx="7820">
                  <c:v>0.81295676</c:v>
                </c:pt>
                <c:pt idx="7821">
                  <c:v>0.81295676</c:v>
                </c:pt>
                <c:pt idx="7822">
                  <c:v>0.813032887</c:v>
                </c:pt>
                <c:pt idx="7823">
                  <c:v>0.813032887</c:v>
                </c:pt>
                <c:pt idx="7824">
                  <c:v>0.813109013</c:v>
                </c:pt>
                <c:pt idx="7825">
                  <c:v>0.813109013</c:v>
                </c:pt>
                <c:pt idx="7826">
                  <c:v>0.81318514</c:v>
                </c:pt>
                <c:pt idx="7827">
                  <c:v>0.81318514</c:v>
                </c:pt>
                <c:pt idx="7828">
                  <c:v>0.813261267</c:v>
                </c:pt>
                <c:pt idx="7829">
                  <c:v>0.813261267</c:v>
                </c:pt>
                <c:pt idx="7830">
                  <c:v>0.81341352</c:v>
                </c:pt>
                <c:pt idx="7831">
                  <c:v>0.81341352</c:v>
                </c:pt>
                <c:pt idx="7832">
                  <c:v>0.81341352</c:v>
                </c:pt>
                <c:pt idx="7833">
                  <c:v>0.81341352</c:v>
                </c:pt>
                <c:pt idx="7834">
                  <c:v>0.813489647</c:v>
                </c:pt>
                <c:pt idx="7835">
                  <c:v>0.813489647</c:v>
                </c:pt>
                <c:pt idx="7836">
                  <c:v>0.8136419</c:v>
                </c:pt>
                <c:pt idx="7837">
                  <c:v>0.8136419</c:v>
                </c:pt>
                <c:pt idx="7838">
                  <c:v>0.8136419</c:v>
                </c:pt>
                <c:pt idx="7839">
                  <c:v>0.813718027</c:v>
                </c:pt>
                <c:pt idx="7840">
                  <c:v>0.813718027</c:v>
                </c:pt>
                <c:pt idx="7841">
                  <c:v>0.813718027</c:v>
                </c:pt>
                <c:pt idx="7842">
                  <c:v>0.813794153</c:v>
                </c:pt>
                <c:pt idx="7843">
                  <c:v>0.813946407</c:v>
                </c:pt>
                <c:pt idx="7844">
                  <c:v>0.813946407</c:v>
                </c:pt>
                <c:pt idx="7845">
                  <c:v>0.813946407</c:v>
                </c:pt>
                <c:pt idx="7846">
                  <c:v>0.814022533</c:v>
                </c:pt>
                <c:pt idx="7847">
                  <c:v>0.81409866</c:v>
                </c:pt>
                <c:pt idx="7848">
                  <c:v>0.81409866</c:v>
                </c:pt>
                <c:pt idx="7849">
                  <c:v>0.81409866</c:v>
                </c:pt>
                <c:pt idx="7850">
                  <c:v>0.81409866</c:v>
                </c:pt>
                <c:pt idx="7851">
                  <c:v>0.81409866</c:v>
                </c:pt>
                <c:pt idx="7852">
                  <c:v>0.814250914</c:v>
                </c:pt>
                <c:pt idx="7853">
                  <c:v>0.814250914</c:v>
                </c:pt>
                <c:pt idx="7854">
                  <c:v>0.814250914</c:v>
                </c:pt>
                <c:pt idx="7855">
                  <c:v>0.814250914</c:v>
                </c:pt>
                <c:pt idx="7856">
                  <c:v>0.81432704</c:v>
                </c:pt>
                <c:pt idx="7857">
                  <c:v>0.81432704</c:v>
                </c:pt>
                <c:pt idx="7858">
                  <c:v>0.814479294</c:v>
                </c:pt>
                <c:pt idx="7859">
                  <c:v>0.814479294</c:v>
                </c:pt>
                <c:pt idx="7860">
                  <c:v>0.81455542</c:v>
                </c:pt>
                <c:pt idx="7861">
                  <c:v>0.81455542</c:v>
                </c:pt>
                <c:pt idx="7862">
                  <c:v>0.814631547</c:v>
                </c:pt>
                <c:pt idx="7863">
                  <c:v>0.814631547</c:v>
                </c:pt>
                <c:pt idx="7864">
                  <c:v>0.814707674</c:v>
                </c:pt>
                <c:pt idx="7865">
                  <c:v>0.814707674</c:v>
                </c:pt>
                <c:pt idx="7866">
                  <c:v>0.8147838</c:v>
                </c:pt>
                <c:pt idx="7867">
                  <c:v>0.8147838</c:v>
                </c:pt>
                <c:pt idx="7868">
                  <c:v>0.8147838</c:v>
                </c:pt>
                <c:pt idx="7869">
                  <c:v>0.814859927</c:v>
                </c:pt>
                <c:pt idx="7870">
                  <c:v>0.814859927</c:v>
                </c:pt>
                <c:pt idx="7871">
                  <c:v>0.814936054</c:v>
                </c:pt>
                <c:pt idx="7872">
                  <c:v>0.814936054</c:v>
                </c:pt>
                <c:pt idx="7873">
                  <c:v>0.81501218</c:v>
                </c:pt>
                <c:pt idx="7874">
                  <c:v>0.81501218</c:v>
                </c:pt>
                <c:pt idx="7875">
                  <c:v>0.815088307</c:v>
                </c:pt>
                <c:pt idx="7876">
                  <c:v>0.815088307</c:v>
                </c:pt>
                <c:pt idx="7877">
                  <c:v>0.815088307</c:v>
                </c:pt>
                <c:pt idx="7878">
                  <c:v>0.815164434</c:v>
                </c:pt>
                <c:pt idx="7879">
                  <c:v>0.815164434</c:v>
                </c:pt>
                <c:pt idx="7880">
                  <c:v>0.81524056</c:v>
                </c:pt>
                <c:pt idx="7881">
                  <c:v>0.81524056</c:v>
                </c:pt>
                <c:pt idx="7882">
                  <c:v>0.815316687</c:v>
                </c:pt>
                <c:pt idx="7883">
                  <c:v>0.815316687</c:v>
                </c:pt>
                <c:pt idx="7884">
                  <c:v>0.815392814</c:v>
                </c:pt>
                <c:pt idx="7885">
                  <c:v>0.815392814</c:v>
                </c:pt>
                <c:pt idx="7886">
                  <c:v>0.81546894</c:v>
                </c:pt>
                <c:pt idx="7887">
                  <c:v>0.81546894</c:v>
                </c:pt>
                <c:pt idx="7888">
                  <c:v>0.815545067</c:v>
                </c:pt>
                <c:pt idx="7889">
                  <c:v>0.815545067</c:v>
                </c:pt>
                <c:pt idx="7890">
                  <c:v>0.815545067</c:v>
                </c:pt>
                <c:pt idx="7891">
                  <c:v>0.815621194</c:v>
                </c:pt>
                <c:pt idx="7892">
                  <c:v>0.815621194</c:v>
                </c:pt>
                <c:pt idx="7893">
                  <c:v>0.815621194</c:v>
                </c:pt>
                <c:pt idx="7894">
                  <c:v>0.815621194</c:v>
                </c:pt>
                <c:pt idx="7895">
                  <c:v>0.81569732</c:v>
                </c:pt>
                <c:pt idx="7896">
                  <c:v>0.8159257</c:v>
                </c:pt>
                <c:pt idx="7897">
                  <c:v>0.8159257</c:v>
                </c:pt>
                <c:pt idx="7898">
                  <c:v>0.81615408</c:v>
                </c:pt>
                <c:pt idx="7899">
                  <c:v>0.81615408</c:v>
                </c:pt>
                <c:pt idx="7900">
                  <c:v>0.816230207</c:v>
                </c:pt>
                <c:pt idx="7901">
                  <c:v>0.816230207</c:v>
                </c:pt>
                <c:pt idx="7902">
                  <c:v>0.816306334</c:v>
                </c:pt>
                <c:pt idx="7903">
                  <c:v>0.816306334</c:v>
                </c:pt>
                <c:pt idx="7904">
                  <c:v>0.81638246</c:v>
                </c:pt>
                <c:pt idx="7905">
                  <c:v>0.81638246</c:v>
                </c:pt>
                <c:pt idx="7906">
                  <c:v>0.81638246</c:v>
                </c:pt>
                <c:pt idx="7907">
                  <c:v>0.81638246</c:v>
                </c:pt>
                <c:pt idx="7908">
                  <c:v>0.816458587</c:v>
                </c:pt>
                <c:pt idx="7909">
                  <c:v>0.816458587</c:v>
                </c:pt>
                <c:pt idx="7910">
                  <c:v>0.816534714</c:v>
                </c:pt>
                <c:pt idx="7911">
                  <c:v>0.816534714</c:v>
                </c:pt>
                <c:pt idx="7912">
                  <c:v>0.81661084</c:v>
                </c:pt>
                <c:pt idx="7913">
                  <c:v>0.81661084</c:v>
                </c:pt>
                <c:pt idx="7914">
                  <c:v>0.816915347</c:v>
                </c:pt>
                <c:pt idx="7915">
                  <c:v>0.816915347</c:v>
                </c:pt>
                <c:pt idx="7916">
                  <c:v>0.816915347</c:v>
                </c:pt>
                <c:pt idx="7917">
                  <c:v>0.8170676</c:v>
                </c:pt>
                <c:pt idx="7918">
                  <c:v>0.8170676</c:v>
                </c:pt>
                <c:pt idx="7919">
                  <c:v>0.817143727</c:v>
                </c:pt>
                <c:pt idx="7920">
                  <c:v>0.817143727</c:v>
                </c:pt>
                <c:pt idx="7921">
                  <c:v>0.817372107</c:v>
                </c:pt>
                <c:pt idx="7922">
                  <c:v>0.817372107</c:v>
                </c:pt>
                <c:pt idx="7923">
                  <c:v>0.817448234</c:v>
                </c:pt>
                <c:pt idx="7924">
                  <c:v>0.817448234</c:v>
                </c:pt>
                <c:pt idx="7925">
                  <c:v>0.817524361</c:v>
                </c:pt>
                <c:pt idx="7926">
                  <c:v>0.817524361</c:v>
                </c:pt>
                <c:pt idx="7927">
                  <c:v>0.817600487</c:v>
                </c:pt>
                <c:pt idx="7928">
                  <c:v>0.817600487</c:v>
                </c:pt>
                <c:pt idx="7929">
                  <c:v>0.817676614</c:v>
                </c:pt>
                <c:pt idx="7930">
                  <c:v>0.817752741</c:v>
                </c:pt>
                <c:pt idx="7931">
                  <c:v>0.817752741</c:v>
                </c:pt>
                <c:pt idx="7932">
                  <c:v>0.817904994</c:v>
                </c:pt>
                <c:pt idx="7933">
                  <c:v>0.817904994</c:v>
                </c:pt>
                <c:pt idx="7934">
                  <c:v>0.817981121</c:v>
                </c:pt>
                <c:pt idx="7935">
                  <c:v>0.817981121</c:v>
                </c:pt>
                <c:pt idx="7936">
                  <c:v>0.818133374</c:v>
                </c:pt>
                <c:pt idx="7937">
                  <c:v>0.818133374</c:v>
                </c:pt>
                <c:pt idx="7938">
                  <c:v>0.818133374</c:v>
                </c:pt>
                <c:pt idx="7939">
                  <c:v>0.818133374</c:v>
                </c:pt>
                <c:pt idx="7940">
                  <c:v>0.818133374</c:v>
                </c:pt>
                <c:pt idx="7941">
                  <c:v>0.818209501</c:v>
                </c:pt>
                <c:pt idx="7942">
                  <c:v>0.818209501</c:v>
                </c:pt>
                <c:pt idx="7943">
                  <c:v>0.818209501</c:v>
                </c:pt>
                <c:pt idx="7944">
                  <c:v>0.818209501</c:v>
                </c:pt>
                <c:pt idx="7945">
                  <c:v>0.818285627</c:v>
                </c:pt>
                <c:pt idx="7946">
                  <c:v>0.818285627</c:v>
                </c:pt>
                <c:pt idx="7947">
                  <c:v>0.818285627</c:v>
                </c:pt>
                <c:pt idx="7948">
                  <c:v>0.818361754</c:v>
                </c:pt>
                <c:pt idx="7949">
                  <c:v>0.818361754</c:v>
                </c:pt>
                <c:pt idx="7950">
                  <c:v>0.818437881</c:v>
                </c:pt>
                <c:pt idx="7951">
                  <c:v>0.818437881</c:v>
                </c:pt>
                <c:pt idx="7952">
                  <c:v>0.818514007</c:v>
                </c:pt>
                <c:pt idx="7953">
                  <c:v>0.818514007</c:v>
                </c:pt>
                <c:pt idx="7954">
                  <c:v>0.818514007</c:v>
                </c:pt>
                <c:pt idx="7955">
                  <c:v>0.818590134</c:v>
                </c:pt>
                <c:pt idx="7956">
                  <c:v>0.818590134</c:v>
                </c:pt>
                <c:pt idx="7957">
                  <c:v>0.818590134</c:v>
                </c:pt>
                <c:pt idx="7958">
                  <c:v>0.818666261</c:v>
                </c:pt>
                <c:pt idx="7959">
                  <c:v>0.818666261</c:v>
                </c:pt>
                <c:pt idx="7960">
                  <c:v>0.818742387</c:v>
                </c:pt>
                <c:pt idx="7961">
                  <c:v>0.818742387</c:v>
                </c:pt>
                <c:pt idx="7962">
                  <c:v>0.818818514</c:v>
                </c:pt>
                <c:pt idx="7963">
                  <c:v>0.818818514</c:v>
                </c:pt>
                <c:pt idx="7964">
                  <c:v>0.818894641</c:v>
                </c:pt>
                <c:pt idx="7965">
                  <c:v>0.818894641</c:v>
                </c:pt>
                <c:pt idx="7966">
                  <c:v>0.818970767</c:v>
                </c:pt>
                <c:pt idx="7967">
                  <c:v>0.819123021</c:v>
                </c:pt>
                <c:pt idx="7968">
                  <c:v>0.819199147</c:v>
                </c:pt>
                <c:pt idx="7969">
                  <c:v>0.819199147</c:v>
                </c:pt>
                <c:pt idx="7970">
                  <c:v>0.819275274</c:v>
                </c:pt>
                <c:pt idx="7971">
                  <c:v>0.819275274</c:v>
                </c:pt>
                <c:pt idx="7972">
                  <c:v>0.819275274</c:v>
                </c:pt>
                <c:pt idx="7973">
                  <c:v>0.819275274</c:v>
                </c:pt>
                <c:pt idx="7974">
                  <c:v>0.819351401</c:v>
                </c:pt>
                <c:pt idx="7975">
                  <c:v>0.819351401</c:v>
                </c:pt>
                <c:pt idx="7976">
                  <c:v>0.819427527</c:v>
                </c:pt>
                <c:pt idx="7977">
                  <c:v>0.819427527</c:v>
                </c:pt>
                <c:pt idx="7978">
                  <c:v>0.819503654</c:v>
                </c:pt>
                <c:pt idx="7979">
                  <c:v>0.819503654</c:v>
                </c:pt>
                <c:pt idx="7980">
                  <c:v>0.819655907</c:v>
                </c:pt>
                <c:pt idx="7981">
                  <c:v>0.819655907</c:v>
                </c:pt>
                <c:pt idx="7982">
                  <c:v>0.819732034</c:v>
                </c:pt>
                <c:pt idx="7983">
                  <c:v>0.819732034</c:v>
                </c:pt>
                <c:pt idx="7984">
                  <c:v>0.819808161</c:v>
                </c:pt>
                <c:pt idx="7985">
                  <c:v>0.819808161</c:v>
                </c:pt>
                <c:pt idx="7986">
                  <c:v>0.819884287</c:v>
                </c:pt>
                <c:pt idx="7987">
                  <c:v>0.819884287</c:v>
                </c:pt>
                <c:pt idx="7988">
                  <c:v>0.820112667</c:v>
                </c:pt>
                <c:pt idx="7989">
                  <c:v>0.820112667</c:v>
                </c:pt>
                <c:pt idx="7990">
                  <c:v>0.820112667</c:v>
                </c:pt>
                <c:pt idx="7991">
                  <c:v>0.820112667</c:v>
                </c:pt>
                <c:pt idx="7992">
                  <c:v>0.820188794</c:v>
                </c:pt>
                <c:pt idx="7993">
                  <c:v>0.820188794</c:v>
                </c:pt>
                <c:pt idx="7994">
                  <c:v>0.820264921</c:v>
                </c:pt>
                <c:pt idx="7995">
                  <c:v>0.820264921</c:v>
                </c:pt>
                <c:pt idx="7996">
                  <c:v>0.820417174</c:v>
                </c:pt>
                <c:pt idx="7997">
                  <c:v>0.820417174</c:v>
                </c:pt>
                <c:pt idx="7998">
                  <c:v>0.820569428</c:v>
                </c:pt>
                <c:pt idx="7999">
                  <c:v>0.820569428</c:v>
                </c:pt>
                <c:pt idx="8000">
                  <c:v>0.820569428</c:v>
                </c:pt>
                <c:pt idx="8001">
                  <c:v>0.820645554</c:v>
                </c:pt>
                <c:pt idx="8002">
                  <c:v>0.820645554</c:v>
                </c:pt>
                <c:pt idx="8003">
                  <c:v>0.820797808</c:v>
                </c:pt>
                <c:pt idx="8004">
                  <c:v>0.820873934</c:v>
                </c:pt>
                <c:pt idx="8005">
                  <c:v>0.820873934</c:v>
                </c:pt>
                <c:pt idx="8006">
                  <c:v>0.820873934</c:v>
                </c:pt>
                <c:pt idx="8007">
                  <c:v>0.821102314</c:v>
                </c:pt>
                <c:pt idx="8008">
                  <c:v>0.821102314</c:v>
                </c:pt>
                <c:pt idx="8009">
                  <c:v>0.821178441</c:v>
                </c:pt>
                <c:pt idx="8010">
                  <c:v>0.821178441</c:v>
                </c:pt>
                <c:pt idx="8011">
                  <c:v>0.821254568</c:v>
                </c:pt>
                <c:pt idx="8012">
                  <c:v>0.821254568</c:v>
                </c:pt>
                <c:pt idx="8013">
                  <c:v>0.821330694</c:v>
                </c:pt>
                <c:pt idx="8014">
                  <c:v>0.821330694</c:v>
                </c:pt>
                <c:pt idx="8015">
                  <c:v>0.821559074</c:v>
                </c:pt>
                <c:pt idx="8016">
                  <c:v>0.821559074</c:v>
                </c:pt>
                <c:pt idx="8017">
                  <c:v>0.821559074</c:v>
                </c:pt>
                <c:pt idx="8018">
                  <c:v>0.821635201</c:v>
                </c:pt>
                <c:pt idx="8019">
                  <c:v>0.821635201</c:v>
                </c:pt>
                <c:pt idx="8020">
                  <c:v>0.821711328</c:v>
                </c:pt>
                <c:pt idx="8021">
                  <c:v>0.821711328</c:v>
                </c:pt>
                <c:pt idx="8022">
                  <c:v>0.821711328</c:v>
                </c:pt>
                <c:pt idx="8023">
                  <c:v>0.821711328</c:v>
                </c:pt>
                <c:pt idx="8024">
                  <c:v>0.821787454</c:v>
                </c:pt>
                <c:pt idx="8025">
                  <c:v>0.821787454</c:v>
                </c:pt>
                <c:pt idx="8026">
                  <c:v>0.821787454</c:v>
                </c:pt>
                <c:pt idx="8027">
                  <c:v>0.821787454</c:v>
                </c:pt>
                <c:pt idx="8028">
                  <c:v>0.821787454</c:v>
                </c:pt>
                <c:pt idx="8029">
                  <c:v>0.821787454</c:v>
                </c:pt>
                <c:pt idx="8030">
                  <c:v>0.821787454</c:v>
                </c:pt>
                <c:pt idx="8031">
                  <c:v>0.821863581</c:v>
                </c:pt>
                <c:pt idx="8032">
                  <c:v>0.821863581</c:v>
                </c:pt>
                <c:pt idx="8033">
                  <c:v>0.821863581</c:v>
                </c:pt>
                <c:pt idx="8034">
                  <c:v>0.821939708</c:v>
                </c:pt>
                <c:pt idx="8035">
                  <c:v>0.821939708</c:v>
                </c:pt>
                <c:pt idx="8036">
                  <c:v>0.822015834</c:v>
                </c:pt>
                <c:pt idx="8037">
                  <c:v>0.822015834</c:v>
                </c:pt>
                <c:pt idx="8038">
                  <c:v>0.822091961</c:v>
                </c:pt>
                <c:pt idx="8039">
                  <c:v>0.822091961</c:v>
                </c:pt>
                <c:pt idx="8040">
                  <c:v>0.822168088</c:v>
                </c:pt>
                <c:pt idx="8041">
                  <c:v>0.822168088</c:v>
                </c:pt>
                <c:pt idx="8042">
                  <c:v>0.822168088</c:v>
                </c:pt>
                <c:pt idx="8043">
                  <c:v>0.822396468</c:v>
                </c:pt>
                <c:pt idx="8044">
                  <c:v>0.822548721</c:v>
                </c:pt>
                <c:pt idx="8045">
                  <c:v>0.822548721</c:v>
                </c:pt>
                <c:pt idx="8046">
                  <c:v>0.822548721</c:v>
                </c:pt>
                <c:pt idx="8047">
                  <c:v>0.822700974</c:v>
                </c:pt>
                <c:pt idx="8048">
                  <c:v>0.822700974</c:v>
                </c:pt>
                <c:pt idx="8049">
                  <c:v>0.822700974</c:v>
                </c:pt>
                <c:pt idx="8050">
                  <c:v>0.822700974</c:v>
                </c:pt>
                <c:pt idx="8051">
                  <c:v>0.822777101</c:v>
                </c:pt>
                <c:pt idx="8052">
                  <c:v>0.822777101</c:v>
                </c:pt>
                <c:pt idx="8053">
                  <c:v>0.822853228</c:v>
                </c:pt>
                <c:pt idx="8054">
                  <c:v>0.822853228</c:v>
                </c:pt>
                <c:pt idx="8055">
                  <c:v>0.822853228</c:v>
                </c:pt>
                <c:pt idx="8056">
                  <c:v>0.822853228</c:v>
                </c:pt>
                <c:pt idx="8057">
                  <c:v>0.822929354</c:v>
                </c:pt>
                <c:pt idx="8058">
                  <c:v>0.822929354</c:v>
                </c:pt>
                <c:pt idx="8059">
                  <c:v>0.823157734</c:v>
                </c:pt>
                <c:pt idx="8060">
                  <c:v>0.823157734</c:v>
                </c:pt>
                <c:pt idx="8061">
                  <c:v>0.823157734</c:v>
                </c:pt>
                <c:pt idx="8062">
                  <c:v>0.823233861</c:v>
                </c:pt>
                <c:pt idx="8063">
                  <c:v>0.823233861</c:v>
                </c:pt>
                <c:pt idx="8064">
                  <c:v>0.823233861</c:v>
                </c:pt>
                <c:pt idx="8065">
                  <c:v>0.823233861</c:v>
                </c:pt>
                <c:pt idx="8066">
                  <c:v>0.823309988</c:v>
                </c:pt>
                <c:pt idx="8067">
                  <c:v>0.823309988</c:v>
                </c:pt>
                <c:pt idx="8068">
                  <c:v>0.823309988</c:v>
                </c:pt>
                <c:pt idx="8069">
                  <c:v>0.823386114</c:v>
                </c:pt>
                <c:pt idx="8070">
                  <c:v>0.823386114</c:v>
                </c:pt>
                <c:pt idx="8071">
                  <c:v>0.823538368</c:v>
                </c:pt>
                <c:pt idx="8072">
                  <c:v>0.823538368</c:v>
                </c:pt>
                <c:pt idx="8073">
                  <c:v>0.823690621</c:v>
                </c:pt>
                <c:pt idx="8074">
                  <c:v>0.823690621</c:v>
                </c:pt>
                <c:pt idx="8075">
                  <c:v>0.823690621</c:v>
                </c:pt>
                <c:pt idx="8076">
                  <c:v>0.823766748</c:v>
                </c:pt>
                <c:pt idx="8077">
                  <c:v>0.823766748</c:v>
                </c:pt>
                <c:pt idx="8078">
                  <c:v>0.823766748</c:v>
                </c:pt>
                <c:pt idx="8079">
                  <c:v>0.823842875</c:v>
                </c:pt>
                <c:pt idx="8080">
                  <c:v>0.823842875</c:v>
                </c:pt>
                <c:pt idx="8081">
                  <c:v>0.823995128</c:v>
                </c:pt>
                <c:pt idx="8082">
                  <c:v>0.823995128</c:v>
                </c:pt>
                <c:pt idx="8083">
                  <c:v>0.824147381</c:v>
                </c:pt>
                <c:pt idx="8084">
                  <c:v>0.824147381</c:v>
                </c:pt>
                <c:pt idx="8085">
                  <c:v>0.824147381</c:v>
                </c:pt>
                <c:pt idx="8086">
                  <c:v>0.824147381</c:v>
                </c:pt>
                <c:pt idx="8087">
                  <c:v>0.824147381</c:v>
                </c:pt>
                <c:pt idx="8088">
                  <c:v>0.824223508</c:v>
                </c:pt>
                <c:pt idx="8089">
                  <c:v>0.824223508</c:v>
                </c:pt>
                <c:pt idx="8090">
                  <c:v>0.824375761</c:v>
                </c:pt>
                <c:pt idx="8091">
                  <c:v>0.824375761</c:v>
                </c:pt>
                <c:pt idx="8092">
                  <c:v>0.824375761</c:v>
                </c:pt>
                <c:pt idx="8093">
                  <c:v>0.824375761</c:v>
                </c:pt>
                <c:pt idx="8094">
                  <c:v>0.824375761</c:v>
                </c:pt>
                <c:pt idx="8095">
                  <c:v>0.824375761</c:v>
                </c:pt>
                <c:pt idx="8096">
                  <c:v>0.824451888</c:v>
                </c:pt>
                <c:pt idx="8097">
                  <c:v>0.824451888</c:v>
                </c:pt>
                <c:pt idx="8098">
                  <c:v>0.824451888</c:v>
                </c:pt>
                <c:pt idx="8099">
                  <c:v>0.824528015</c:v>
                </c:pt>
                <c:pt idx="8100">
                  <c:v>0.824680268</c:v>
                </c:pt>
                <c:pt idx="8101">
                  <c:v>0.824756395</c:v>
                </c:pt>
                <c:pt idx="8102">
                  <c:v>0.824756395</c:v>
                </c:pt>
                <c:pt idx="8103">
                  <c:v>0.824756395</c:v>
                </c:pt>
                <c:pt idx="8104">
                  <c:v>0.824756395</c:v>
                </c:pt>
                <c:pt idx="8105">
                  <c:v>0.824832521</c:v>
                </c:pt>
                <c:pt idx="8106">
                  <c:v>0.824832521</c:v>
                </c:pt>
                <c:pt idx="8107">
                  <c:v>0.824908648</c:v>
                </c:pt>
                <c:pt idx="8108">
                  <c:v>0.824908648</c:v>
                </c:pt>
                <c:pt idx="8109">
                  <c:v>0.824908648</c:v>
                </c:pt>
                <c:pt idx="8110">
                  <c:v>0.824908648</c:v>
                </c:pt>
                <c:pt idx="8111">
                  <c:v>0.824908648</c:v>
                </c:pt>
                <c:pt idx="8112">
                  <c:v>0.824908648</c:v>
                </c:pt>
                <c:pt idx="8113">
                  <c:v>0.824908648</c:v>
                </c:pt>
                <c:pt idx="8114">
                  <c:v>0.824908648</c:v>
                </c:pt>
                <c:pt idx="8115">
                  <c:v>0.824984775</c:v>
                </c:pt>
                <c:pt idx="8116">
                  <c:v>0.824984775</c:v>
                </c:pt>
                <c:pt idx="8117">
                  <c:v>0.825137028</c:v>
                </c:pt>
                <c:pt idx="8118">
                  <c:v>0.825137028</c:v>
                </c:pt>
                <c:pt idx="8119">
                  <c:v>0.825213155</c:v>
                </c:pt>
                <c:pt idx="8120">
                  <c:v>0.825213155</c:v>
                </c:pt>
                <c:pt idx="8121">
                  <c:v>0.825289281</c:v>
                </c:pt>
                <c:pt idx="8122">
                  <c:v>0.825289281</c:v>
                </c:pt>
                <c:pt idx="8123">
                  <c:v>0.825365408</c:v>
                </c:pt>
                <c:pt idx="8124">
                  <c:v>0.825517661</c:v>
                </c:pt>
                <c:pt idx="8125">
                  <c:v>0.825517661</c:v>
                </c:pt>
                <c:pt idx="8126">
                  <c:v>0.825517661</c:v>
                </c:pt>
                <c:pt idx="8127">
                  <c:v>0.825517661</c:v>
                </c:pt>
                <c:pt idx="8128">
                  <c:v>0.825746041</c:v>
                </c:pt>
                <c:pt idx="8129">
                  <c:v>0.825746041</c:v>
                </c:pt>
                <c:pt idx="8130">
                  <c:v>0.825822168</c:v>
                </c:pt>
                <c:pt idx="8131">
                  <c:v>0.825822168</c:v>
                </c:pt>
                <c:pt idx="8132">
                  <c:v>0.825898295</c:v>
                </c:pt>
                <c:pt idx="8133">
                  <c:v>0.825898295</c:v>
                </c:pt>
                <c:pt idx="8134">
                  <c:v>0.825974421</c:v>
                </c:pt>
                <c:pt idx="8135">
                  <c:v>0.825974421</c:v>
                </c:pt>
                <c:pt idx="8136">
                  <c:v>0.826126675</c:v>
                </c:pt>
                <c:pt idx="8137">
                  <c:v>0.826126675</c:v>
                </c:pt>
                <c:pt idx="8138">
                  <c:v>0.826202801</c:v>
                </c:pt>
                <c:pt idx="8139">
                  <c:v>0.826202801</c:v>
                </c:pt>
                <c:pt idx="8140">
                  <c:v>0.826278928</c:v>
                </c:pt>
                <c:pt idx="8141">
                  <c:v>0.826278928</c:v>
                </c:pt>
                <c:pt idx="8142">
                  <c:v>0.826278928</c:v>
                </c:pt>
                <c:pt idx="8143">
                  <c:v>0.826278928</c:v>
                </c:pt>
                <c:pt idx="8144">
                  <c:v>0.826355055</c:v>
                </c:pt>
                <c:pt idx="8145">
                  <c:v>0.826355055</c:v>
                </c:pt>
                <c:pt idx="8146">
                  <c:v>0.826431181</c:v>
                </c:pt>
                <c:pt idx="8147">
                  <c:v>0.826431181</c:v>
                </c:pt>
                <c:pt idx="8148">
                  <c:v>0.826507308</c:v>
                </c:pt>
                <c:pt idx="8149">
                  <c:v>0.826507308</c:v>
                </c:pt>
                <c:pt idx="8150">
                  <c:v>0.826583435</c:v>
                </c:pt>
                <c:pt idx="8151">
                  <c:v>0.826583435</c:v>
                </c:pt>
                <c:pt idx="8152">
                  <c:v>0.826583435</c:v>
                </c:pt>
                <c:pt idx="8153">
                  <c:v>0.826659562</c:v>
                </c:pt>
                <c:pt idx="8154">
                  <c:v>0.826659562</c:v>
                </c:pt>
                <c:pt idx="8155">
                  <c:v>0.826887942</c:v>
                </c:pt>
                <c:pt idx="8156">
                  <c:v>0.826887942</c:v>
                </c:pt>
                <c:pt idx="8157">
                  <c:v>0.826964068</c:v>
                </c:pt>
                <c:pt idx="8158">
                  <c:v>0.826964068</c:v>
                </c:pt>
                <c:pt idx="8159">
                  <c:v>0.827192448</c:v>
                </c:pt>
                <c:pt idx="8160">
                  <c:v>0.827192448</c:v>
                </c:pt>
                <c:pt idx="8161">
                  <c:v>0.827420828</c:v>
                </c:pt>
                <c:pt idx="8162">
                  <c:v>0.827420828</c:v>
                </c:pt>
                <c:pt idx="8163">
                  <c:v>0.827496955</c:v>
                </c:pt>
                <c:pt idx="8164">
                  <c:v>0.827496955</c:v>
                </c:pt>
                <c:pt idx="8165">
                  <c:v>0.827573082</c:v>
                </c:pt>
                <c:pt idx="8166">
                  <c:v>0.827573082</c:v>
                </c:pt>
                <c:pt idx="8167">
                  <c:v>0.827649208</c:v>
                </c:pt>
                <c:pt idx="8168">
                  <c:v>0.827649208</c:v>
                </c:pt>
                <c:pt idx="8169">
                  <c:v>0.827877588</c:v>
                </c:pt>
                <c:pt idx="8170">
                  <c:v>0.827953715</c:v>
                </c:pt>
                <c:pt idx="8171">
                  <c:v>0.828105968</c:v>
                </c:pt>
                <c:pt idx="8172">
                  <c:v>0.828182095</c:v>
                </c:pt>
                <c:pt idx="8173">
                  <c:v>0.828182095</c:v>
                </c:pt>
                <c:pt idx="8174">
                  <c:v>0.828410475</c:v>
                </c:pt>
                <c:pt idx="8175">
                  <c:v>0.828410475</c:v>
                </c:pt>
                <c:pt idx="8176">
                  <c:v>0.828486602</c:v>
                </c:pt>
                <c:pt idx="8177">
                  <c:v>0.828486602</c:v>
                </c:pt>
                <c:pt idx="8178">
                  <c:v>0.828486602</c:v>
                </c:pt>
                <c:pt idx="8179">
                  <c:v>0.828562728</c:v>
                </c:pt>
                <c:pt idx="8180">
                  <c:v>0.828562728</c:v>
                </c:pt>
                <c:pt idx="8181">
                  <c:v>0.828638855</c:v>
                </c:pt>
                <c:pt idx="8182">
                  <c:v>0.828638855</c:v>
                </c:pt>
                <c:pt idx="8183">
                  <c:v>0.828714982</c:v>
                </c:pt>
                <c:pt idx="8184">
                  <c:v>0.828714982</c:v>
                </c:pt>
                <c:pt idx="8185">
                  <c:v>0.828867235</c:v>
                </c:pt>
                <c:pt idx="8186">
                  <c:v>0.828867235</c:v>
                </c:pt>
                <c:pt idx="8187">
                  <c:v>0.828943362</c:v>
                </c:pt>
                <c:pt idx="8188">
                  <c:v>0.829095615</c:v>
                </c:pt>
                <c:pt idx="8189">
                  <c:v>0.829095615</c:v>
                </c:pt>
                <c:pt idx="8190">
                  <c:v>0.829247868</c:v>
                </c:pt>
                <c:pt idx="8191">
                  <c:v>0.829247868</c:v>
                </c:pt>
                <c:pt idx="8192">
                  <c:v>0.829323995</c:v>
                </c:pt>
                <c:pt idx="8193">
                  <c:v>0.829323995</c:v>
                </c:pt>
                <c:pt idx="8194">
                  <c:v>0.829476248</c:v>
                </c:pt>
                <c:pt idx="8195">
                  <c:v>0.829476248</c:v>
                </c:pt>
                <c:pt idx="8196">
                  <c:v>0.829552375</c:v>
                </c:pt>
                <c:pt idx="8197">
                  <c:v>0.829552375</c:v>
                </c:pt>
                <c:pt idx="8198">
                  <c:v>0.829704629</c:v>
                </c:pt>
                <c:pt idx="8199">
                  <c:v>0.829780755</c:v>
                </c:pt>
                <c:pt idx="8200">
                  <c:v>0.829780755</c:v>
                </c:pt>
                <c:pt idx="8201">
                  <c:v>0.829856882</c:v>
                </c:pt>
                <c:pt idx="8202">
                  <c:v>0.829856882</c:v>
                </c:pt>
                <c:pt idx="8203">
                  <c:v>0.829933009</c:v>
                </c:pt>
                <c:pt idx="8204">
                  <c:v>0.829933009</c:v>
                </c:pt>
                <c:pt idx="8205">
                  <c:v>0.830009135</c:v>
                </c:pt>
                <c:pt idx="8206">
                  <c:v>0.830009135</c:v>
                </c:pt>
                <c:pt idx="8207">
                  <c:v>0.830085262</c:v>
                </c:pt>
                <c:pt idx="8208">
                  <c:v>0.830085262</c:v>
                </c:pt>
                <c:pt idx="8209">
                  <c:v>0.830237515</c:v>
                </c:pt>
                <c:pt idx="8210">
                  <c:v>0.830237515</c:v>
                </c:pt>
                <c:pt idx="8211">
                  <c:v>0.830389769</c:v>
                </c:pt>
                <c:pt idx="8212">
                  <c:v>0.830389769</c:v>
                </c:pt>
                <c:pt idx="8213">
                  <c:v>0.830389769</c:v>
                </c:pt>
                <c:pt idx="8214">
                  <c:v>0.830389769</c:v>
                </c:pt>
                <c:pt idx="8215">
                  <c:v>0.830389769</c:v>
                </c:pt>
                <c:pt idx="8216">
                  <c:v>0.830389769</c:v>
                </c:pt>
                <c:pt idx="8217">
                  <c:v>0.830465895</c:v>
                </c:pt>
                <c:pt idx="8218">
                  <c:v>0.830465895</c:v>
                </c:pt>
                <c:pt idx="8219">
                  <c:v>0.830618149</c:v>
                </c:pt>
                <c:pt idx="8220">
                  <c:v>0.830618149</c:v>
                </c:pt>
                <c:pt idx="8221">
                  <c:v>0.830618149</c:v>
                </c:pt>
                <c:pt idx="8222">
                  <c:v>0.830618149</c:v>
                </c:pt>
                <c:pt idx="8223">
                  <c:v>0.830694275</c:v>
                </c:pt>
                <c:pt idx="8224">
                  <c:v>0.830694275</c:v>
                </c:pt>
                <c:pt idx="8225">
                  <c:v>0.830694275</c:v>
                </c:pt>
                <c:pt idx="8226">
                  <c:v>0.830694275</c:v>
                </c:pt>
                <c:pt idx="8227">
                  <c:v>0.830694275</c:v>
                </c:pt>
                <c:pt idx="8228">
                  <c:v>0.830694275</c:v>
                </c:pt>
                <c:pt idx="8229">
                  <c:v>0.830770402</c:v>
                </c:pt>
                <c:pt idx="8230">
                  <c:v>0.830770402</c:v>
                </c:pt>
                <c:pt idx="8231">
                  <c:v>0.830846529</c:v>
                </c:pt>
                <c:pt idx="8232">
                  <c:v>0.830846529</c:v>
                </c:pt>
                <c:pt idx="8233">
                  <c:v>0.830998782</c:v>
                </c:pt>
                <c:pt idx="8234">
                  <c:v>0.830998782</c:v>
                </c:pt>
                <c:pt idx="8235">
                  <c:v>0.831074909</c:v>
                </c:pt>
                <c:pt idx="8236">
                  <c:v>0.831074909</c:v>
                </c:pt>
                <c:pt idx="8237">
                  <c:v>0.831151035</c:v>
                </c:pt>
                <c:pt idx="8238">
                  <c:v>0.831151035</c:v>
                </c:pt>
                <c:pt idx="8239">
                  <c:v>0.831227162</c:v>
                </c:pt>
                <c:pt idx="8240">
                  <c:v>0.831227162</c:v>
                </c:pt>
                <c:pt idx="8241">
                  <c:v>0.831227162</c:v>
                </c:pt>
                <c:pt idx="8242">
                  <c:v>0.831455542</c:v>
                </c:pt>
                <c:pt idx="8243">
                  <c:v>0.831455542</c:v>
                </c:pt>
                <c:pt idx="8244">
                  <c:v>0.831607795</c:v>
                </c:pt>
                <c:pt idx="8245">
                  <c:v>0.831607795</c:v>
                </c:pt>
                <c:pt idx="8246">
                  <c:v>0.831683922</c:v>
                </c:pt>
                <c:pt idx="8247">
                  <c:v>0.831683922</c:v>
                </c:pt>
                <c:pt idx="8248">
                  <c:v>0.831760049</c:v>
                </c:pt>
                <c:pt idx="8249">
                  <c:v>0.831760049</c:v>
                </c:pt>
                <c:pt idx="8250">
                  <c:v>0.831760049</c:v>
                </c:pt>
                <c:pt idx="8251">
                  <c:v>0.831988429</c:v>
                </c:pt>
                <c:pt idx="8252">
                  <c:v>0.831988429</c:v>
                </c:pt>
                <c:pt idx="8253">
                  <c:v>0.832445189</c:v>
                </c:pt>
                <c:pt idx="8254">
                  <c:v>0.832445189</c:v>
                </c:pt>
                <c:pt idx="8255">
                  <c:v>0.832445189</c:v>
                </c:pt>
                <c:pt idx="8256">
                  <c:v>0.832445189</c:v>
                </c:pt>
                <c:pt idx="8257">
                  <c:v>0.832445189</c:v>
                </c:pt>
                <c:pt idx="8258">
                  <c:v>0.832445189</c:v>
                </c:pt>
                <c:pt idx="8259">
                  <c:v>0.832445189</c:v>
                </c:pt>
                <c:pt idx="8260">
                  <c:v>0.832521315</c:v>
                </c:pt>
                <c:pt idx="8261">
                  <c:v>0.832521315</c:v>
                </c:pt>
                <c:pt idx="8262">
                  <c:v>0.832597442</c:v>
                </c:pt>
                <c:pt idx="8263">
                  <c:v>0.832597442</c:v>
                </c:pt>
                <c:pt idx="8264">
                  <c:v>0.832673569</c:v>
                </c:pt>
                <c:pt idx="8265">
                  <c:v>0.832673569</c:v>
                </c:pt>
                <c:pt idx="8266">
                  <c:v>0.832673569</c:v>
                </c:pt>
                <c:pt idx="8267">
                  <c:v>0.832673569</c:v>
                </c:pt>
                <c:pt idx="8268">
                  <c:v>0.832749695</c:v>
                </c:pt>
                <c:pt idx="8269">
                  <c:v>0.832749695</c:v>
                </c:pt>
                <c:pt idx="8270">
                  <c:v>0.832749695</c:v>
                </c:pt>
                <c:pt idx="8271">
                  <c:v>0.832901949</c:v>
                </c:pt>
                <c:pt idx="8272">
                  <c:v>0.832901949</c:v>
                </c:pt>
                <c:pt idx="8273">
                  <c:v>0.833054202</c:v>
                </c:pt>
                <c:pt idx="8274">
                  <c:v>0.833054202</c:v>
                </c:pt>
                <c:pt idx="8275">
                  <c:v>0.833130329</c:v>
                </c:pt>
                <c:pt idx="8276">
                  <c:v>0.833130329</c:v>
                </c:pt>
                <c:pt idx="8277">
                  <c:v>0.833130329</c:v>
                </c:pt>
                <c:pt idx="8278">
                  <c:v>0.833130329</c:v>
                </c:pt>
                <c:pt idx="8279">
                  <c:v>0.833282582</c:v>
                </c:pt>
                <c:pt idx="8280">
                  <c:v>0.833358709</c:v>
                </c:pt>
                <c:pt idx="8281">
                  <c:v>0.833358709</c:v>
                </c:pt>
                <c:pt idx="8282">
                  <c:v>0.833434836</c:v>
                </c:pt>
                <c:pt idx="8283">
                  <c:v>0.833434836</c:v>
                </c:pt>
                <c:pt idx="8284">
                  <c:v>0.833510962</c:v>
                </c:pt>
                <c:pt idx="8285">
                  <c:v>0.833510962</c:v>
                </c:pt>
                <c:pt idx="8286">
                  <c:v>0.833587089</c:v>
                </c:pt>
                <c:pt idx="8287">
                  <c:v>0.833587089</c:v>
                </c:pt>
                <c:pt idx="8288">
                  <c:v>0.833739342</c:v>
                </c:pt>
                <c:pt idx="8289">
                  <c:v>0.833739342</c:v>
                </c:pt>
                <c:pt idx="8290">
                  <c:v>0.833739342</c:v>
                </c:pt>
                <c:pt idx="8291">
                  <c:v>0.833891596</c:v>
                </c:pt>
                <c:pt idx="8292">
                  <c:v>0.833891596</c:v>
                </c:pt>
                <c:pt idx="8293">
                  <c:v>0.833967722</c:v>
                </c:pt>
                <c:pt idx="8294">
                  <c:v>0.833967722</c:v>
                </c:pt>
                <c:pt idx="8295">
                  <c:v>0.833967722</c:v>
                </c:pt>
                <c:pt idx="8296">
                  <c:v>0.833967722</c:v>
                </c:pt>
                <c:pt idx="8297">
                  <c:v>0.834043849</c:v>
                </c:pt>
                <c:pt idx="8298">
                  <c:v>0.834043849</c:v>
                </c:pt>
                <c:pt idx="8299">
                  <c:v>0.834119976</c:v>
                </c:pt>
                <c:pt idx="8300">
                  <c:v>0.834119976</c:v>
                </c:pt>
                <c:pt idx="8301">
                  <c:v>0.834119976</c:v>
                </c:pt>
                <c:pt idx="8302">
                  <c:v>0.834119976</c:v>
                </c:pt>
                <c:pt idx="8303">
                  <c:v>0.834196102</c:v>
                </c:pt>
                <c:pt idx="8304">
                  <c:v>0.834196102</c:v>
                </c:pt>
                <c:pt idx="8305">
                  <c:v>0.834348356</c:v>
                </c:pt>
                <c:pt idx="8306">
                  <c:v>0.834348356</c:v>
                </c:pt>
                <c:pt idx="8307">
                  <c:v>0.834500609</c:v>
                </c:pt>
                <c:pt idx="8308">
                  <c:v>0.834500609</c:v>
                </c:pt>
                <c:pt idx="8309">
                  <c:v>0.834500609</c:v>
                </c:pt>
                <c:pt idx="8310">
                  <c:v>0.834500609</c:v>
                </c:pt>
                <c:pt idx="8311">
                  <c:v>0.834576736</c:v>
                </c:pt>
                <c:pt idx="8312">
                  <c:v>0.834576736</c:v>
                </c:pt>
                <c:pt idx="8313">
                  <c:v>0.834652862</c:v>
                </c:pt>
                <c:pt idx="8314">
                  <c:v>0.834652862</c:v>
                </c:pt>
                <c:pt idx="8315">
                  <c:v>0.834881242</c:v>
                </c:pt>
                <c:pt idx="8316">
                  <c:v>0.834881242</c:v>
                </c:pt>
                <c:pt idx="8317">
                  <c:v>0.834881242</c:v>
                </c:pt>
                <c:pt idx="8318">
                  <c:v>0.834957369</c:v>
                </c:pt>
                <c:pt idx="8319">
                  <c:v>0.834957369</c:v>
                </c:pt>
                <c:pt idx="8320">
                  <c:v>0.835109622</c:v>
                </c:pt>
                <c:pt idx="8321">
                  <c:v>0.835109622</c:v>
                </c:pt>
                <c:pt idx="8322">
                  <c:v>0.835185749</c:v>
                </c:pt>
                <c:pt idx="8323">
                  <c:v>0.835185749</c:v>
                </c:pt>
                <c:pt idx="8324">
                  <c:v>0.835261876</c:v>
                </c:pt>
                <c:pt idx="8325">
                  <c:v>0.835261876</c:v>
                </c:pt>
                <c:pt idx="8326">
                  <c:v>0.835261876</c:v>
                </c:pt>
                <c:pt idx="8327">
                  <c:v>0.835261876</c:v>
                </c:pt>
                <c:pt idx="8328">
                  <c:v>0.835338002</c:v>
                </c:pt>
                <c:pt idx="8329">
                  <c:v>0.835338002</c:v>
                </c:pt>
                <c:pt idx="8330">
                  <c:v>0.835414129</c:v>
                </c:pt>
                <c:pt idx="8331">
                  <c:v>0.835414129</c:v>
                </c:pt>
                <c:pt idx="8332">
                  <c:v>0.835490256</c:v>
                </c:pt>
                <c:pt idx="8333">
                  <c:v>0.835490256</c:v>
                </c:pt>
                <c:pt idx="8334">
                  <c:v>0.835566382</c:v>
                </c:pt>
                <c:pt idx="8335">
                  <c:v>0.835566382</c:v>
                </c:pt>
                <c:pt idx="8336">
                  <c:v>0.835642509</c:v>
                </c:pt>
                <c:pt idx="8337">
                  <c:v>0.835642509</c:v>
                </c:pt>
                <c:pt idx="8338">
                  <c:v>0.835718636</c:v>
                </c:pt>
                <c:pt idx="8339">
                  <c:v>0.835718636</c:v>
                </c:pt>
                <c:pt idx="8340">
                  <c:v>0.835718636</c:v>
                </c:pt>
                <c:pt idx="8341">
                  <c:v>0.835794762</c:v>
                </c:pt>
                <c:pt idx="8342">
                  <c:v>0.835794762</c:v>
                </c:pt>
                <c:pt idx="8343">
                  <c:v>0.835870889</c:v>
                </c:pt>
                <c:pt idx="8344">
                  <c:v>0.835870889</c:v>
                </c:pt>
                <c:pt idx="8345">
                  <c:v>0.835947016</c:v>
                </c:pt>
                <c:pt idx="8346">
                  <c:v>0.835947016</c:v>
                </c:pt>
                <c:pt idx="8347">
                  <c:v>0.835947016</c:v>
                </c:pt>
                <c:pt idx="8348">
                  <c:v>0.835947016</c:v>
                </c:pt>
                <c:pt idx="8349">
                  <c:v>0.836099269</c:v>
                </c:pt>
                <c:pt idx="8350">
                  <c:v>0.836099269</c:v>
                </c:pt>
                <c:pt idx="8351">
                  <c:v>0.836099269</c:v>
                </c:pt>
                <c:pt idx="8352">
                  <c:v>0.836099269</c:v>
                </c:pt>
                <c:pt idx="8353">
                  <c:v>0.836175396</c:v>
                </c:pt>
                <c:pt idx="8354">
                  <c:v>0.836175396</c:v>
                </c:pt>
                <c:pt idx="8355">
                  <c:v>0.836327649</c:v>
                </c:pt>
                <c:pt idx="8356">
                  <c:v>0.836327649</c:v>
                </c:pt>
                <c:pt idx="8357">
                  <c:v>0.836403776</c:v>
                </c:pt>
                <c:pt idx="8358">
                  <c:v>0.836403776</c:v>
                </c:pt>
                <c:pt idx="8359">
                  <c:v>0.836556029</c:v>
                </c:pt>
                <c:pt idx="8360">
                  <c:v>0.836556029</c:v>
                </c:pt>
                <c:pt idx="8361">
                  <c:v>0.836708283</c:v>
                </c:pt>
                <c:pt idx="8362">
                  <c:v>0.836784409</c:v>
                </c:pt>
                <c:pt idx="8363">
                  <c:v>0.836784409</c:v>
                </c:pt>
                <c:pt idx="8364">
                  <c:v>0.836860536</c:v>
                </c:pt>
                <c:pt idx="8365">
                  <c:v>0.836860536</c:v>
                </c:pt>
                <c:pt idx="8366">
                  <c:v>0.836936663</c:v>
                </c:pt>
                <c:pt idx="8367">
                  <c:v>0.836936663</c:v>
                </c:pt>
                <c:pt idx="8368">
                  <c:v>0.837012789</c:v>
                </c:pt>
                <c:pt idx="8369">
                  <c:v>0.837012789</c:v>
                </c:pt>
                <c:pt idx="8370">
                  <c:v>0.837241169</c:v>
                </c:pt>
                <c:pt idx="8371">
                  <c:v>0.837241169</c:v>
                </c:pt>
                <c:pt idx="8372">
                  <c:v>0.837317296</c:v>
                </c:pt>
                <c:pt idx="8373">
                  <c:v>0.837317296</c:v>
                </c:pt>
                <c:pt idx="8374">
                  <c:v>0.837469549</c:v>
                </c:pt>
                <c:pt idx="8375">
                  <c:v>0.837697929</c:v>
                </c:pt>
                <c:pt idx="8376">
                  <c:v>0.837697929</c:v>
                </c:pt>
                <c:pt idx="8377">
                  <c:v>0.837774056</c:v>
                </c:pt>
                <c:pt idx="8378">
                  <c:v>0.837774056</c:v>
                </c:pt>
                <c:pt idx="8379">
                  <c:v>0.837774056</c:v>
                </c:pt>
                <c:pt idx="8380">
                  <c:v>0.837850183</c:v>
                </c:pt>
                <c:pt idx="8381">
                  <c:v>0.837850183</c:v>
                </c:pt>
                <c:pt idx="8382">
                  <c:v>0.838002436</c:v>
                </c:pt>
                <c:pt idx="8383">
                  <c:v>0.838002436</c:v>
                </c:pt>
                <c:pt idx="8384">
                  <c:v>0.838078563</c:v>
                </c:pt>
                <c:pt idx="8385">
                  <c:v>0.838078563</c:v>
                </c:pt>
                <c:pt idx="8386">
                  <c:v>0.838154689</c:v>
                </c:pt>
                <c:pt idx="8387">
                  <c:v>0.838154689</c:v>
                </c:pt>
                <c:pt idx="8388">
                  <c:v>0.838230816</c:v>
                </c:pt>
                <c:pt idx="8389">
                  <c:v>0.838230816</c:v>
                </c:pt>
                <c:pt idx="8390">
                  <c:v>0.838383069</c:v>
                </c:pt>
                <c:pt idx="8391">
                  <c:v>0.838383069</c:v>
                </c:pt>
                <c:pt idx="8392">
                  <c:v>0.838459196</c:v>
                </c:pt>
                <c:pt idx="8393">
                  <c:v>0.838459196</c:v>
                </c:pt>
                <c:pt idx="8394">
                  <c:v>0.838535323</c:v>
                </c:pt>
                <c:pt idx="8395">
                  <c:v>0.838611449</c:v>
                </c:pt>
                <c:pt idx="8396">
                  <c:v>0.838611449</c:v>
                </c:pt>
                <c:pt idx="8397">
                  <c:v>0.838611449</c:v>
                </c:pt>
                <c:pt idx="8398">
                  <c:v>0.838611449</c:v>
                </c:pt>
                <c:pt idx="8399">
                  <c:v>0.838687576</c:v>
                </c:pt>
                <c:pt idx="8400">
                  <c:v>0.838687576</c:v>
                </c:pt>
                <c:pt idx="8401">
                  <c:v>0.838763703</c:v>
                </c:pt>
                <c:pt idx="8402">
                  <c:v>0.838763703</c:v>
                </c:pt>
                <c:pt idx="8403">
                  <c:v>0.838839829</c:v>
                </c:pt>
                <c:pt idx="8404">
                  <c:v>0.838839829</c:v>
                </c:pt>
                <c:pt idx="8405">
                  <c:v>0.838839829</c:v>
                </c:pt>
                <c:pt idx="8406">
                  <c:v>0.838839829</c:v>
                </c:pt>
                <c:pt idx="8407">
                  <c:v>0.838915956</c:v>
                </c:pt>
                <c:pt idx="8408">
                  <c:v>0.838915956</c:v>
                </c:pt>
                <c:pt idx="8409">
                  <c:v>0.838992083</c:v>
                </c:pt>
                <c:pt idx="8410">
                  <c:v>0.838992083</c:v>
                </c:pt>
                <c:pt idx="8411">
                  <c:v>0.839144336</c:v>
                </c:pt>
                <c:pt idx="8412">
                  <c:v>0.839144336</c:v>
                </c:pt>
                <c:pt idx="8413">
                  <c:v>0.839144336</c:v>
                </c:pt>
                <c:pt idx="8414">
                  <c:v>0.839144336</c:v>
                </c:pt>
                <c:pt idx="8415">
                  <c:v>0.83929659</c:v>
                </c:pt>
                <c:pt idx="8416">
                  <c:v>0.83929659</c:v>
                </c:pt>
                <c:pt idx="8417">
                  <c:v>0.839372716</c:v>
                </c:pt>
                <c:pt idx="8418">
                  <c:v>0.839372716</c:v>
                </c:pt>
                <c:pt idx="8419">
                  <c:v>0.83952497</c:v>
                </c:pt>
                <c:pt idx="8420">
                  <c:v>0.83952497</c:v>
                </c:pt>
                <c:pt idx="8421">
                  <c:v>0.839601096</c:v>
                </c:pt>
                <c:pt idx="8422">
                  <c:v>0.839601096</c:v>
                </c:pt>
                <c:pt idx="8423">
                  <c:v>0.839677223</c:v>
                </c:pt>
                <c:pt idx="8424">
                  <c:v>0.839677223</c:v>
                </c:pt>
                <c:pt idx="8425">
                  <c:v>0.83975335</c:v>
                </c:pt>
                <c:pt idx="8426">
                  <c:v>0.83975335</c:v>
                </c:pt>
                <c:pt idx="8427">
                  <c:v>0.839829476</c:v>
                </c:pt>
                <c:pt idx="8428">
                  <c:v>0.839829476</c:v>
                </c:pt>
                <c:pt idx="8429">
                  <c:v>0.839829476</c:v>
                </c:pt>
                <c:pt idx="8430">
                  <c:v>0.839829476</c:v>
                </c:pt>
                <c:pt idx="8431">
                  <c:v>0.839905603</c:v>
                </c:pt>
                <c:pt idx="8432">
                  <c:v>0.839905603</c:v>
                </c:pt>
                <c:pt idx="8433">
                  <c:v>0.839905603</c:v>
                </c:pt>
                <c:pt idx="8434">
                  <c:v>0.839905603</c:v>
                </c:pt>
                <c:pt idx="8435">
                  <c:v>0.839905603</c:v>
                </c:pt>
                <c:pt idx="8436">
                  <c:v>0.839905603</c:v>
                </c:pt>
                <c:pt idx="8437">
                  <c:v>0.83998173</c:v>
                </c:pt>
                <c:pt idx="8438">
                  <c:v>0.83998173</c:v>
                </c:pt>
                <c:pt idx="8439">
                  <c:v>0.840057856</c:v>
                </c:pt>
                <c:pt idx="8440">
                  <c:v>0.840057856</c:v>
                </c:pt>
                <c:pt idx="8441">
                  <c:v>0.840133983</c:v>
                </c:pt>
                <c:pt idx="8442">
                  <c:v>0.840133983</c:v>
                </c:pt>
                <c:pt idx="8443">
                  <c:v>0.840133983</c:v>
                </c:pt>
                <c:pt idx="8444">
                  <c:v>0.840362363</c:v>
                </c:pt>
                <c:pt idx="8445">
                  <c:v>0.840362363</c:v>
                </c:pt>
                <c:pt idx="8446">
                  <c:v>0.840514616</c:v>
                </c:pt>
                <c:pt idx="8447">
                  <c:v>0.840514616</c:v>
                </c:pt>
                <c:pt idx="8448">
                  <c:v>0.84066687</c:v>
                </c:pt>
                <c:pt idx="8449">
                  <c:v>0.840742996</c:v>
                </c:pt>
                <c:pt idx="8450">
                  <c:v>0.840819123</c:v>
                </c:pt>
                <c:pt idx="8451">
                  <c:v>0.840819123</c:v>
                </c:pt>
                <c:pt idx="8452">
                  <c:v>0.84089525</c:v>
                </c:pt>
                <c:pt idx="8453">
                  <c:v>0.840971376</c:v>
                </c:pt>
                <c:pt idx="8454">
                  <c:v>0.840971376</c:v>
                </c:pt>
                <c:pt idx="8455">
                  <c:v>0.841047503</c:v>
                </c:pt>
                <c:pt idx="8456">
                  <c:v>0.841199756</c:v>
                </c:pt>
                <c:pt idx="8457">
                  <c:v>0.841199756</c:v>
                </c:pt>
                <c:pt idx="8458">
                  <c:v>0.841199756</c:v>
                </c:pt>
                <c:pt idx="8459">
                  <c:v>0.841275883</c:v>
                </c:pt>
                <c:pt idx="8460">
                  <c:v>0.841275883</c:v>
                </c:pt>
                <c:pt idx="8461">
                  <c:v>0.84135201</c:v>
                </c:pt>
                <c:pt idx="8462">
                  <c:v>0.84135201</c:v>
                </c:pt>
                <c:pt idx="8463">
                  <c:v>0.84135201</c:v>
                </c:pt>
                <c:pt idx="8464">
                  <c:v>0.841504263</c:v>
                </c:pt>
                <c:pt idx="8465">
                  <c:v>0.841504263</c:v>
                </c:pt>
                <c:pt idx="8466">
                  <c:v>0.841504263</c:v>
                </c:pt>
                <c:pt idx="8467">
                  <c:v>0.841656516</c:v>
                </c:pt>
                <c:pt idx="8468">
                  <c:v>0.841656516</c:v>
                </c:pt>
                <c:pt idx="8469">
                  <c:v>0.841656516</c:v>
                </c:pt>
                <c:pt idx="8470">
                  <c:v>0.841884896</c:v>
                </c:pt>
                <c:pt idx="8471">
                  <c:v>0.841884896</c:v>
                </c:pt>
                <c:pt idx="8472">
                  <c:v>0.841884896</c:v>
                </c:pt>
                <c:pt idx="8473">
                  <c:v>0.841884896</c:v>
                </c:pt>
                <c:pt idx="8474">
                  <c:v>0.841961023</c:v>
                </c:pt>
                <c:pt idx="8475">
                  <c:v>0.841961023</c:v>
                </c:pt>
                <c:pt idx="8476">
                  <c:v>0.84203715</c:v>
                </c:pt>
                <c:pt idx="8477">
                  <c:v>0.84203715</c:v>
                </c:pt>
                <c:pt idx="8478">
                  <c:v>0.842189403</c:v>
                </c:pt>
                <c:pt idx="8479">
                  <c:v>0.842189403</c:v>
                </c:pt>
                <c:pt idx="8480">
                  <c:v>0.842189403</c:v>
                </c:pt>
                <c:pt idx="8481">
                  <c:v>0.842189403</c:v>
                </c:pt>
                <c:pt idx="8482">
                  <c:v>0.842341657</c:v>
                </c:pt>
                <c:pt idx="8483">
                  <c:v>0.842341657</c:v>
                </c:pt>
                <c:pt idx="8484">
                  <c:v>0.842341657</c:v>
                </c:pt>
                <c:pt idx="8485">
                  <c:v>0.842341657</c:v>
                </c:pt>
                <c:pt idx="8486">
                  <c:v>0.842417783</c:v>
                </c:pt>
                <c:pt idx="8487">
                  <c:v>0.842417783</c:v>
                </c:pt>
                <c:pt idx="8488">
                  <c:v>0.842417783</c:v>
                </c:pt>
                <c:pt idx="8489">
                  <c:v>0.842417783</c:v>
                </c:pt>
                <c:pt idx="8490">
                  <c:v>0.84249391</c:v>
                </c:pt>
                <c:pt idx="8491">
                  <c:v>0.84249391</c:v>
                </c:pt>
                <c:pt idx="8492">
                  <c:v>0.842646163</c:v>
                </c:pt>
                <c:pt idx="8493">
                  <c:v>0.842646163</c:v>
                </c:pt>
                <c:pt idx="8494">
                  <c:v>0.84272229</c:v>
                </c:pt>
                <c:pt idx="8495">
                  <c:v>0.84272229</c:v>
                </c:pt>
                <c:pt idx="8496">
                  <c:v>0.842798417</c:v>
                </c:pt>
                <c:pt idx="8497">
                  <c:v>0.84295067</c:v>
                </c:pt>
                <c:pt idx="8498">
                  <c:v>0.84295067</c:v>
                </c:pt>
                <c:pt idx="8499">
                  <c:v>0.843026797</c:v>
                </c:pt>
                <c:pt idx="8500">
                  <c:v>0.843026797</c:v>
                </c:pt>
                <c:pt idx="8501">
                  <c:v>0.843102923</c:v>
                </c:pt>
                <c:pt idx="8502">
                  <c:v>0.843102923</c:v>
                </c:pt>
                <c:pt idx="8503">
                  <c:v>0.843255177</c:v>
                </c:pt>
                <c:pt idx="8504">
                  <c:v>0.843255177</c:v>
                </c:pt>
                <c:pt idx="8505">
                  <c:v>0.843331303</c:v>
                </c:pt>
                <c:pt idx="8506">
                  <c:v>0.84340743</c:v>
                </c:pt>
                <c:pt idx="8507">
                  <c:v>0.84340743</c:v>
                </c:pt>
                <c:pt idx="8508">
                  <c:v>0.843483557</c:v>
                </c:pt>
                <c:pt idx="8509">
                  <c:v>0.843483557</c:v>
                </c:pt>
                <c:pt idx="8510">
                  <c:v>0.843559683</c:v>
                </c:pt>
                <c:pt idx="8511">
                  <c:v>0.843559683</c:v>
                </c:pt>
                <c:pt idx="8512">
                  <c:v>0.84363581</c:v>
                </c:pt>
                <c:pt idx="8513">
                  <c:v>0.84363581</c:v>
                </c:pt>
                <c:pt idx="8514">
                  <c:v>0.843940317</c:v>
                </c:pt>
                <c:pt idx="8515">
                  <c:v>0.844016443</c:v>
                </c:pt>
                <c:pt idx="8516">
                  <c:v>0.844016443</c:v>
                </c:pt>
                <c:pt idx="8517">
                  <c:v>0.84409257</c:v>
                </c:pt>
                <c:pt idx="8518">
                  <c:v>0.84409257</c:v>
                </c:pt>
                <c:pt idx="8519">
                  <c:v>0.844244823</c:v>
                </c:pt>
                <c:pt idx="8520">
                  <c:v>0.84432095</c:v>
                </c:pt>
                <c:pt idx="8521">
                  <c:v>0.84432095</c:v>
                </c:pt>
                <c:pt idx="8522">
                  <c:v>0.844397077</c:v>
                </c:pt>
                <c:pt idx="8523">
                  <c:v>0.844397077</c:v>
                </c:pt>
                <c:pt idx="8524">
                  <c:v>0.84454933</c:v>
                </c:pt>
                <c:pt idx="8525">
                  <c:v>0.84454933</c:v>
                </c:pt>
                <c:pt idx="8526">
                  <c:v>0.844625457</c:v>
                </c:pt>
                <c:pt idx="8527">
                  <c:v>0.844625457</c:v>
                </c:pt>
                <c:pt idx="8528">
                  <c:v>0.845158343</c:v>
                </c:pt>
                <c:pt idx="8529">
                  <c:v>0.84523447</c:v>
                </c:pt>
                <c:pt idx="8530">
                  <c:v>0.84523447</c:v>
                </c:pt>
                <c:pt idx="8531">
                  <c:v>0.845310597</c:v>
                </c:pt>
                <c:pt idx="8532">
                  <c:v>0.845310597</c:v>
                </c:pt>
                <c:pt idx="8533">
                  <c:v>0.845310597</c:v>
                </c:pt>
                <c:pt idx="8534">
                  <c:v>0.845310597</c:v>
                </c:pt>
                <c:pt idx="8535">
                  <c:v>0.84546285</c:v>
                </c:pt>
                <c:pt idx="8536">
                  <c:v>0.84546285</c:v>
                </c:pt>
                <c:pt idx="8537">
                  <c:v>0.845615104</c:v>
                </c:pt>
                <c:pt idx="8538">
                  <c:v>0.845615104</c:v>
                </c:pt>
                <c:pt idx="8539">
                  <c:v>0.845767357</c:v>
                </c:pt>
                <c:pt idx="8540">
                  <c:v>0.845767357</c:v>
                </c:pt>
                <c:pt idx="8541">
                  <c:v>0.845843484</c:v>
                </c:pt>
                <c:pt idx="8542">
                  <c:v>0.845843484</c:v>
                </c:pt>
                <c:pt idx="8543">
                  <c:v>0.84591961</c:v>
                </c:pt>
                <c:pt idx="8544">
                  <c:v>0.84591961</c:v>
                </c:pt>
                <c:pt idx="8545">
                  <c:v>0.845995737</c:v>
                </c:pt>
                <c:pt idx="8546">
                  <c:v>0.845995737</c:v>
                </c:pt>
                <c:pt idx="8547">
                  <c:v>0.845995737</c:v>
                </c:pt>
                <c:pt idx="8548">
                  <c:v>0.845995737</c:v>
                </c:pt>
                <c:pt idx="8549">
                  <c:v>0.846071864</c:v>
                </c:pt>
                <c:pt idx="8550">
                  <c:v>0.846071864</c:v>
                </c:pt>
                <c:pt idx="8551">
                  <c:v>0.84614799</c:v>
                </c:pt>
                <c:pt idx="8552">
                  <c:v>0.84614799</c:v>
                </c:pt>
                <c:pt idx="8553">
                  <c:v>0.846300244</c:v>
                </c:pt>
                <c:pt idx="8554">
                  <c:v>0.846300244</c:v>
                </c:pt>
                <c:pt idx="8555">
                  <c:v>0.846300244</c:v>
                </c:pt>
                <c:pt idx="8556">
                  <c:v>0.84637637</c:v>
                </c:pt>
                <c:pt idx="8557">
                  <c:v>0.84637637</c:v>
                </c:pt>
                <c:pt idx="8558">
                  <c:v>0.846452497</c:v>
                </c:pt>
                <c:pt idx="8559">
                  <c:v>0.846452497</c:v>
                </c:pt>
                <c:pt idx="8560">
                  <c:v>0.84660475</c:v>
                </c:pt>
                <c:pt idx="8561">
                  <c:v>0.84660475</c:v>
                </c:pt>
                <c:pt idx="8562">
                  <c:v>0.846680877</c:v>
                </c:pt>
                <c:pt idx="8563">
                  <c:v>0.846680877</c:v>
                </c:pt>
                <c:pt idx="8564">
                  <c:v>0.846680877</c:v>
                </c:pt>
                <c:pt idx="8565">
                  <c:v>0.846680877</c:v>
                </c:pt>
                <c:pt idx="8566">
                  <c:v>0.846757004</c:v>
                </c:pt>
                <c:pt idx="8567">
                  <c:v>0.846757004</c:v>
                </c:pt>
                <c:pt idx="8568">
                  <c:v>0.846985384</c:v>
                </c:pt>
                <c:pt idx="8569">
                  <c:v>0.846985384</c:v>
                </c:pt>
                <c:pt idx="8570">
                  <c:v>0.846985384</c:v>
                </c:pt>
                <c:pt idx="8571">
                  <c:v>0.846985384</c:v>
                </c:pt>
                <c:pt idx="8572">
                  <c:v>0.84706151</c:v>
                </c:pt>
                <c:pt idx="8573">
                  <c:v>0.84706151</c:v>
                </c:pt>
                <c:pt idx="8574">
                  <c:v>0.84706151</c:v>
                </c:pt>
                <c:pt idx="8575">
                  <c:v>0.84706151</c:v>
                </c:pt>
                <c:pt idx="8576">
                  <c:v>0.847137637</c:v>
                </c:pt>
                <c:pt idx="8577">
                  <c:v>0.847213764</c:v>
                </c:pt>
                <c:pt idx="8578">
                  <c:v>0.847213764</c:v>
                </c:pt>
                <c:pt idx="8579">
                  <c:v>0.847213764</c:v>
                </c:pt>
                <c:pt idx="8580">
                  <c:v>0.847213764</c:v>
                </c:pt>
                <c:pt idx="8581">
                  <c:v>0.84728989</c:v>
                </c:pt>
                <c:pt idx="8582">
                  <c:v>0.84728989</c:v>
                </c:pt>
                <c:pt idx="8583">
                  <c:v>0.847366017</c:v>
                </c:pt>
                <c:pt idx="8584">
                  <c:v>0.847366017</c:v>
                </c:pt>
                <c:pt idx="8585">
                  <c:v>0.847442144</c:v>
                </c:pt>
                <c:pt idx="8586">
                  <c:v>0.847442144</c:v>
                </c:pt>
                <c:pt idx="8587">
                  <c:v>0.84751827</c:v>
                </c:pt>
                <c:pt idx="8588">
                  <c:v>0.84751827</c:v>
                </c:pt>
                <c:pt idx="8589">
                  <c:v>0.84751827</c:v>
                </c:pt>
                <c:pt idx="8590">
                  <c:v>0.847594397</c:v>
                </c:pt>
                <c:pt idx="8591">
                  <c:v>0.847594397</c:v>
                </c:pt>
                <c:pt idx="8592">
                  <c:v>0.84797503</c:v>
                </c:pt>
                <c:pt idx="8593">
                  <c:v>0.84797503</c:v>
                </c:pt>
                <c:pt idx="8594">
                  <c:v>0.84797503</c:v>
                </c:pt>
                <c:pt idx="8595">
                  <c:v>0.848051157</c:v>
                </c:pt>
                <c:pt idx="8596">
                  <c:v>0.848051157</c:v>
                </c:pt>
                <c:pt idx="8597">
                  <c:v>0.848279537</c:v>
                </c:pt>
                <c:pt idx="8598">
                  <c:v>0.848279537</c:v>
                </c:pt>
                <c:pt idx="8599">
                  <c:v>0.848355664</c:v>
                </c:pt>
                <c:pt idx="8600">
                  <c:v>0.848355664</c:v>
                </c:pt>
                <c:pt idx="8601">
                  <c:v>0.84843179</c:v>
                </c:pt>
                <c:pt idx="8602">
                  <c:v>0.84843179</c:v>
                </c:pt>
                <c:pt idx="8603">
                  <c:v>0.848507917</c:v>
                </c:pt>
                <c:pt idx="8604">
                  <c:v>0.848507917</c:v>
                </c:pt>
                <c:pt idx="8605">
                  <c:v>0.848507917</c:v>
                </c:pt>
                <c:pt idx="8606">
                  <c:v>0.848507917</c:v>
                </c:pt>
                <c:pt idx="8607">
                  <c:v>0.848507917</c:v>
                </c:pt>
                <c:pt idx="8608">
                  <c:v>0.848507917</c:v>
                </c:pt>
                <c:pt idx="8609">
                  <c:v>0.848584044</c:v>
                </c:pt>
                <c:pt idx="8610">
                  <c:v>0.848584044</c:v>
                </c:pt>
                <c:pt idx="8611">
                  <c:v>0.848660171</c:v>
                </c:pt>
                <c:pt idx="8612">
                  <c:v>0.848660171</c:v>
                </c:pt>
                <c:pt idx="8613">
                  <c:v>0.848660171</c:v>
                </c:pt>
                <c:pt idx="8614">
                  <c:v>0.848660171</c:v>
                </c:pt>
                <c:pt idx="8615">
                  <c:v>0.848660171</c:v>
                </c:pt>
                <c:pt idx="8616">
                  <c:v>0.848660171</c:v>
                </c:pt>
                <c:pt idx="8617">
                  <c:v>0.848660171</c:v>
                </c:pt>
                <c:pt idx="8618">
                  <c:v>0.848812424</c:v>
                </c:pt>
                <c:pt idx="8619">
                  <c:v>0.848812424</c:v>
                </c:pt>
                <c:pt idx="8620">
                  <c:v>0.848888551</c:v>
                </c:pt>
                <c:pt idx="8621">
                  <c:v>0.848888551</c:v>
                </c:pt>
                <c:pt idx="8622">
                  <c:v>0.848964677</c:v>
                </c:pt>
                <c:pt idx="8623">
                  <c:v>0.848964677</c:v>
                </c:pt>
                <c:pt idx="8624">
                  <c:v>0.849040804</c:v>
                </c:pt>
                <c:pt idx="8625">
                  <c:v>0.849040804</c:v>
                </c:pt>
                <c:pt idx="8626">
                  <c:v>0.849040804</c:v>
                </c:pt>
                <c:pt idx="8627">
                  <c:v>0.849040804</c:v>
                </c:pt>
                <c:pt idx="8628">
                  <c:v>0.849193057</c:v>
                </c:pt>
                <c:pt idx="8629">
                  <c:v>0.849193057</c:v>
                </c:pt>
                <c:pt idx="8630">
                  <c:v>0.849345311</c:v>
                </c:pt>
                <c:pt idx="8631">
                  <c:v>0.849345311</c:v>
                </c:pt>
                <c:pt idx="8632">
                  <c:v>0.849497564</c:v>
                </c:pt>
                <c:pt idx="8633">
                  <c:v>0.849497564</c:v>
                </c:pt>
                <c:pt idx="8634">
                  <c:v>0.849497564</c:v>
                </c:pt>
                <c:pt idx="8635">
                  <c:v>0.849573691</c:v>
                </c:pt>
                <c:pt idx="8636">
                  <c:v>0.849573691</c:v>
                </c:pt>
                <c:pt idx="8637">
                  <c:v>0.849649817</c:v>
                </c:pt>
                <c:pt idx="8638">
                  <c:v>0.849802071</c:v>
                </c:pt>
                <c:pt idx="8639">
                  <c:v>0.849878197</c:v>
                </c:pt>
                <c:pt idx="8640">
                  <c:v>0.849878197</c:v>
                </c:pt>
                <c:pt idx="8641">
                  <c:v>0.850030451</c:v>
                </c:pt>
                <c:pt idx="8642">
                  <c:v>0.850030451</c:v>
                </c:pt>
                <c:pt idx="8643">
                  <c:v>0.850106577</c:v>
                </c:pt>
                <c:pt idx="8644">
                  <c:v>0.850182704</c:v>
                </c:pt>
                <c:pt idx="8645">
                  <c:v>0.850182704</c:v>
                </c:pt>
                <c:pt idx="8646">
                  <c:v>0.850182704</c:v>
                </c:pt>
                <c:pt idx="8647">
                  <c:v>0.850182704</c:v>
                </c:pt>
                <c:pt idx="8648">
                  <c:v>0.850182704</c:v>
                </c:pt>
                <c:pt idx="8649">
                  <c:v>0.850182704</c:v>
                </c:pt>
                <c:pt idx="8650">
                  <c:v>0.850258831</c:v>
                </c:pt>
                <c:pt idx="8651">
                  <c:v>0.850258831</c:v>
                </c:pt>
                <c:pt idx="8652">
                  <c:v>0.850411084</c:v>
                </c:pt>
                <c:pt idx="8653">
                  <c:v>0.850411084</c:v>
                </c:pt>
                <c:pt idx="8654">
                  <c:v>0.850563337</c:v>
                </c:pt>
                <c:pt idx="8655">
                  <c:v>0.850563337</c:v>
                </c:pt>
                <c:pt idx="8656">
                  <c:v>0.850639464</c:v>
                </c:pt>
                <c:pt idx="8657">
                  <c:v>0.850639464</c:v>
                </c:pt>
                <c:pt idx="8658">
                  <c:v>0.850715591</c:v>
                </c:pt>
                <c:pt idx="8659">
                  <c:v>0.850715591</c:v>
                </c:pt>
                <c:pt idx="8660">
                  <c:v>0.850715591</c:v>
                </c:pt>
                <c:pt idx="8661">
                  <c:v>0.850791717</c:v>
                </c:pt>
                <c:pt idx="8662">
                  <c:v>0.850791717</c:v>
                </c:pt>
                <c:pt idx="8663">
                  <c:v>0.850791717</c:v>
                </c:pt>
                <c:pt idx="8664">
                  <c:v>0.850867844</c:v>
                </c:pt>
                <c:pt idx="8665">
                  <c:v>0.850867844</c:v>
                </c:pt>
                <c:pt idx="8666">
                  <c:v>0.850943971</c:v>
                </c:pt>
                <c:pt idx="8667">
                  <c:v>0.850943971</c:v>
                </c:pt>
                <c:pt idx="8668">
                  <c:v>0.851020097</c:v>
                </c:pt>
                <c:pt idx="8669">
                  <c:v>0.851020097</c:v>
                </c:pt>
                <c:pt idx="8670">
                  <c:v>0.851096224</c:v>
                </c:pt>
                <c:pt idx="8671">
                  <c:v>0.851096224</c:v>
                </c:pt>
                <c:pt idx="8672">
                  <c:v>0.851096224</c:v>
                </c:pt>
                <c:pt idx="8673">
                  <c:v>0.851248477</c:v>
                </c:pt>
                <c:pt idx="8674">
                  <c:v>0.851248477</c:v>
                </c:pt>
                <c:pt idx="8675">
                  <c:v>0.851324604</c:v>
                </c:pt>
                <c:pt idx="8676">
                  <c:v>0.851324604</c:v>
                </c:pt>
                <c:pt idx="8677">
                  <c:v>0.851476857</c:v>
                </c:pt>
                <c:pt idx="8678">
                  <c:v>0.851476857</c:v>
                </c:pt>
                <c:pt idx="8679">
                  <c:v>0.851476857</c:v>
                </c:pt>
                <c:pt idx="8680">
                  <c:v>0.851552984</c:v>
                </c:pt>
                <c:pt idx="8681">
                  <c:v>0.851552984</c:v>
                </c:pt>
                <c:pt idx="8682">
                  <c:v>0.851552984</c:v>
                </c:pt>
                <c:pt idx="8683">
                  <c:v>0.851629111</c:v>
                </c:pt>
                <c:pt idx="8684">
                  <c:v>0.851629111</c:v>
                </c:pt>
                <c:pt idx="8685">
                  <c:v>0.851629111</c:v>
                </c:pt>
                <c:pt idx="8686">
                  <c:v>0.851629111</c:v>
                </c:pt>
                <c:pt idx="8687">
                  <c:v>0.851781364</c:v>
                </c:pt>
                <c:pt idx="8688">
                  <c:v>0.851781364</c:v>
                </c:pt>
                <c:pt idx="8689">
                  <c:v>0.852009744</c:v>
                </c:pt>
                <c:pt idx="8690">
                  <c:v>0.852009744</c:v>
                </c:pt>
                <c:pt idx="8691">
                  <c:v>0.852161998</c:v>
                </c:pt>
                <c:pt idx="8692">
                  <c:v>0.852161998</c:v>
                </c:pt>
                <c:pt idx="8693">
                  <c:v>0.852161998</c:v>
                </c:pt>
                <c:pt idx="8694">
                  <c:v>0.852161998</c:v>
                </c:pt>
                <c:pt idx="8695">
                  <c:v>0.852161998</c:v>
                </c:pt>
                <c:pt idx="8696">
                  <c:v>0.852238124</c:v>
                </c:pt>
                <c:pt idx="8697">
                  <c:v>0.852238124</c:v>
                </c:pt>
                <c:pt idx="8698">
                  <c:v>0.852314251</c:v>
                </c:pt>
                <c:pt idx="8699">
                  <c:v>0.852314251</c:v>
                </c:pt>
                <c:pt idx="8700">
                  <c:v>0.852390378</c:v>
                </c:pt>
                <c:pt idx="8701">
                  <c:v>0.852390378</c:v>
                </c:pt>
                <c:pt idx="8702">
                  <c:v>0.852618758</c:v>
                </c:pt>
                <c:pt idx="8703">
                  <c:v>0.852618758</c:v>
                </c:pt>
                <c:pt idx="8704">
                  <c:v>0.852618758</c:v>
                </c:pt>
                <c:pt idx="8705">
                  <c:v>0.852694884</c:v>
                </c:pt>
                <c:pt idx="8706">
                  <c:v>0.852694884</c:v>
                </c:pt>
                <c:pt idx="8707">
                  <c:v>0.852771011</c:v>
                </c:pt>
                <c:pt idx="8708">
                  <c:v>0.852771011</c:v>
                </c:pt>
                <c:pt idx="8709">
                  <c:v>0.852771011</c:v>
                </c:pt>
                <c:pt idx="8710">
                  <c:v>0.852847138</c:v>
                </c:pt>
                <c:pt idx="8711">
                  <c:v>0.852847138</c:v>
                </c:pt>
                <c:pt idx="8712">
                  <c:v>0.852923264</c:v>
                </c:pt>
                <c:pt idx="8713">
                  <c:v>0.852923264</c:v>
                </c:pt>
                <c:pt idx="8714">
                  <c:v>0.852923264</c:v>
                </c:pt>
                <c:pt idx="8715">
                  <c:v>0.853075518</c:v>
                </c:pt>
                <c:pt idx="8716">
                  <c:v>0.853075518</c:v>
                </c:pt>
                <c:pt idx="8717">
                  <c:v>0.853151644</c:v>
                </c:pt>
                <c:pt idx="8718">
                  <c:v>0.853151644</c:v>
                </c:pt>
                <c:pt idx="8719">
                  <c:v>0.853227771</c:v>
                </c:pt>
                <c:pt idx="8720">
                  <c:v>0.853227771</c:v>
                </c:pt>
                <c:pt idx="8721">
                  <c:v>0.853532278</c:v>
                </c:pt>
                <c:pt idx="8722">
                  <c:v>0.853532278</c:v>
                </c:pt>
                <c:pt idx="8723">
                  <c:v>0.853608404</c:v>
                </c:pt>
                <c:pt idx="8724">
                  <c:v>0.853608404</c:v>
                </c:pt>
                <c:pt idx="8725">
                  <c:v>0.853684531</c:v>
                </c:pt>
                <c:pt idx="8726">
                  <c:v>0.853684531</c:v>
                </c:pt>
                <c:pt idx="8727">
                  <c:v>0.853760658</c:v>
                </c:pt>
                <c:pt idx="8728">
                  <c:v>0.853760658</c:v>
                </c:pt>
                <c:pt idx="8729">
                  <c:v>0.853912911</c:v>
                </c:pt>
                <c:pt idx="8730">
                  <c:v>0.853912911</c:v>
                </c:pt>
                <c:pt idx="8731">
                  <c:v>0.853912911</c:v>
                </c:pt>
                <c:pt idx="8732">
                  <c:v>0.853912911</c:v>
                </c:pt>
                <c:pt idx="8733">
                  <c:v>0.853989038</c:v>
                </c:pt>
                <c:pt idx="8734">
                  <c:v>0.853989038</c:v>
                </c:pt>
                <c:pt idx="8735">
                  <c:v>0.854293544</c:v>
                </c:pt>
                <c:pt idx="8736">
                  <c:v>0.854293544</c:v>
                </c:pt>
                <c:pt idx="8737">
                  <c:v>0.854598051</c:v>
                </c:pt>
                <c:pt idx="8738">
                  <c:v>0.854598051</c:v>
                </c:pt>
                <c:pt idx="8739">
                  <c:v>0.854674178</c:v>
                </c:pt>
                <c:pt idx="8740">
                  <c:v>0.854902558</c:v>
                </c:pt>
                <c:pt idx="8741">
                  <c:v>0.854902558</c:v>
                </c:pt>
                <c:pt idx="8742">
                  <c:v>0.855054811</c:v>
                </c:pt>
                <c:pt idx="8743">
                  <c:v>0.855054811</c:v>
                </c:pt>
                <c:pt idx="8744">
                  <c:v>0.855130938</c:v>
                </c:pt>
                <c:pt idx="8745">
                  <c:v>0.855130938</c:v>
                </c:pt>
                <c:pt idx="8746">
                  <c:v>0.855207065</c:v>
                </c:pt>
                <c:pt idx="8747">
                  <c:v>0.855207065</c:v>
                </c:pt>
                <c:pt idx="8748">
                  <c:v>0.855207065</c:v>
                </c:pt>
                <c:pt idx="8749">
                  <c:v>0.855359318</c:v>
                </c:pt>
                <c:pt idx="8750">
                  <c:v>0.855359318</c:v>
                </c:pt>
                <c:pt idx="8751">
                  <c:v>0.855435445</c:v>
                </c:pt>
                <c:pt idx="8752">
                  <c:v>0.855435445</c:v>
                </c:pt>
                <c:pt idx="8753">
                  <c:v>0.855587698</c:v>
                </c:pt>
                <c:pt idx="8754">
                  <c:v>0.855587698</c:v>
                </c:pt>
                <c:pt idx="8755">
                  <c:v>0.855816078</c:v>
                </c:pt>
                <c:pt idx="8756">
                  <c:v>0.855816078</c:v>
                </c:pt>
                <c:pt idx="8757">
                  <c:v>0.855892205</c:v>
                </c:pt>
                <c:pt idx="8758">
                  <c:v>0.855892205</c:v>
                </c:pt>
                <c:pt idx="8759">
                  <c:v>0.855968331</c:v>
                </c:pt>
                <c:pt idx="8760">
                  <c:v>0.855968331</c:v>
                </c:pt>
                <c:pt idx="8761">
                  <c:v>0.856044458</c:v>
                </c:pt>
                <c:pt idx="8762">
                  <c:v>0.856044458</c:v>
                </c:pt>
                <c:pt idx="8763">
                  <c:v>0.856120585</c:v>
                </c:pt>
                <c:pt idx="8764">
                  <c:v>0.856120585</c:v>
                </c:pt>
                <c:pt idx="8765">
                  <c:v>0.856120585</c:v>
                </c:pt>
                <c:pt idx="8766">
                  <c:v>0.856120585</c:v>
                </c:pt>
                <c:pt idx="8767">
                  <c:v>0.856120585</c:v>
                </c:pt>
                <c:pt idx="8768">
                  <c:v>0.856120585</c:v>
                </c:pt>
                <c:pt idx="8769">
                  <c:v>0.856196711</c:v>
                </c:pt>
                <c:pt idx="8770">
                  <c:v>0.856196711</c:v>
                </c:pt>
                <c:pt idx="8771">
                  <c:v>0.856272838</c:v>
                </c:pt>
                <c:pt idx="8772">
                  <c:v>0.856272838</c:v>
                </c:pt>
                <c:pt idx="8773">
                  <c:v>0.856348965</c:v>
                </c:pt>
                <c:pt idx="8774">
                  <c:v>0.856348965</c:v>
                </c:pt>
                <c:pt idx="8775">
                  <c:v>0.856425091</c:v>
                </c:pt>
                <c:pt idx="8776">
                  <c:v>0.856425091</c:v>
                </c:pt>
                <c:pt idx="8777">
                  <c:v>0.856501218</c:v>
                </c:pt>
                <c:pt idx="8778">
                  <c:v>0.856501218</c:v>
                </c:pt>
                <c:pt idx="8779">
                  <c:v>0.856501218</c:v>
                </c:pt>
                <c:pt idx="8780">
                  <c:v>0.856501218</c:v>
                </c:pt>
                <c:pt idx="8781">
                  <c:v>0.856501218</c:v>
                </c:pt>
                <c:pt idx="8782">
                  <c:v>0.856501218</c:v>
                </c:pt>
                <c:pt idx="8783">
                  <c:v>0.856653471</c:v>
                </c:pt>
                <c:pt idx="8784">
                  <c:v>0.856653471</c:v>
                </c:pt>
                <c:pt idx="8785">
                  <c:v>0.856729598</c:v>
                </c:pt>
                <c:pt idx="8786">
                  <c:v>0.856729598</c:v>
                </c:pt>
                <c:pt idx="8787">
                  <c:v>0.856805725</c:v>
                </c:pt>
                <c:pt idx="8788">
                  <c:v>0.856805725</c:v>
                </c:pt>
                <c:pt idx="8789">
                  <c:v>0.856881851</c:v>
                </c:pt>
                <c:pt idx="8790">
                  <c:v>0.856881851</c:v>
                </c:pt>
                <c:pt idx="8791">
                  <c:v>0.857034105</c:v>
                </c:pt>
                <c:pt idx="8792">
                  <c:v>0.857034105</c:v>
                </c:pt>
                <c:pt idx="8793">
                  <c:v>0.857186358</c:v>
                </c:pt>
                <c:pt idx="8794">
                  <c:v>0.857186358</c:v>
                </c:pt>
                <c:pt idx="8795">
                  <c:v>0.857262485</c:v>
                </c:pt>
                <c:pt idx="8796">
                  <c:v>0.857262485</c:v>
                </c:pt>
                <c:pt idx="8797">
                  <c:v>0.857490865</c:v>
                </c:pt>
                <c:pt idx="8798">
                  <c:v>0.857490865</c:v>
                </c:pt>
                <c:pt idx="8799">
                  <c:v>0.857566991</c:v>
                </c:pt>
                <c:pt idx="8800">
                  <c:v>0.857566991</c:v>
                </c:pt>
                <c:pt idx="8801">
                  <c:v>0.857643118</c:v>
                </c:pt>
                <c:pt idx="8802">
                  <c:v>0.857643118</c:v>
                </c:pt>
                <c:pt idx="8803">
                  <c:v>0.857795371</c:v>
                </c:pt>
                <c:pt idx="8804">
                  <c:v>0.857795371</c:v>
                </c:pt>
                <c:pt idx="8805">
                  <c:v>0.857871498</c:v>
                </c:pt>
                <c:pt idx="8806">
                  <c:v>0.857871498</c:v>
                </c:pt>
                <c:pt idx="8807">
                  <c:v>0.858023752</c:v>
                </c:pt>
                <c:pt idx="8808">
                  <c:v>0.858176005</c:v>
                </c:pt>
                <c:pt idx="8809">
                  <c:v>0.858176005</c:v>
                </c:pt>
                <c:pt idx="8810">
                  <c:v>0.858176005</c:v>
                </c:pt>
                <c:pt idx="8811">
                  <c:v>0.858328258</c:v>
                </c:pt>
                <c:pt idx="8812">
                  <c:v>0.858328258</c:v>
                </c:pt>
                <c:pt idx="8813">
                  <c:v>0.858328258</c:v>
                </c:pt>
                <c:pt idx="8814">
                  <c:v>0.858480512</c:v>
                </c:pt>
                <c:pt idx="8815">
                  <c:v>0.858480512</c:v>
                </c:pt>
                <c:pt idx="8816">
                  <c:v>0.858480512</c:v>
                </c:pt>
                <c:pt idx="8817">
                  <c:v>0.858480512</c:v>
                </c:pt>
                <c:pt idx="8818">
                  <c:v>0.858632765</c:v>
                </c:pt>
                <c:pt idx="8819">
                  <c:v>0.858632765</c:v>
                </c:pt>
                <c:pt idx="8820">
                  <c:v>0.858708892</c:v>
                </c:pt>
                <c:pt idx="8821">
                  <c:v>0.858708892</c:v>
                </c:pt>
                <c:pt idx="8822">
                  <c:v>0.858708892</c:v>
                </c:pt>
                <c:pt idx="8823">
                  <c:v>0.858708892</c:v>
                </c:pt>
                <c:pt idx="8824">
                  <c:v>0.858708892</c:v>
                </c:pt>
                <c:pt idx="8825">
                  <c:v>0.858785018</c:v>
                </c:pt>
                <c:pt idx="8826">
                  <c:v>0.858785018</c:v>
                </c:pt>
                <c:pt idx="8827">
                  <c:v>0.858785018</c:v>
                </c:pt>
                <c:pt idx="8828">
                  <c:v>0.858785018</c:v>
                </c:pt>
                <c:pt idx="8829">
                  <c:v>0.858785018</c:v>
                </c:pt>
                <c:pt idx="8830">
                  <c:v>0.858785018</c:v>
                </c:pt>
                <c:pt idx="8831">
                  <c:v>0.858861145</c:v>
                </c:pt>
                <c:pt idx="8832">
                  <c:v>0.858861145</c:v>
                </c:pt>
                <c:pt idx="8833">
                  <c:v>0.858937272</c:v>
                </c:pt>
                <c:pt idx="8834">
                  <c:v>0.858937272</c:v>
                </c:pt>
                <c:pt idx="8835">
                  <c:v>0.859013398</c:v>
                </c:pt>
                <c:pt idx="8836">
                  <c:v>0.859317905</c:v>
                </c:pt>
                <c:pt idx="8837">
                  <c:v>0.859317905</c:v>
                </c:pt>
                <c:pt idx="8838">
                  <c:v>0.859394032</c:v>
                </c:pt>
                <c:pt idx="8839">
                  <c:v>0.859470158</c:v>
                </c:pt>
                <c:pt idx="8840">
                  <c:v>0.859470158</c:v>
                </c:pt>
                <c:pt idx="8841">
                  <c:v>0.859470158</c:v>
                </c:pt>
                <c:pt idx="8842">
                  <c:v>0.859470158</c:v>
                </c:pt>
                <c:pt idx="8843">
                  <c:v>0.859470158</c:v>
                </c:pt>
                <c:pt idx="8844">
                  <c:v>0.859470158</c:v>
                </c:pt>
                <c:pt idx="8845">
                  <c:v>0.859546285</c:v>
                </c:pt>
                <c:pt idx="8846">
                  <c:v>0.859546285</c:v>
                </c:pt>
                <c:pt idx="8847">
                  <c:v>0.859546285</c:v>
                </c:pt>
                <c:pt idx="8848">
                  <c:v>0.859546285</c:v>
                </c:pt>
                <c:pt idx="8849">
                  <c:v>0.859622412</c:v>
                </c:pt>
                <c:pt idx="8850">
                  <c:v>0.859622412</c:v>
                </c:pt>
                <c:pt idx="8851">
                  <c:v>0.859774665</c:v>
                </c:pt>
                <c:pt idx="8852">
                  <c:v>0.859774665</c:v>
                </c:pt>
                <c:pt idx="8853">
                  <c:v>0.859850792</c:v>
                </c:pt>
                <c:pt idx="8854">
                  <c:v>0.859850792</c:v>
                </c:pt>
                <c:pt idx="8855">
                  <c:v>0.859926918</c:v>
                </c:pt>
                <c:pt idx="8856">
                  <c:v>0.859926918</c:v>
                </c:pt>
                <c:pt idx="8857">
                  <c:v>0.860003045</c:v>
                </c:pt>
                <c:pt idx="8858">
                  <c:v>0.860003045</c:v>
                </c:pt>
                <c:pt idx="8859">
                  <c:v>0.860079172</c:v>
                </c:pt>
                <c:pt idx="8860">
                  <c:v>0.860307552</c:v>
                </c:pt>
                <c:pt idx="8861">
                  <c:v>0.860307552</c:v>
                </c:pt>
                <c:pt idx="8862">
                  <c:v>0.860383678</c:v>
                </c:pt>
                <c:pt idx="8863">
                  <c:v>0.860383678</c:v>
                </c:pt>
                <c:pt idx="8864">
                  <c:v>0.860535932</c:v>
                </c:pt>
                <c:pt idx="8865">
                  <c:v>0.860535932</c:v>
                </c:pt>
                <c:pt idx="8866">
                  <c:v>0.860612058</c:v>
                </c:pt>
                <c:pt idx="8867">
                  <c:v>0.860612058</c:v>
                </c:pt>
                <c:pt idx="8868">
                  <c:v>0.860764312</c:v>
                </c:pt>
                <c:pt idx="8869">
                  <c:v>0.860764312</c:v>
                </c:pt>
                <c:pt idx="8870">
                  <c:v>0.860764312</c:v>
                </c:pt>
                <c:pt idx="8871">
                  <c:v>0.860840438</c:v>
                </c:pt>
                <c:pt idx="8872">
                  <c:v>0.860840438</c:v>
                </c:pt>
                <c:pt idx="8873">
                  <c:v>0.860916565</c:v>
                </c:pt>
                <c:pt idx="8874">
                  <c:v>0.860916565</c:v>
                </c:pt>
                <c:pt idx="8875">
                  <c:v>0.861068819</c:v>
                </c:pt>
                <c:pt idx="8876">
                  <c:v>0.861068819</c:v>
                </c:pt>
                <c:pt idx="8877">
                  <c:v>0.861144945</c:v>
                </c:pt>
                <c:pt idx="8878">
                  <c:v>0.861144945</c:v>
                </c:pt>
                <c:pt idx="8879">
                  <c:v>0.861221072</c:v>
                </c:pt>
                <c:pt idx="8880">
                  <c:v>0.861221072</c:v>
                </c:pt>
                <c:pt idx="8881">
                  <c:v>0.861297199</c:v>
                </c:pt>
                <c:pt idx="8882">
                  <c:v>0.861297199</c:v>
                </c:pt>
                <c:pt idx="8883">
                  <c:v>0.861373325</c:v>
                </c:pt>
                <c:pt idx="8884">
                  <c:v>0.861373325</c:v>
                </c:pt>
                <c:pt idx="8885">
                  <c:v>0.861525579</c:v>
                </c:pt>
                <c:pt idx="8886">
                  <c:v>0.861525579</c:v>
                </c:pt>
                <c:pt idx="8887">
                  <c:v>0.861601705</c:v>
                </c:pt>
                <c:pt idx="8888">
                  <c:v>0.861601705</c:v>
                </c:pt>
                <c:pt idx="8889">
                  <c:v>0.861677832</c:v>
                </c:pt>
                <c:pt idx="8890">
                  <c:v>0.861677832</c:v>
                </c:pt>
                <c:pt idx="8891">
                  <c:v>0.861830085</c:v>
                </c:pt>
                <c:pt idx="8892">
                  <c:v>0.861906212</c:v>
                </c:pt>
                <c:pt idx="8893">
                  <c:v>0.861906212</c:v>
                </c:pt>
                <c:pt idx="8894">
                  <c:v>0.861982339</c:v>
                </c:pt>
                <c:pt idx="8895">
                  <c:v>0.861982339</c:v>
                </c:pt>
                <c:pt idx="8896">
                  <c:v>0.862058465</c:v>
                </c:pt>
                <c:pt idx="8897">
                  <c:v>0.862058465</c:v>
                </c:pt>
                <c:pt idx="8898">
                  <c:v>0.862286845</c:v>
                </c:pt>
                <c:pt idx="8899">
                  <c:v>0.862286845</c:v>
                </c:pt>
                <c:pt idx="8900">
                  <c:v>0.862591352</c:v>
                </c:pt>
                <c:pt idx="8901">
                  <c:v>0.862591352</c:v>
                </c:pt>
                <c:pt idx="8902">
                  <c:v>0.862667479</c:v>
                </c:pt>
                <c:pt idx="8903">
                  <c:v>0.862667479</c:v>
                </c:pt>
                <c:pt idx="8904">
                  <c:v>0.862743605</c:v>
                </c:pt>
                <c:pt idx="8905">
                  <c:v>0.862743605</c:v>
                </c:pt>
                <c:pt idx="8906">
                  <c:v>0.863048112</c:v>
                </c:pt>
                <c:pt idx="8907">
                  <c:v>0.863048112</c:v>
                </c:pt>
                <c:pt idx="8908">
                  <c:v>0.863124239</c:v>
                </c:pt>
                <c:pt idx="8909">
                  <c:v>0.863352619</c:v>
                </c:pt>
                <c:pt idx="8910">
                  <c:v>0.863352619</c:v>
                </c:pt>
                <c:pt idx="8911">
                  <c:v>0.863428745</c:v>
                </c:pt>
                <c:pt idx="8912">
                  <c:v>0.863428745</c:v>
                </c:pt>
                <c:pt idx="8913">
                  <c:v>0.863428745</c:v>
                </c:pt>
                <c:pt idx="8914">
                  <c:v>0.863504872</c:v>
                </c:pt>
                <c:pt idx="8915">
                  <c:v>0.863504872</c:v>
                </c:pt>
                <c:pt idx="8916">
                  <c:v>0.863580999</c:v>
                </c:pt>
                <c:pt idx="8917">
                  <c:v>0.863580999</c:v>
                </c:pt>
                <c:pt idx="8918">
                  <c:v>0.863657125</c:v>
                </c:pt>
                <c:pt idx="8919">
                  <c:v>0.863657125</c:v>
                </c:pt>
                <c:pt idx="8920">
                  <c:v>0.863733252</c:v>
                </c:pt>
                <c:pt idx="8921">
                  <c:v>0.863733252</c:v>
                </c:pt>
                <c:pt idx="8922">
                  <c:v>0.863733252</c:v>
                </c:pt>
                <c:pt idx="8923">
                  <c:v>0.863809379</c:v>
                </c:pt>
                <c:pt idx="8924">
                  <c:v>0.863809379</c:v>
                </c:pt>
                <c:pt idx="8925">
                  <c:v>0.863961632</c:v>
                </c:pt>
                <c:pt idx="8926">
                  <c:v>0.863961632</c:v>
                </c:pt>
                <c:pt idx="8927">
                  <c:v>0.864037759</c:v>
                </c:pt>
                <c:pt idx="8928">
                  <c:v>0.864113886</c:v>
                </c:pt>
                <c:pt idx="8929">
                  <c:v>0.864113886</c:v>
                </c:pt>
                <c:pt idx="8930">
                  <c:v>0.864190012</c:v>
                </c:pt>
                <c:pt idx="8931">
                  <c:v>0.864190012</c:v>
                </c:pt>
                <c:pt idx="8932">
                  <c:v>0.864266139</c:v>
                </c:pt>
                <c:pt idx="8933">
                  <c:v>0.864266139</c:v>
                </c:pt>
                <c:pt idx="8934">
                  <c:v>0.864266139</c:v>
                </c:pt>
                <c:pt idx="8935">
                  <c:v>0.864266139</c:v>
                </c:pt>
                <c:pt idx="8936">
                  <c:v>0.864570646</c:v>
                </c:pt>
                <c:pt idx="8937">
                  <c:v>0.864570646</c:v>
                </c:pt>
                <c:pt idx="8938">
                  <c:v>0.864646772</c:v>
                </c:pt>
                <c:pt idx="8939">
                  <c:v>0.864646772</c:v>
                </c:pt>
                <c:pt idx="8940">
                  <c:v>0.864722899</c:v>
                </c:pt>
                <c:pt idx="8941">
                  <c:v>0.864722899</c:v>
                </c:pt>
                <c:pt idx="8942">
                  <c:v>0.864722899</c:v>
                </c:pt>
                <c:pt idx="8943">
                  <c:v>0.864799026</c:v>
                </c:pt>
                <c:pt idx="8944">
                  <c:v>0.864799026</c:v>
                </c:pt>
                <c:pt idx="8945">
                  <c:v>0.864799026</c:v>
                </c:pt>
                <c:pt idx="8946">
                  <c:v>0.864799026</c:v>
                </c:pt>
                <c:pt idx="8947">
                  <c:v>0.864951279</c:v>
                </c:pt>
                <c:pt idx="8948">
                  <c:v>0.864951279</c:v>
                </c:pt>
                <c:pt idx="8949">
                  <c:v>0.865027406</c:v>
                </c:pt>
                <c:pt idx="8950">
                  <c:v>0.865179659</c:v>
                </c:pt>
                <c:pt idx="8951">
                  <c:v>0.865179659</c:v>
                </c:pt>
                <c:pt idx="8952">
                  <c:v>0.865179659</c:v>
                </c:pt>
                <c:pt idx="8953">
                  <c:v>0.865179659</c:v>
                </c:pt>
                <c:pt idx="8954">
                  <c:v>0.865331912</c:v>
                </c:pt>
                <c:pt idx="8955">
                  <c:v>0.865331912</c:v>
                </c:pt>
                <c:pt idx="8956">
                  <c:v>0.865408039</c:v>
                </c:pt>
                <c:pt idx="8957">
                  <c:v>0.865408039</c:v>
                </c:pt>
                <c:pt idx="8958">
                  <c:v>0.865484166</c:v>
                </c:pt>
                <c:pt idx="8959">
                  <c:v>0.865484166</c:v>
                </c:pt>
                <c:pt idx="8960">
                  <c:v>0.865560292</c:v>
                </c:pt>
                <c:pt idx="8961">
                  <c:v>0.865560292</c:v>
                </c:pt>
                <c:pt idx="8962">
                  <c:v>0.865636419</c:v>
                </c:pt>
                <c:pt idx="8963">
                  <c:v>0.865636419</c:v>
                </c:pt>
                <c:pt idx="8964">
                  <c:v>0.865788672</c:v>
                </c:pt>
                <c:pt idx="8965">
                  <c:v>0.865788672</c:v>
                </c:pt>
                <c:pt idx="8966">
                  <c:v>0.865864799</c:v>
                </c:pt>
                <c:pt idx="8967">
                  <c:v>0.865864799</c:v>
                </c:pt>
                <c:pt idx="8968">
                  <c:v>0.865864799</c:v>
                </c:pt>
                <c:pt idx="8969">
                  <c:v>0.865864799</c:v>
                </c:pt>
                <c:pt idx="8970">
                  <c:v>0.865864799</c:v>
                </c:pt>
                <c:pt idx="8971">
                  <c:v>0.866017052</c:v>
                </c:pt>
                <c:pt idx="8972">
                  <c:v>0.866017052</c:v>
                </c:pt>
                <c:pt idx="8973">
                  <c:v>0.866017052</c:v>
                </c:pt>
                <c:pt idx="8974">
                  <c:v>0.866093179</c:v>
                </c:pt>
                <c:pt idx="8975">
                  <c:v>0.866093179</c:v>
                </c:pt>
                <c:pt idx="8976">
                  <c:v>0.866093179</c:v>
                </c:pt>
                <c:pt idx="8977">
                  <c:v>0.866093179</c:v>
                </c:pt>
                <c:pt idx="8978">
                  <c:v>0.866093179</c:v>
                </c:pt>
                <c:pt idx="8979">
                  <c:v>0.866245432</c:v>
                </c:pt>
                <c:pt idx="8980">
                  <c:v>0.866397686</c:v>
                </c:pt>
                <c:pt idx="8981">
                  <c:v>0.866397686</c:v>
                </c:pt>
                <c:pt idx="8982">
                  <c:v>0.866473812</c:v>
                </c:pt>
                <c:pt idx="8983">
                  <c:v>0.866473812</c:v>
                </c:pt>
                <c:pt idx="8984">
                  <c:v>0.866626066</c:v>
                </c:pt>
                <c:pt idx="8985">
                  <c:v>0.866626066</c:v>
                </c:pt>
                <c:pt idx="8986">
                  <c:v>0.866702192</c:v>
                </c:pt>
                <c:pt idx="8987">
                  <c:v>0.866702192</c:v>
                </c:pt>
                <c:pt idx="8988">
                  <c:v>0.866854446</c:v>
                </c:pt>
                <c:pt idx="8989">
                  <c:v>0.866854446</c:v>
                </c:pt>
                <c:pt idx="8990">
                  <c:v>0.866930572</c:v>
                </c:pt>
                <c:pt idx="8991">
                  <c:v>0.866930572</c:v>
                </c:pt>
                <c:pt idx="8992">
                  <c:v>0.866930572</c:v>
                </c:pt>
                <c:pt idx="8993">
                  <c:v>0.867006699</c:v>
                </c:pt>
                <c:pt idx="8994">
                  <c:v>0.867006699</c:v>
                </c:pt>
                <c:pt idx="8995">
                  <c:v>0.867082826</c:v>
                </c:pt>
                <c:pt idx="8996">
                  <c:v>0.867082826</c:v>
                </c:pt>
                <c:pt idx="8997">
                  <c:v>0.867235079</c:v>
                </c:pt>
                <c:pt idx="8998">
                  <c:v>0.867463459</c:v>
                </c:pt>
                <c:pt idx="8999">
                  <c:v>0.867539586</c:v>
                </c:pt>
                <c:pt idx="9000">
                  <c:v>0.867539586</c:v>
                </c:pt>
                <c:pt idx="9001">
                  <c:v>0.867615713</c:v>
                </c:pt>
                <c:pt idx="9002">
                  <c:v>0.867615713</c:v>
                </c:pt>
                <c:pt idx="9003">
                  <c:v>0.867691839</c:v>
                </c:pt>
                <c:pt idx="9004">
                  <c:v>0.867844093</c:v>
                </c:pt>
                <c:pt idx="9005">
                  <c:v>0.867844093</c:v>
                </c:pt>
                <c:pt idx="9006">
                  <c:v>0.867920219</c:v>
                </c:pt>
                <c:pt idx="9007">
                  <c:v>0.867920219</c:v>
                </c:pt>
                <c:pt idx="9008">
                  <c:v>0.867996346</c:v>
                </c:pt>
                <c:pt idx="9009">
                  <c:v>0.867996346</c:v>
                </c:pt>
                <c:pt idx="9010">
                  <c:v>0.868072473</c:v>
                </c:pt>
                <c:pt idx="9011">
                  <c:v>0.868072473</c:v>
                </c:pt>
                <c:pt idx="9012">
                  <c:v>0.868072473</c:v>
                </c:pt>
                <c:pt idx="9013">
                  <c:v>0.868072473</c:v>
                </c:pt>
                <c:pt idx="9014">
                  <c:v>0.868148599</c:v>
                </c:pt>
                <c:pt idx="9015">
                  <c:v>0.868148599</c:v>
                </c:pt>
                <c:pt idx="9016">
                  <c:v>0.868224726</c:v>
                </c:pt>
                <c:pt idx="9017">
                  <c:v>0.868224726</c:v>
                </c:pt>
                <c:pt idx="9018">
                  <c:v>0.868224726</c:v>
                </c:pt>
                <c:pt idx="9019">
                  <c:v>0.868376979</c:v>
                </c:pt>
                <c:pt idx="9020">
                  <c:v>0.868376979</c:v>
                </c:pt>
                <c:pt idx="9021">
                  <c:v>0.868529233</c:v>
                </c:pt>
                <c:pt idx="9022">
                  <c:v>0.868529233</c:v>
                </c:pt>
                <c:pt idx="9023">
                  <c:v>0.868529233</c:v>
                </c:pt>
                <c:pt idx="9024">
                  <c:v>0.868529233</c:v>
                </c:pt>
                <c:pt idx="9025">
                  <c:v>0.868529233</c:v>
                </c:pt>
                <c:pt idx="9026">
                  <c:v>0.868529233</c:v>
                </c:pt>
                <c:pt idx="9027">
                  <c:v>0.868605359</c:v>
                </c:pt>
                <c:pt idx="9028">
                  <c:v>0.868605359</c:v>
                </c:pt>
                <c:pt idx="9029">
                  <c:v>0.868757613</c:v>
                </c:pt>
                <c:pt idx="9030">
                  <c:v>0.868757613</c:v>
                </c:pt>
                <c:pt idx="9031">
                  <c:v>0.868757613</c:v>
                </c:pt>
                <c:pt idx="9032">
                  <c:v>0.868833739</c:v>
                </c:pt>
                <c:pt idx="9033">
                  <c:v>0.869062119</c:v>
                </c:pt>
                <c:pt idx="9034">
                  <c:v>0.869062119</c:v>
                </c:pt>
                <c:pt idx="9035">
                  <c:v>0.869138246</c:v>
                </c:pt>
                <c:pt idx="9036">
                  <c:v>0.869138246</c:v>
                </c:pt>
                <c:pt idx="9037">
                  <c:v>0.869214373</c:v>
                </c:pt>
                <c:pt idx="9038">
                  <c:v>0.869214373</c:v>
                </c:pt>
                <c:pt idx="9039">
                  <c:v>0.869214373</c:v>
                </c:pt>
                <c:pt idx="9040">
                  <c:v>0.869290499</c:v>
                </c:pt>
                <c:pt idx="9041">
                  <c:v>0.869290499</c:v>
                </c:pt>
                <c:pt idx="9042">
                  <c:v>0.869366626</c:v>
                </c:pt>
                <c:pt idx="9043">
                  <c:v>0.869366626</c:v>
                </c:pt>
                <c:pt idx="9044">
                  <c:v>0.869366626</c:v>
                </c:pt>
                <c:pt idx="9045">
                  <c:v>0.869366626</c:v>
                </c:pt>
                <c:pt idx="9046">
                  <c:v>0.869366626</c:v>
                </c:pt>
                <c:pt idx="9047">
                  <c:v>0.869442753</c:v>
                </c:pt>
                <c:pt idx="9048">
                  <c:v>0.869442753</c:v>
                </c:pt>
                <c:pt idx="9049">
                  <c:v>0.869518879</c:v>
                </c:pt>
                <c:pt idx="9050">
                  <c:v>0.869518879</c:v>
                </c:pt>
                <c:pt idx="9051">
                  <c:v>0.869671133</c:v>
                </c:pt>
                <c:pt idx="9052">
                  <c:v>0.869671133</c:v>
                </c:pt>
                <c:pt idx="9053">
                  <c:v>0.869747259</c:v>
                </c:pt>
                <c:pt idx="9054">
                  <c:v>0.869747259</c:v>
                </c:pt>
                <c:pt idx="9055">
                  <c:v>0.869823386</c:v>
                </c:pt>
                <c:pt idx="9056">
                  <c:v>0.869823386</c:v>
                </c:pt>
                <c:pt idx="9057">
                  <c:v>0.869899513</c:v>
                </c:pt>
                <c:pt idx="9058">
                  <c:v>0.869899513</c:v>
                </c:pt>
                <c:pt idx="9059">
                  <c:v>0.869899513</c:v>
                </c:pt>
                <c:pt idx="9060">
                  <c:v>0.869899513</c:v>
                </c:pt>
                <c:pt idx="9061">
                  <c:v>0.870127893</c:v>
                </c:pt>
                <c:pt idx="9062">
                  <c:v>0.870127893</c:v>
                </c:pt>
                <c:pt idx="9063">
                  <c:v>0.870204019</c:v>
                </c:pt>
                <c:pt idx="9064">
                  <c:v>0.870204019</c:v>
                </c:pt>
                <c:pt idx="9065">
                  <c:v>0.870280146</c:v>
                </c:pt>
                <c:pt idx="9066">
                  <c:v>0.870280146</c:v>
                </c:pt>
                <c:pt idx="9067">
                  <c:v>0.870356273</c:v>
                </c:pt>
                <c:pt idx="9068">
                  <c:v>0.870356273</c:v>
                </c:pt>
                <c:pt idx="9069">
                  <c:v>0.870508526</c:v>
                </c:pt>
                <c:pt idx="9070">
                  <c:v>0.870508526</c:v>
                </c:pt>
                <c:pt idx="9071">
                  <c:v>0.870584653</c:v>
                </c:pt>
                <c:pt idx="9072">
                  <c:v>0.870584653</c:v>
                </c:pt>
                <c:pt idx="9073">
                  <c:v>0.870584653</c:v>
                </c:pt>
                <c:pt idx="9074">
                  <c:v>0.87066078</c:v>
                </c:pt>
                <c:pt idx="9075">
                  <c:v>0.87066078</c:v>
                </c:pt>
                <c:pt idx="9076">
                  <c:v>0.87066078</c:v>
                </c:pt>
                <c:pt idx="9077">
                  <c:v>0.87066078</c:v>
                </c:pt>
                <c:pt idx="9078">
                  <c:v>0.870736906</c:v>
                </c:pt>
                <c:pt idx="9079">
                  <c:v>0.870736906</c:v>
                </c:pt>
                <c:pt idx="9080">
                  <c:v>0.870813033</c:v>
                </c:pt>
                <c:pt idx="9081">
                  <c:v>0.870813033</c:v>
                </c:pt>
                <c:pt idx="9082">
                  <c:v>0.87088916</c:v>
                </c:pt>
                <c:pt idx="9083">
                  <c:v>0.87088916</c:v>
                </c:pt>
                <c:pt idx="9084">
                  <c:v>0.87088916</c:v>
                </c:pt>
                <c:pt idx="9085">
                  <c:v>0.870965286</c:v>
                </c:pt>
                <c:pt idx="9086">
                  <c:v>0.870965286</c:v>
                </c:pt>
                <c:pt idx="9087">
                  <c:v>0.871422046</c:v>
                </c:pt>
                <c:pt idx="9088">
                  <c:v>0.871422046</c:v>
                </c:pt>
                <c:pt idx="9089">
                  <c:v>0.8715743</c:v>
                </c:pt>
                <c:pt idx="9090">
                  <c:v>0.8715743</c:v>
                </c:pt>
                <c:pt idx="9091">
                  <c:v>0.871726553</c:v>
                </c:pt>
                <c:pt idx="9092">
                  <c:v>0.871726553</c:v>
                </c:pt>
                <c:pt idx="9093">
                  <c:v>0.871878806</c:v>
                </c:pt>
                <c:pt idx="9094">
                  <c:v>0.871878806</c:v>
                </c:pt>
                <c:pt idx="9095">
                  <c:v>0.871954933</c:v>
                </c:pt>
                <c:pt idx="9096">
                  <c:v>0.871954933</c:v>
                </c:pt>
                <c:pt idx="9097">
                  <c:v>0.87203106</c:v>
                </c:pt>
                <c:pt idx="9098">
                  <c:v>0.87203106</c:v>
                </c:pt>
                <c:pt idx="9099">
                  <c:v>0.872183313</c:v>
                </c:pt>
                <c:pt idx="9100">
                  <c:v>0.872183313</c:v>
                </c:pt>
                <c:pt idx="9101">
                  <c:v>0.87225944</c:v>
                </c:pt>
                <c:pt idx="9102">
                  <c:v>0.87225944</c:v>
                </c:pt>
                <c:pt idx="9103">
                  <c:v>0.872411693</c:v>
                </c:pt>
                <c:pt idx="9104">
                  <c:v>0.87248782</c:v>
                </c:pt>
                <c:pt idx="9105">
                  <c:v>0.87248782</c:v>
                </c:pt>
                <c:pt idx="9106">
                  <c:v>0.872640073</c:v>
                </c:pt>
                <c:pt idx="9107">
                  <c:v>0.872640073</c:v>
                </c:pt>
                <c:pt idx="9108">
                  <c:v>0.8727162</c:v>
                </c:pt>
                <c:pt idx="9109">
                  <c:v>0.8727162</c:v>
                </c:pt>
                <c:pt idx="9110">
                  <c:v>0.872792326</c:v>
                </c:pt>
                <c:pt idx="9111">
                  <c:v>0.872792326</c:v>
                </c:pt>
                <c:pt idx="9112">
                  <c:v>0.872868453</c:v>
                </c:pt>
                <c:pt idx="9113">
                  <c:v>0.872868453</c:v>
                </c:pt>
                <c:pt idx="9114">
                  <c:v>0.873020706</c:v>
                </c:pt>
                <c:pt idx="9115">
                  <c:v>0.873020706</c:v>
                </c:pt>
                <c:pt idx="9116">
                  <c:v>0.873096833</c:v>
                </c:pt>
                <c:pt idx="9117">
                  <c:v>0.873096833</c:v>
                </c:pt>
                <c:pt idx="9118">
                  <c:v>0.87317296</c:v>
                </c:pt>
                <c:pt idx="9119">
                  <c:v>0.87317296</c:v>
                </c:pt>
                <c:pt idx="9120">
                  <c:v>0.873249086</c:v>
                </c:pt>
                <c:pt idx="9121">
                  <c:v>0.87340134</c:v>
                </c:pt>
                <c:pt idx="9122">
                  <c:v>0.87340134</c:v>
                </c:pt>
                <c:pt idx="9123">
                  <c:v>0.87340134</c:v>
                </c:pt>
                <c:pt idx="9124">
                  <c:v>0.87340134</c:v>
                </c:pt>
                <c:pt idx="9125">
                  <c:v>0.87340134</c:v>
                </c:pt>
                <c:pt idx="9126">
                  <c:v>0.87362972</c:v>
                </c:pt>
                <c:pt idx="9127">
                  <c:v>0.873934227</c:v>
                </c:pt>
                <c:pt idx="9128">
                  <c:v>0.873934227</c:v>
                </c:pt>
                <c:pt idx="9129">
                  <c:v>0.874010353</c:v>
                </c:pt>
                <c:pt idx="9130">
                  <c:v>0.874010353</c:v>
                </c:pt>
                <c:pt idx="9131">
                  <c:v>0.87408648</c:v>
                </c:pt>
                <c:pt idx="9132">
                  <c:v>0.87408648</c:v>
                </c:pt>
                <c:pt idx="9133">
                  <c:v>0.874162607</c:v>
                </c:pt>
                <c:pt idx="9134">
                  <c:v>0.87431486</c:v>
                </c:pt>
                <c:pt idx="9135">
                  <c:v>0.87431486</c:v>
                </c:pt>
                <c:pt idx="9136">
                  <c:v>0.874390987</c:v>
                </c:pt>
                <c:pt idx="9137">
                  <c:v>0.874390987</c:v>
                </c:pt>
                <c:pt idx="9138">
                  <c:v>0.874390987</c:v>
                </c:pt>
                <c:pt idx="9139">
                  <c:v>0.874390987</c:v>
                </c:pt>
                <c:pt idx="9140">
                  <c:v>0.874467113</c:v>
                </c:pt>
                <c:pt idx="9141">
                  <c:v>0.874467113</c:v>
                </c:pt>
                <c:pt idx="9142">
                  <c:v>0.874467113</c:v>
                </c:pt>
                <c:pt idx="9143">
                  <c:v>0.874467113</c:v>
                </c:pt>
                <c:pt idx="9144">
                  <c:v>0.87454324</c:v>
                </c:pt>
                <c:pt idx="9145">
                  <c:v>0.87454324</c:v>
                </c:pt>
                <c:pt idx="9146">
                  <c:v>0.874619367</c:v>
                </c:pt>
                <c:pt idx="9147">
                  <c:v>0.874619367</c:v>
                </c:pt>
                <c:pt idx="9148">
                  <c:v>0.874695493</c:v>
                </c:pt>
                <c:pt idx="9149">
                  <c:v>0.874695493</c:v>
                </c:pt>
                <c:pt idx="9150">
                  <c:v>0.874923873</c:v>
                </c:pt>
                <c:pt idx="9151">
                  <c:v>0.874923873</c:v>
                </c:pt>
                <c:pt idx="9152">
                  <c:v>0.875076127</c:v>
                </c:pt>
                <c:pt idx="9153">
                  <c:v>0.875076127</c:v>
                </c:pt>
                <c:pt idx="9154">
                  <c:v>0.87522838</c:v>
                </c:pt>
                <c:pt idx="9155">
                  <c:v>0.87522838</c:v>
                </c:pt>
                <c:pt idx="9156">
                  <c:v>0.875304507</c:v>
                </c:pt>
                <c:pt idx="9157">
                  <c:v>0.875304507</c:v>
                </c:pt>
                <c:pt idx="9158">
                  <c:v>0.875304507</c:v>
                </c:pt>
                <c:pt idx="9159">
                  <c:v>0.875380633</c:v>
                </c:pt>
                <c:pt idx="9160">
                  <c:v>0.875380633</c:v>
                </c:pt>
                <c:pt idx="9161">
                  <c:v>0.875380633</c:v>
                </c:pt>
                <c:pt idx="9162">
                  <c:v>0.875609013</c:v>
                </c:pt>
                <c:pt idx="9163">
                  <c:v>0.875609013</c:v>
                </c:pt>
                <c:pt idx="9164">
                  <c:v>0.875609013</c:v>
                </c:pt>
                <c:pt idx="9165">
                  <c:v>0.8761419</c:v>
                </c:pt>
                <c:pt idx="9166">
                  <c:v>0.8761419</c:v>
                </c:pt>
                <c:pt idx="9167">
                  <c:v>0.8761419</c:v>
                </c:pt>
                <c:pt idx="9168">
                  <c:v>0.8761419</c:v>
                </c:pt>
                <c:pt idx="9169">
                  <c:v>0.8761419</c:v>
                </c:pt>
                <c:pt idx="9170">
                  <c:v>0.8761419</c:v>
                </c:pt>
                <c:pt idx="9171">
                  <c:v>0.876218027</c:v>
                </c:pt>
                <c:pt idx="9172">
                  <c:v>0.876218027</c:v>
                </c:pt>
                <c:pt idx="9173">
                  <c:v>0.87637028</c:v>
                </c:pt>
                <c:pt idx="9174">
                  <c:v>0.87637028</c:v>
                </c:pt>
                <c:pt idx="9175">
                  <c:v>0.876446407</c:v>
                </c:pt>
                <c:pt idx="9176">
                  <c:v>0.876446407</c:v>
                </c:pt>
                <c:pt idx="9177">
                  <c:v>0.876446407</c:v>
                </c:pt>
                <c:pt idx="9178">
                  <c:v>0.876446407</c:v>
                </c:pt>
                <c:pt idx="9179">
                  <c:v>0.876522533</c:v>
                </c:pt>
                <c:pt idx="9180">
                  <c:v>0.876522533</c:v>
                </c:pt>
                <c:pt idx="9181">
                  <c:v>0.87659866</c:v>
                </c:pt>
                <c:pt idx="9182">
                  <c:v>0.87659866</c:v>
                </c:pt>
                <c:pt idx="9183">
                  <c:v>0.876674787</c:v>
                </c:pt>
                <c:pt idx="9184">
                  <c:v>0.876674787</c:v>
                </c:pt>
                <c:pt idx="9185">
                  <c:v>0.876674787</c:v>
                </c:pt>
                <c:pt idx="9186">
                  <c:v>0.876674787</c:v>
                </c:pt>
                <c:pt idx="9187">
                  <c:v>0.876750914</c:v>
                </c:pt>
                <c:pt idx="9188">
                  <c:v>0.876750914</c:v>
                </c:pt>
                <c:pt idx="9189">
                  <c:v>0.87682704</c:v>
                </c:pt>
                <c:pt idx="9190">
                  <c:v>0.87682704</c:v>
                </c:pt>
                <c:pt idx="9191">
                  <c:v>0.876903167</c:v>
                </c:pt>
                <c:pt idx="9192">
                  <c:v>0.876903167</c:v>
                </c:pt>
                <c:pt idx="9193">
                  <c:v>0.877131547</c:v>
                </c:pt>
                <c:pt idx="9194">
                  <c:v>0.877131547</c:v>
                </c:pt>
                <c:pt idx="9195">
                  <c:v>0.877207674</c:v>
                </c:pt>
                <c:pt idx="9196">
                  <c:v>0.877664434</c:v>
                </c:pt>
                <c:pt idx="9197">
                  <c:v>0.877664434</c:v>
                </c:pt>
                <c:pt idx="9198">
                  <c:v>0.87774056</c:v>
                </c:pt>
                <c:pt idx="9199">
                  <c:v>0.87774056</c:v>
                </c:pt>
                <c:pt idx="9200">
                  <c:v>0.877816687</c:v>
                </c:pt>
                <c:pt idx="9201">
                  <c:v>0.877816687</c:v>
                </c:pt>
                <c:pt idx="9202">
                  <c:v>0.87796894</c:v>
                </c:pt>
                <c:pt idx="9203">
                  <c:v>0.87796894</c:v>
                </c:pt>
                <c:pt idx="9204">
                  <c:v>0.878045067</c:v>
                </c:pt>
                <c:pt idx="9205">
                  <c:v>0.878045067</c:v>
                </c:pt>
                <c:pt idx="9206">
                  <c:v>0.87819732</c:v>
                </c:pt>
                <c:pt idx="9207">
                  <c:v>0.87819732</c:v>
                </c:pt>
                <c:pt idx="9208">
                  <c:v>0.878349574</c:v>
                </c:pt>
                <c:pt idx="9209">
                  <c:v>0.878349574</c:v>
                </c:pt>
                <c:pt idx="9210">
                  <c:v>0.878349574</c:v>
                </c:pt>
                <c:pt idx="9211">
                  <c:v>0.878349574</c:v>
                </c:pt>
                <c:pt idx="9212">
                  <c:v>0.878349574</c:v>
                </c:pt>
                <c:pt idx="9213">
                  <c:v>0.878349574</c:v>
                </c:pt>
                <c:pt idx="9214">
                  <c:v>0.8784257</c:v>
                </c:pt>
                <c:pt idx="9215">
                  <c:v>0.8784257</c:v>
                </c:pt>
                <c:pt idx="9216">
                  <c:v>0.878577954</c:v>
                </c:pt>
                <c:pt idx="9217">
                  <c:v>0.878577954</c:v>
                </c:pt>
                <c:pt idx="9218">
                  <c:v>0.87865408</c:v>
                </c:pt>
                <c:pt idx="9219">
                  <c:v>0.87865408</c:v>
                </c:pt>
                <c:pt idx="9220">
                  <c:v>0.87865408</c:v>
                </c:pt>
                <c:pt idx="9221">
                  <c:v>0.87865408</c:v>
                </c:pt>
                <c:pt idx="9222">
                  <c:v>0.878730207</c:v>
                </c:pt>
                <c:pt idx="9223">
                  <c:v>0.878730207</c:v>
                </c:pt>
                <c:pt idx="9224">
                  <c:v>0.878730207</c:v>
                </c:pt>
                <c:pt idx="9225">
                  <c:v>0.878730207</c:v>
                </c:pt>
                <c:pt idx="9226">
                  <c:v>0.878806334</c:v>
                </c:pt>
                <c:pt idx="9227">
                  <c:v>0.878806334</c:v>
                </c:pt>
                <c:pt idx="9228">
                  <c:v>0.87888246</c:v>
                </c:pt>
                <c:pt idx="9229">
                  <c:v>0.87888246</c:v>
                </c:pt>
                <c:pt idx="9230">
                  <c:v>0.87888246</c:v>
                </c:pt>
                <c:pt idx="9231">
                  <c:v>0.879034714</c:v>
                </c:pt>
                <c:pt idx="9232">
                  <c:v>0.879034714</c:v>
                </c:pt>
                <c:pt idx="9233">
                  <c:v>0.87911084</c:v>
                </c:pt>
                <c:pt idx="9234">
                  <c:v>0.87911084</c:v>
                </c:pt>
                <c:pt idx="9235">
                  <c:v>0.879186967</c:v>
                </c:pt>
                <c:pt idx="9236">
                  <c:v>0.879186967</c:v>
                </c:pt>
                <c:pt idx="9237">
                  <c:v>0.87933922</c:v>
                </c:pt>
                <c:pt idx="9238">
                  <c:v>0.87933922</c:v>
                </c:pt>
                <c:pt idx="9239">
                  <c:v>0.87933922</c:v>
                </c:pt>
                <c:pt idx="9240">
                  <c:v>0.879415347</c:v>
                </c:pt>
                <c:pt idx="9241">
                  <c:v>0.879415347</c:v>
                </c:pt>
                <c:pt idx="9242">
                  <c:v>0.879415347</c:v>
                </c:pt>
                <c:pt idx="9243">
                  <c:v>0.879415347</c:v>
                </c:pt>
                <c:pt idx="9244">
                  <c:v>0.8795676</c:v>
                </c:pt>
                <c:pt idx="9245">
                  <c:v>0.8795676</c:v>
                </c:pt>
                <c:pt idx="9246">
                  <c:v>0.879643727</c:v>
                </c:pt>
                <c:pt idx="9247">
                  <c:v>0.879643727</c:v>
                </c:pt>
                <c:pt idx="9248">
                  <c:v>0.879719854</c:v>
                </c:pt>
                <c:pt idx="9249">
                  <c:v>0.879872107</c:v>
                </c:pt>
                <c:pt idx="9250">
                  <c:v>0.879948234</c:v>
                </c:pt>
                <c:pt idx="9251">
                  <c:v>0.879948234</c:v>
                </c:pt>
                <c:pt idx="9252">
                  <c:v>0.880024361</c:v>
                </c:pt>
                <c:pt idx="9253">
                  <c:v>0.880024361</c:v>
                </c:pt>
                <c:pt idx="9254">
                  <c:v>0.880100487</c:v>
                </c:pt>
                <c:pt idx="9255">
                  <c:v>0.880100487</c:v>
                </c:pt>
                <c:pt idx="9256">
                  <c:v>0.880176614</c:v>
                </c:pt>
                <c:pt idx="9257">
                  <c:v>0.880176614</c:v>
                </c:pt>
                <c:pt idx="9258">
                  <c:v>0.880328867</c:v>
                </c:pt>
                <c:pt idx="9259">
                  <c:v>0.880328867</c:v>
                </c:pt>
                <c:pt idx="9260">
                  <c:v>0.880328867</c:v>
                </c:pt>
                <c:pt idx="9261">
                  <c:v>0.880328867</c:v>
                </c:pt>
                <c:pt idx="9262">
                  <c:v>0.880328867</c:v>
                </c:pt>
                <c:pt idx="9263">
                  <c:v>0.880328867</c:v>
                </c:pt>
                <c:pt idx="9264">
                  <c:v>0.880404994</c:v>
                </c:pt>
                <c:pt idx="9265">
                  <c:v>0.880404994</c:v>
                </c:pt>
                <c:pt idx="9266">
                  <c:v>0.880481121</c:v>
                </c:pt>
                <c:pt idx="9267">
                  <c:v>0.880481121</c:v>
                </c:pt>
                <c:pt idx="9268">
                  <c:v>0.880557247</c:v>
                </c:pt>
                <c:pt idx="9269">
                  <c:v>0.880557247</c:v>
                </c:pt>
                <c:pt idx="9270">
                  <c:v>0.880633374</c:v>
                </c:pt>
                <c:pt idx="9271">
                  <c:v>0.880633374</c:v>
                </c:pt>
                <c:pt idx="9272">
                  <c:v>0.880633374</c:v>
                </c:pt>
                <c:pt idx="9273">
                  <c:v>0.880633374</c:v>
                </c:pt>
                <c:pt idx="9274">
                  <c:v>0.880709501</c:v>
                </c:pt>
                <c:pt idx="9275">
                  <c:v>0.880709501</c:v>
                </c:pt>
                <c:pt idx="9276">
                  <c:v>0.880785627</c:v>
                </c:pt>
                <c:pt idx="9277">
                  <c:v>0.880785627</c:v>
                </c:pt>
                <c:pt idx="9278">
                  <c:v>0.880861754</c:v>
                </c:pt>
                <c:pt idx="9279">
                  <c:v>0.880861754</c:v>
                </c:pt>
                <c:pt idx="9280">
                  <c:v>0.881014007</c:v>
                </c:pt>
                <c:pt idx="9281">
                  <c:v>0.881014007</c:v>
                </c:pt>
                <c:pt idx="9282">
                  <c:v>0.881090134</c:v>
                </c:pt>
                <c:pt idx="9283">
                  <c:v>0.881090134</c:v>
                </c:pt>
                <c:pt idx="9284">
                  <c:v>0.881166261</c:v>
                </c:pt>
                <c:pt idx="9285">
                  <c:v>0.881166261</c:v>
                </c:pt>
                <c:pt idx="9286">
                  <c:v>0.881318514</c:v>
                </c:pt>
                <c:pt idx="9287">
                  <c:v>0.881318514</c:v>
                </c:pt>
                <c:pt idx="9288">
                  <c:v>0.881394641</c:v>
                </c:pt>
                <c:pt idx="9289">
                  <c:v>0.881394641</c:v>
                </c:pt>
                <c:pt idx="9290">
                  <c:v>0.881394641</c:v>
                </c:pt>
                <c:pt idx="9291">
                  <c:v>0.881470767</c:v>
                </c:pt>
                <c:pt idx="9292">
                  <c:v>0.881470767</c:v>
                </c:pt>
                <c:pt idx="9293">
                  <c:v>0.881470767</c:v>
                </c:pt>
                <c:pt idx="9294">
                  <c:v>0.881546894</c:v>
                </c:pt>
                <c:pt idx="9295">
                  <c:v>0.881546894</c:v>
                </c:pt>
                <c:pt idx="9296">
                  <c:v>0.881623021</c:v>
                </c:pt>
                <c:pt idx="9297">
                  <c:v>0.881623021</c:v>
                </c:pt>
                <c:pt idx="9298">
                  <c:v>0.881699147</c:v>
                </c:pt>
                <c:pt idx="9299">
                  <c:v>0.881699147</c:v>
                </c:pt>
                <c:pt idx="9300">
                  <c:v>0.881775274</c:v>
                </c:pt>
                <c:pt idx="9301">
                  <c:v>0.881775274</c:v>
                </c:pt>
                <c:pt idx="9302">
                  <c:v>0.881775274</c:v>
                </c:pt>
                <c:pt idx="9303">
                  <c:v>0.881775274</c:v>
                </c:pt>
                <c:pt idx="9304">
                  <c:v>0.881851401</c:v>
                </c:pt>
                <c:pt idx="9305">
                  <c:v>0.881851401</c:v>
                </c:pt>
                <c:pt idx="9306">
                  <c:v>0.881927527</c:v>
                </c:pt>
                <c:pt idx="9307">
                  <c:v>0.881927527</c:v>
                </c:pt>
                <c:pt idx="9308">
                  <c:v>0.882155907</c:v>
                </c:pt>
                <c:pt idx="9309">
                  <c:v>0.882155907</c:v>
                </c:pt>
                <c:pt idx="9310">
                  <c:v>0.882232034</c:v>
                </c:pt>
                <c:pt idx="9311">
                  <c:v>0.882384287</c:v>
                </c:pt>
                <c:pt idx="9312">
                  <c:v>0.882460414</c:v>
                </c:pt>
                <c:pt idx="9313">
                  <c:v>0.882460414</c:v>
                </c:pt>
                <c:pt idx="9314">
                  <c:v>0.882536541</c:v>
                </c:pt>
                <c:pt idx="9315">
                  <c:v>0.882536541</c:v>
                </c:pt>
                <c:pt idx="9316">
                  <c:v>0.882612667</c:v>
                </c:pt>
                <c:pt idx="9317">
                  <c:v>0.882612667</c:v>
                </c:pt>
                <c:pt idx="9318">
                  <c:v>0.882764921</c:v>
                </c:pt>
                <c:pt idx="9319">
                  <c:v>0.882764921</c:v>
                </c:pt>
                <c:pt idx="9320">
                  <c:v>0.882993301</c:v>
                </c:pt>
                <c:pt idx="9321">
                  <c:v>0.882993301</c:v>
                </c:pt>
                <c:pt idx="9322">
                  <c:v>0.883145554</c:v>
                </c:pt>
                <c:pt idx="9323">
                  <c:v>0.883145554</c:v>
                </c:pt>
                <c:pt idx="9324">
                  <c:v>0.883221681</c:v>
                </c:pt>
                <c:pt idx="9325">
                  <c:v>0.883297808</c:v>
                </c:pt>
                <c:pt idx="9326">
                  <c:v>0.883373934</c:v>
                </c:pt>
                <c:pt idx="9327">
                  <c:v>0.883373934</c:v>
                </c:pt>
                <c:pt idx="9328">
                  <c:v>0.883450061</c:v>
                </c:pt>
                <c:pt idx="9329">
                  <c:v>0.883450061</c:v>
                </c:pt>
                <c:pt idx="9330">
                  <c:v>0.883526188</c:v>
                </c:pt>
                <c:pt idx="9331">
                  <c:v>0.883526188</c:v>
                </c:pt>
                <c:pt idx="9332">
                  <c:v>0.883602314</c:v>
                </c:pt>
                <c:pt idx="9333">
                  <c:v>0.883754568</c:v>
                </c:pt>
                <c:pt idx="9334">
                  <c:v>0.883982948</c:v>
                </c:pt>
                <c:pt idx="9335">
                  <c:v>0.883982948</c:v>
                </c:pt>
                <c:pt idx="9336">
                  <c:v>0.883982948</c:v>
                </c:pt>
                <c:pt idx="9337">
                  <c:v>0.884059074</c:v>
                </c:pt>
                <c:pt idx="9338">
                  <c:v>0.884135201</c:v>
                </c:pt>
                <c:pt idx="9339">
                  <c:v>0.884135201</c:v>
                </c:pt>
                <c:pt idx="9340">
                  <c:v>0.884211328</c:v>
                </c:pt>
                <c:pt idx="9341">
                  <c:v>0.884211328</c:v>
                </c:pt>
                <c:pt idx="9342">
                  <c:v>0.884287454</c:v>
                </c:pt>
                <c:pt idx="9343">
                  <c:v>0.884287454</c:v>
                </c:pt>
                <c:pt idx="9344">
                  <c:v>0.884363581</c:v>
                </c:pt>
                <c:pt idx="9345">
                  <c:v>0.884363581</c:v>
                </c:pt>
                <c:pt idx="9346">
                  <c:v>0.884439708</c:v>
                </c:pt>
                <c:pt idx="9347">
                  <c:v>0.884439708</c:v>
                </c:pt>
                <c:pt idx="9348">
                  <c:v>0.884515834</c:v>
                </c:pt>
                <c:pt idx="9349">
                  <c:v>0.884515834</c:v>
                </c:pt>
                <c:pt idx="9350">
                  <c:v>0.884515834</c:v>
                </c:pt>
                <c:pt idx="9351">
                  <c:v>0.884591961</c:v>
                </c:pt>
                <c:pt idx="9352">
                  <c:v>0.884591961</c:v>
                </c:pt>
                <c:pt idx="9353">
                  <c:v>0.884668088</c:v>
                </c:pt>
                <c:pt idx="9354">
                  <c:v>0.884668088</c:v>
                </c:pt>
                <c:pt idx="9355">
                  <c:v>0.884744214</c:v>
                </c:pt>
                <c:pt idx="9356">
                  <c:v>0.884744214</c:v>
                </c:pt>
                <c:pt idx="9357">
                  <c:v>0.884744214</c:v>
                </c:pt>
                <c:pt idx="9358">
                  <c:v>0.884820341</c:v>
                </c:pt>
                <c:pt idx="9359">
                  <c:v>0.884820341</c:v>
                </c:pt>
                <c:pt idx="9360">
                  <c:v>0.884896468</c:v>
                </c:pt>
                <c:pt idx="9361">
                  <c:v>0.884896468</c:v>
                </c:pt>
                <c:pt idx="9362">
                  <c:v>0.884896468</c:v>
                </c:pt>
                <c:pt idx="9363">
                  <c:v>0.884896468</c:v>
                </c:pt>
                <c:pt idx="9364">
                  <c:v>0.885277101</c:v>
                </c:pt>
                <c:pt idx="9365">
                  <c:v>0.885277101</c:v>
                </c:pt>
                <c:pt idx="9366">
                  <c:v>0.885277101</c:v>
                </c:pt>
                <c:pt idx="9367">
                  <c:v>0.885353228</c:v>
                </c:pt>
                <c:pt idx="9368">
                  <c:v>0.885353228</c:v>
                </c:pt>
                <c:pt idx="9369">
                  <c:v>0.885505481</c:v>
                </c:pt>
                <c:pt idx="9370">
                  <c:v>0.885505481</c:v>
                </c:pt>
                <c:pt idx="9371">
                  <c:v>0.885505481</c:v>
                </c:pt>
                <c:pt idx="9372">
                  <c:v>0.885505481</c:v>
                </c:pt>
                <c:pt idx="9373">
                  <c:v>0.885657734</c:v>
                </c:pt>
                <c:pt idx="9374">
                  <c:v>0.885657734</c:v>
                </c:pt>
                <c:pt idx="9375">
                  <c:v>0.885733861</c:v>
                </c:pt>
                <c:pt idx="9376">
                  <c:v>0.885733861</c:v>
                </c:pt>
                <c:pt idx="9377">
                  <c:v>0.885886114</c:v>
                </c:pt>
                <c:pt idx="9378">
                  <c:v>0.885886114</c:v>
                </c:pt>
                <c:pt idx="9379">
                  <c:v>0.886038368</c:v>
                </c:pt>
                <c:pt idx="9380">
                  <c:v>0.886038368</c:v>
                </c:pt>
                <c:pt idx="9381">
                  <c:v>0.886114495</c:v>
                </c:pt>
                <c:pt idx="9382">
                  <c:v>0.886114495</c:v>
                </c:pt>
                <c:pt idx="9383">
                  <c:v>0.886190621</c:v>
                </c:pt>
                <c:pt idx="9384">
                  <c:v>0.886190621</c:v>
                </c:pt>
                <c:pt idx="9385">
                  <c:v>0.886342875</c:v>
                </c:pt>
                <c:pt idx="9386">
                  <c:v>0.886342875</c:v>
                </c:pt>
                <c:pt idx="9387">
                  <c:v>0.886419001</c:v>
                </c:pt>
                <c:pt idx="9388">
                  <c:v>0.886419001</c:v>
                </c:pt>
                <c:pt idx="9389">
                  <c:v>0.886495128</c:v>
                </c:pt>
                <c:pt idx="9390">
                  <c:v>0.886495128</c:v>
                </c:pt>
                <c:pt idx="9391">
                  <c:v>0.886571255</c:v>
                </c:pt>
                <c:pt idx="9392">
                  <c:v>0.886723508</c:v>
                </c:pt>
                <c:pt idx="9393">
                  <c:v>0.886723508</c:v>
                </c:pt>
                <c:pt idx="9394">
                  <c:v>0.886723508</c:v>
                </c:pt>
                <c:pt idx="9395">
                  <c:v>0.886723508</c:v>
                </c:pt>
                <c:pt idx="9396">
                  <c:v>0.886799635</c:v>
                </c:pt>
                <c:pt idx="9397">
                  <c:v>0.886799635</c:v>
                </c:pt>
                <c:pt idx="9398">
                  <c:v>0.886799635</c:v>
                </c:pt>
                <c:pt idx="9399">
                  <c:v>0.886799635</c:v>
                </c:pt>
                <c:pt idx="9400">
                  <c:v>0.886951888</c:v>
                </c:pt>
                <c:pt idx="9401">
                  <c:v>0.886951888</c:v>
                </c:pt>
                <c:pt idx="9402">
                  <c:v>0.887028015</c:v>
                </c:pt>
                <c:pt idx="9403">
                  <c:v>0.887028015</c:v>
                </c:pt>
                <c:pt idx="9404">
                  <c:v>0.887104141</c:v>
                </c:pt>
                <c:pt idx="9405">
                  <c:v>0.887104141</c:v>
                </c:pt>
                <c:pt idx="9406">
                  <c:v>0.887180268</c:v>
                </c:pt>
                <c:pt idx="9407">
                  <c:v>0.887180268</c:v>
                </c:pt>
                <c:pt idx="9408">
                  <c:v>0.887332521</c:v>
                </c:pt>
                <c:pt idx="9409">
                  <c:v>0.887332521</c:v>
                </c:pt>
                <c:pt idx="9410">
                  <c:v>0.887408648</c:v>
                </c:pt>
                <c:pt idx="9411">
                  <c:v>0.887408648</c:v>
                </c:pt>
                <c:pt idx="9412">
                  <c:v>0.887408648</c:v>
                </c:pt>
                <c:pt idx="9413">
                  <c:v>0.887408648</c:v>
                </c:pt>
                <c:pt idx="9414">
                  <c:v>0.887484775</c:v>
                </c:pt>
                <c:pt idx="9415">
                  <c:v>0.887484775</c:v>
                </c:pt>
                <c:pt idx="9416">
                  <c:v>0.887560901</c:v>
                </c:pt>
                <c:pt idx="9417">
                  <c:v>0.887560901</c:v>
                </c:pt>
                <c:pt idx="9418">
                  <c:v>0.887637028</c:v>
                </c:pt>
                <c:pt idx="9419">
                  <c:v>0.887637028</c:v>
                </c:pt>
                <c:pt idx="9420">
                  <c:v>0.887789281</c:v>
                </c:pt>
                <c:pt idx="9421">
                  <c:v>0.887789281</c:v>
                </c:pt>
                <c:pt idx="9422">
                  <c:v>0.887789281</c:v>
                </c:pt>
                <c:pt idx="9423">
                  <c:v>0.887789281</c:v>
                </c:pt>
                <c:pt idx="9424">
                  <c:v>0.887865408</c:v>
                </c:pt>
                <c:pt idx="9425">
                  <c:v>0.887865408</c:v>
                </c:pt>
                <c:pt idx="9426">
                  <c:v>0.888017661</c:v>
                </c:pt>
                <c:pt idx="9427">
                  <c:v>0.888017661</c:v>
                </c:pt>
                <c:pt idx="9428">
                  <c:v>0.888169915</c:v>
                </c:pt>
                <c:pt idx="9429">
                  <c:v>0.888169915</c:v>
                </c:pt>
                <c:pt idx="9430">
                  <c:v>0.888246041</c:v>
                </c:pt>
                <c:pt idx="9431">
                  <c:v>0.888246041</c:v>
                </c:pt>
                <c:pt idx="9432">
                  <c:v>0.888398295</c:v>
                </c:pt>
                <c:pt idx="9433">
                  <c:v>0.888398295</c:v>
                </c:pt>
                <c:pt idx="9434">
                  <c:v>0.888398295</c:v>
                </c:pt>
                <c:pt idx="9435">
                  <c:v>0.888398295</c:v>
                </c:pt>
                <c:pt idx="9436">
                  <c:v>0.888398295</c:v>
                </c:pt>
                <c:pt idx="9437">
                  <c:v>0.888398295</c:v>
                </c:pt>
                <c:pt idx="9438">
                  <c:v>0.888474421</c:v>
                </c:pt>
                <c:pt idx="9439">
                  <c:v>0.888474421</c:v>
                </c:pt>
                <c:pt idx="9440">
                  <c:v>0.888474421</c:v>
                </c:pt>
                <c:pt idx="9441">
                  <c:v>0.888550548</c:v>
                </c:pt>
                <c:pt idx="9442">
                  <c:v>0.888550548</c:v>
                </c:pt>
                <c:pt idx="9443">
                  <c:v>0.888550548</c:v>
                </c:pt>
                <c:pt idx="9444">
                  <c:v>0.888626675</c:v>
                </c:pt>
                <c:pt idx="9445">
                  <c:v>0.888626675</c:v>
                </c:pt>
                <c:pt idx="9446">
                  <c:v>0.888702801</c:v>
                </c:pt>
                <c:pt idx="9447">
                  <c:v>0.888702801</c:v>
                </c:pt>
                <c:pt idx="9448">
                  <c:v>0.888855055</c:v>
                </c:pt>
                <c:pt idx="9449">
                  <c:v>0.888855055</c:v>
                </c:pt>
                <c:pt idx="9450">
                  <c:v>0.888931181</c:v>
                </c:pt>
                <c:pt idx="9451">
                  <c:v>0.888931181</c:v>
                </c:pt>
                <c:pt idx="9452">
                  <c:v>0.888931181</c:v>
                </c:pt>
                <c:pt idx="9453">
                  <c:v>0.889083435</c:v>
                </c:pt>
                <c:pt idx="9454">
                  <c:v>0.889235688</c:v>
                </c:pt>
                <c:pt idx="9455">
                  <c:v>0.889235688</c:v>
                </c:pt>
                <c:pt idx="9456">
                  <c:v>0.889387942</c:v>
                </c:pt>
                <c:pt idx="9457">
                  <c:v>0.889387942</c:v>
                </c:pt>
                <c:pt idx="9458">
                  <c:v>0.889464068</c:v>
                </c:pt>
                <c:pt idx="9459">
                  <c:v>0.889464068</c:v>
                </c:pt>
                <c:pt idx="9460">
                  <c:v>0.889616322</c:v>
                </c:pt>
                <c:pt idx="9461">
                  <c:v>0.889616322</c:v>
                </c:pt>
                <c:pt idx="9462">
                  <c:v>0.889692448</c:v>
                </c:pt>
                <c:pt idx="9463">
                  <c:v>0.889844702</c:v>
                </c:pt>
                <c:pt idx="9464">
                  <c:v>0.889844702</c:v>
                </c:pt>
                <c:pt idx="9465">
                  <c:v>0.889920828</c:v>
                </c:pt>
                <c:pt idx="9466">
                  <c:v>0.889920828</c:v>
                </c:pt>
                <c:pt idx="9467">
                  <c:v>0.889996955</c:v>
                </c:pt>
                <c:pt idx="9468">
                  <c:v>0.889996955</c:v>
                </c:pt>
                <c:pt idx="9469">
                  <c:v>0.890149208</c:v>
                </c:pt>
                <c:pt idx="9470">
                  <c:v>0.890149208</c:v>
                </c:pt>
                <c:pt idx="9471">
                  <c:v>0.890149208</c:v>
                </c:pt>
                <c:pt idx="9472">
                  <c:v>0.890149208</c:v>
                </c:pt>
                <c:pt idx="9473">
                  <c:v>0.890149208</c:v>
                </c:pt>
                <c:pt idx="9474">
                  <c:v>0.890149208</c:v>
                </c:pt>
                <c:pt idx="9475">
                  <c:v>0.890529842</c:v>
                </c:pt>
                <c:pt idx="9476">
                  <c:v>0.890529842</c:v>
                </c:pt>
                <c:pt idx="9477">
                  <c:v>0.890605968</c:v>
                </c:pt>
                <c:pt idx="9478">
                  <c:v>0.890605968</c:v>
                </c:pt>
                <c:pt idx="9479">
                  <c:v>0.890758222</c:v>
                </c:pt>
                <c:pt idx="9480">
                  <c:v>0.890758222</c:v>
                </c:pt>
                <c:pt idx="9481">
                  <c:v>0.890758222</c:v>
                </c:pt>
                <c:pt idx="9482">
                  <c:v>0.890758222</c:v>
                </c:pt>
                <c:pt idx="9483">
                  <c:v>0.890834348</c:v>
                </c:pt>
                <c:pt idx="9484">
                  <c:v>0.890834348</c:v>
                </c:pt>
                <c:pt idx="9485">
                  <c:v>0.891062728</c:v>
                </c:pt>
                <c:pt idx="9486">
                  <c:v>0.891062728</c:v>
                </c:pt>
                <c:pt idx="9487">
                  <c:v>0.891062728</c:v>
                </c:pt>
                <c:pt idx="9488">
                  <c:v>0.891138855</c:v>
                </c:pt>
                <c:pt idx="9489">
                  <c:v>0.891138855</c:v>
                </c:pt>
                <c:pt idx="9490">
                  <c:v>0.891214982</c:v>
                </c:pt>
                <c:pt idx="9491">
                  <c:v>0.891214982</c:v>
                </c:pt>
                <c:pt idx="9492">
                  <c:v>0.891291108</c:v>
                </c:pt>
                <c:pt idx="9493">
                  <c:v>0.891291108</c:v>
                </c:pt>
                <c:pt idx="9494">
                  <c:v>0.891367235</c:v>
                </c:pt>
                <c:pt idx="9495">
                  <c:v>0.891367235</c:v>
                </c:pt>
                <c:pt idx="9496">
                  <c:v>0.891367235</c:v>
                </c:pt>
                <c:pt idx="9497">
                  <c:v>0.891367235</c:v>
                </c:pt>
                <c:pt idx="9498">
                  <c:v>0.891443362</c:v>
                </c:pt>
                <c:pt idx="9499">
                  <c:v>0.891443362</c:v>
                </c:pt>
                <c:pt idx="9500">
                  <c:v>0.891443362</c:v>
                </c:pt>
                <c:pt idx="9501">
                  <c:v>0.891595615</c:v>
                </c:pt>
                <c:pt idx="9502">
                  <c:v>0.891595615</c:v>
                </c:pt>
                <c:pt idx="9503">
                  <c:v>0.891671742</c:v>
                </c:pt>
                <c:pt idx="9504">
                  <c:v>0.891671742</c:v>
                </c:pt>
                <c:pt idx="9505">
                  <c:v>0.891747868</c:v>
                </c:pt>
                <c:pt idx="9506">
                  <c:v>0.891747868</c:v>
                </c:pt>
                <c:pt idx="9507">
                  <c:v>0.891823995</c:v>
                </c:pt>
                <c:pt idx="9508">
                  <c:v>0.891823995</c:v>
                </c:pt>
                <c:pt idx="9509">
                  <c:v>0.891823995</c:v>
                </c:pt>
                <c:pt idx="9510">
                  <c:v>0.891900122</c:v>
                </c:pt>
                <c:pt idx="9511">
                  <c:v>0.891900122</c:v>
                </c:pt>
                <c:pt idx="9512">
                  <c:v>0.891976248</c:v>
                </c:pt>
                <c:pt idx="9513">
                  <c:v>0.891976248</c:v>
                </c:pt>
                <c:pt idx="9514">
                  <c:v>0.892052375</c:v>
                </c:pt>
                <c:pt idx="9515">
                  <c:v>0.892128502</c:v>
                </c:pt>
                <c:pt idx="9516">
                  <c:v>0.892128502</c:v>
                </c:pt>
                <c:pt idx="9517">
                  <c:v>0.892204629</c:v>
                </c:pt>
                <c:pt idx="9518">
                  <c:v>0.892204629</c:v>
                </c:pt>
                <c:pt idx="9519">
                  <c:v>0.892280755</c:v>
                </c:pt>
                <c:pt idx="9520">
                  <c:v>0.892280755</c:v>
                </c:pt>
                <c:pt idx="9521">
                  <c:v>0.892280755</c:v>
                </c:pt>
                <c:pt idx="9522">
                  <c:v>0.892280755</c:v>
                </c:pt>
                <c:pt idx="9523">
                  <c:v>0.892356882</c:v>
                </c:pt>
                <c:pt idx="9524">
                  <c:v>0.892356882</c:v>
                </c:pt>
                <c:pt idx="9525">
                  <c:v>0.892433009</c:v>
                </c:pt>
                <c:pt idx="9526">
                  <c:v>0.892433009</c:v>
                </c:pt>
                <c:pt idx="9527">
                  <c:v>0.892509135</c:v>
                </c:pt>
                <c:pt idx="9528">
                  <c:v>0.892509135</c:v>
                </c:pt>
                <c:pt idx="9529">
                  <c:v>0.892585262</c:v>
                </c:pt>
                <c:pt idx="9530">
                  <c:v>0.892585262</c:v>
                </c:pt>
                <c:pt idx="9531">
                  <c:v>0.892661389</c:v>
                </c:pt>
                <c:pt idx="9532">
                  <c:v>0.892661389</c:v>
                </c:pt>
                <c:pt idx="9533">
                  <c:v>0.892661389</c:v>
                </c:pt>
                <c:pt idx="9534">
                  <c:v>0.892661389</c:v>
                </c:pt>
                <c:pt idx="9535">
                  <c:v>0.892813642</c:v>
                </c:pt>
                <c:pt idx="9536">
                  <c:v>0.892813642</c:v>
                </c:pt>
                <c:pt idx="9537">
                  <c:v>0.892813642</c:v>
                </c:pt>
                <c:pt idx="9538">
                  <c:v>0.892889769</c:v>
                </c:pt>
                <c:pt idx="9539">
                  <c:v>0.892889769</c:v>
                </c:pt>
                <c:pt idx="9540">
                  <c:v>0.893042022</c:v>
                </c:pt>
                <c:pt idx="9541">
                  <c:v>0.893042022</c:v>
                </c:pt>
                <c:pt idx="9542">
                  <c:v>0.893042022</c:v>
                </c:pt>
                <c:pt idx="9543">
                  <c:v>0.893042022</c:v>
                </c:pt>
                <c:pt idx="9544">
                  <c:v>0.893042022</c:v>
                </c:pt>
                <c:pt idx="9545">
                  <c:v>0.893270402</c:v>
                </c:pt>
                <c:pt idx="9546">
                  <c:v>0.893422655</c:v>
                </c:pt>
                <c:pt idx="9547">
                  <c:v>0.893422655</c:v>
                </c:pt>
                <c:pt idx="9548">
                  <c:v>0.893422655</c:v>
                </c:pt>
                <c:pt idx="9549">
                  <c:v>0.893422655</c:v>
                </c:pt>
                <c:pt idx="9550">
                  <c:v>0.893498782</c:v>
                </c:pt>
                <c:pt idx="9551">
                  <c:v>0.893498782</c:v>
                </c:pt>
                <c:pt idx="9552">
                  <c:v>0.893651035</c:v>
                </c:pt>
                <c:pt idx="9553">
                  <c:v>0.893651035</c:v>
                </c:pt>
                <c:pt idx="9554">
                  <c:v>0.893727162</c:v>
                </c:pt>
                <c:pt idx="9555">
                  <c:v>0.893727162</c:v>
                </c:pt>
                <c:pt idx="9556">
                  <c:v>0.893803289</c:v>
                </c:pt>
                <c:pt idx="9557">
                  <c:v>0.893803289</c:v>
                </c:pt>
                <c:pt idx="9558">
                  <c:v>0.893879415</c:v>
                </c:pt>
                <c:pt idx="9559">
                  <c:v>0.893879415</c:v>
                </c:pt>
                <c:pt idx="9560">
                  <c:v>0.893955542</c:v>
                </c:pt>
                <c:pt idx="9561">
                  <c:v>0.893955542</c:v>
                </c:pt>
                <c:pt idx="9562">
                  <c:v>0.893955542</c:v>
                </c:pt>
                <c:pt idx="9563">
                  <c:v>0.893955542</c:v>
                </c:pt>
                <c:pt idx="9564">
                  <c:v>0.893955542</c:v>
                </c:pt>
                <c:pt idx="9565">
                  <c:v>0.893955542</c:v>
                </c:pt>
                <c:pt idx="9566">
                  <c:v>0.894107795</c:v>
                </c:pt>
                <c:pt idx="9567">
                  <c:v>0.894107795</c:v>
                </c:pt>
                <c:pt idx="9568">
                  <c:v>0.894183922</c:v>
                </c:pt>
                <c:pt idx="9569">
                  <c:v>0.894183922</c:v>
                </c:pt>
                <c:pt idx="9570">
                  <c:v>0.894183922</c:v>
                </c:pt>
                <c:pt idx="9571">
                  <c:v>0.894183922</c:v>
                </c:pt>
                <c:pt idx="9572">
                  <c:v>0.894412302</c:v>
                </c:pt>
                <c:pt idx="9573">
                  <c:v>0.894412302</c:v>
                </c:pt>
                <c:pt idx="9574">
                  <c:v>0.894488429</c:v>
                </c:pt>
                <c:pt idx="9575">
                  <c:v>0.894488429</c:v>
                </c:pt>
                <c:pt idx="9576">
                  <c:v>0.894564555</c:v>
                </c:pt>
                <c:pt idx="9577">
                  <c:v>0.894564555</c:v>
                </c:pt>
                <c:pt idx="9578">
                  <c:v>0.894640682</c:v>
                </c:pt>
                <c:pt idx="9579">
                  <c:v>0.894640682</c:v>
                </c:pt>
                <c:pt idx="9580">
                  <c:v>0.894640682</c:v>
                </c:pt>
                <c:pt idx="9581">
                  <c:v>0.894640682</c:v>
                </c:pt>
                <c:pt idx="9582">
                  <c:v>0.894640682</c:v>
                </c:pt>
                <c:pt idx="9583">
                  <c:v>0.894640682</c:v>
                </c:pt>
                <c:pt idx="9584">
                  <c:v>0.894792935</c:v>
                </c:pt>
                <c:pt idx="9585">
                  <c:v>0.894792935</c:v>
                </c:pt>
                <c:pt idx="9586">
                  <c:v>0.894869062</c:v>
                </c:pt>
                <c:pt idx="9587">
                  <c:v>0.894869062</c:v>
                </c:pt>
                <c:pt idx="9588">
                  <c:v>0.894869062</c:v>
                </c:pt>
                <c:pt idx="9589">
                  <c:v>0.894869062</c:v>
                </c:pt>
                <c:pt idx="9590">
                  <c:v>0.894869062</c:v>
                </c:pt>
                <c:pt idx="9591">
                  <c:v>0.895021315</c:v>
                </c:pt>
                <c:pt idx="9592">
                  <c:v>0.895021315</c:v>
                </c:pt>
                <c:pt idx="9593">
                  <c:v>0.895097442</c:v>
                </c:pt>
                <c:pt idx="9594">
                  <c:v>0.895097442</c:v>
                </c:pt>
                <c:pt idx="9595">
                  <c:v>0.895325822</c:v>
                </c:pt>
                <c:pt idx="9596">
                  <c:v>0.895325822</c:v>
                </c:pt>
                <c:pt idx="9597">
                  <c:v>0.895401949</c:v>
                </c:pt>
                <c:pt idx="9598">
                  <c:v>0.895401949</c:v>
                </c:pt>
                <c:pt idx="9599">
                  <c:v>0.895401949</c:v>
                </c:pt>
                <c:pt idx="9600">
                  <c:v>0.895554202</c:v>
                </c:pt>
                <c:pt idx="9601">
                  <c:v>0.895554202</c:v>
                </c:pt>
                <c:pt idx="9602">
                  <c:v>0.895630329</c:v>
                </c:pt>
                <c:pt idx="9603">
                  <c:v>0.895630329</c:v>
                </c:pt>
                <c:pt idx="9604">
                  <c:v>0.895782582</c:v>
                </c:pt>
                <c:pt idx="9605">
                  <c:v>0.895782582</c:v>
                </c:pt>
                <c:pt idx="9606">
                  <c:v>0.895858709</c:v>
                </c:pt>
                <c:pt idx="9607">
                  <c:v>0.895858709</c:v>
                </c:pt>
                <c:pt idx="9608">
                  <c:v>0.895934836</c:v>
                </c:pt>
                <c:pt idx="9609">
                  <c:v>0.895934836</c:v>
                </c:pt>
                <c:pt idx="9610">
                  <c:v>0.896087089</c:v>
                </c:pt>
                <c:pt idx="9611">
                  <c:v>0.896087089</c:v>
                </c:pt>
                <c:pt idx="9612">
                  <c:v>0.896239342</c:v>
                </c:pt>
                <c:pt idx="9613">
                  <c:v>0.896239342</c:v>
                </c:pt>
                <c:pt idx="9614">
                  <c:v>0.896239342</c:v>
                </c:pt>
                <c:pt idx="9615">
                  <c:v>0.896315469</c:v>
                </c:pt>
                <c:pt idx="9616">
                  <c:v>0.896315469</c:v>
                </c:pt>
                <c:pt idx="9617">
                  <c:v>0.896315469</c:v>
                </c:pt>
                <c:pt idx="9618">
                  <c:v>0.896391596</c:v>
                </c:pt>
                <c:pt idx="9619">
                  <c:v>0.896391596</c:v>
                </c:pt>
                <c:pt idx="9620">
                  <c:v>0.896467722</c:v>
                </c:pt>
                <c:pt idx="9621">
                  <c:v>0.896467722</c:v>
                </c:pt>
                <c:pt idx="9622">
                  <c:v>0.896543849</c:v>
                </c:pt>
                <c:pt idx="9623">
                  <c:v>0.896543849</c:v>
                </c:pt>
                <c:pt idx="9624">
                  <c:v>0.896619976</c:v>
                </c:pt>
                <c:pt idx="9625">
                  <c:v>0.896619976</c:v>
                </c:pt>
                <c:pt idx="9626">
                  <c:v>0.896772229</c:v>
                </c:pt>
                <c:pt idx="9627">
                  <c:v>0.896772229</c:v>
                </c:pt>
                <c:pt idx="9628">
                  <c:v>0.896848356</c:v>
                </c:pt>
                <c:pt idx="9629">
                  <c:v>0.896848356</c:v>
                </c:pt>
                <c:pt idx="9630">
                  <c:v>0.896924482</c:v>
                </c:pt>
                <c:pt idx="9631">
                  <c:v>0.896924482</c:v>
                </c:pt>
                <c:pt idx="9632">
                  <c:v>0.896924482</c:v>
                </c:pt>
                <c:pt idx="9633">
                  <c:v>0.896924482</c:v>
                </c:pt>
                <c:pt idx="9634">
                  <c:v>0.897000609</c:v>
                </c:pt>
                <c:pt idx="9635">
                  <c:v>0.897000609</c:v>
                </c:pt>
                <c:pt idx="9636">
                  <c:v>0.897076736</c:v>
                </c:pt>
                <c:pt idx="9637">
                  <c:v>0.897076736</c:v>
                </c:pt>
                <c:pt idx="9638">
                  <c:v>0.897228989</c:v>
                </c:pt>
                <c:pt idx="9639">
                  <c:v>0.897228989</c:v>
                </c:pt>
                <c:pt idx="9640">
                  <c:v>0.897305116</c:v>
                </c:pt>
                <c:pt idx="9641">
                  <c:v>0.897305116</c:v>
                </c:pt>
                <c:pt idx="9642">
                  <c:v>0.897381242</c:v>
                </c:pt>
                <c:pt idx="9643">
                  <c:v>0.897533496</c:v>
                </c:pt>
                <c:pt idx="9644">
                  <c:v>0.897533496</c:v>
                </c:pt>
                <c:pt idx="9645">
                  <c:v>0.897533496</c:v>
                </c:pt>
                <c:pt idx="9646">
                  <c:v>0.897609622</c:v>
                </c:pt>
                <c:pt idx="9647">
                  <c:v>0.897609622</c:v>
                </c:pt>
                <c:pt idx="9648">
                  <c:v>0.897609622</c:v>
                </c:pt>
                <c:pt idx="9649">
                  <c:v>0.897609622</c:v>
                </c:pt>
                <c:pt idx="9650">
                  <c:v>0.897685749</c:v>
                </c:pt>
                <c:pt idx="9651">
                  <c:v>0.897685749</c:v>
                </c:pt>
                <c:pt idx="9652">
                  <c:v>0.897685749</c:v>
                </c:pt>
                <c:pt idx="9653">
                  <c:v>0.897761876</c:v>
                </c:pt>
                <c:pt idx="9654">
                  <c:v>0.897761876</c:v>
                </c:pt>
                <c:pt idx="9655">
                  <c:v>0.897838002</c:v>
                </c:pt>
                <c:pt idx="9656">
                  <c:v>0.897838002</c:v>
                </c:pt>
                <c:pt idx="9657">
                  <c:v>0.897914129</c:v>
                </c:pt>
                <c:pt idx="9658">
                  <c:v>0.897914129</c:v>
                </c:pt>
                <c:pt idx="9659">
                  <c:v>0.897990256</c:v>
                </c:pt>
                <c:pt idx="9660">
                  <c:v>0.897990256</c:v>
                </c:pt>
                <c:pt idx="9661">
                  <c:v>0.898066382</c:v>
                </c:pt>
                <c:pt idx="9662">
                  <c:v>0.898066382</c:v>
                </c:pt>
                <c:pt idx="9663">
                  <c:v>0.898142509</c:v>
                </c:pt>
                <c:pt idx="9664">
                  <c:v>0.898142509</c:v>
                </c:pt>
                <c:pt idx="9665">
                  <c:v>0.898142509</c:v>
                </c:pt>
                <c:pt idx="9666">
                  <c:v>0.898142509</c:v>
                </c:pt>
                <c:pt idx="9667">
                  <c:v>0.898218636</c:v>
                </c:pt>
                <c:pt idx="9668">
                  <c:v>0.898218636</c:v>
                </c:pt>
                <c:pt idx="9669">
                  <c:v>0.898218636</c:v>
                </c:pt>
                <c:pt idx="9670">
                  <c:v>0.898370889</c:v>
                </c:pt>
                <c:pt idx="9671">
                  <c:v>0.898370889</c:v>
                </c:pt>
                <c:pt idx="9672">
                  <c:v>0.898370889</c:v>
                </c:pt>
                <c:pt idx="9673">
                  <c:v>0.898370889</c:v>
                </c:pt>
                <c:pt idx="9674">
                  <c:v>0.898370889</c:v>
                </c:pt>
                <c:pt idx="9675">
                  <c:v>0.898675396</c:v>
                </c:pt>
                <c:pt idx="9676">
                  <c:v>0.898675396</c:v>
                </c:pt>
                <c:pt idx="9677">
                  <c:v>0.898675396</c:v>
                </c:pt>
                <c:pt idx="9678">
                  <c:v>0.898675396</c:v>
                </c:pt>
                <c:pt idx="9679">
                  <c:v>0.898675396</c:v>
                </c:pt>
                <c:pt idx="9680">
                  <c:v>0.899132156</c:v>
                </c:pt>
                <c:pt idx="9681">
                  <c:v>0.899132156</c:v>
                </c:pt>
                <c:pt idx="9682">
                  <c:v>0.899208283</c:v>
                </c:pt>
                <c:pt idx="9683">
                  <c:v>0.899208283</c:v>
                </c:pt>
                <c:pt idx="9684">
                  <c:v>0.899284409</c:v>
                </c:pt>
                <c:pt idx="9685">
                  <c:v>0.899284409</c:v>
                </c:pt>
                <c:pt idx="9686">
                  <c:v>0.899512789</c:v>
                </c:pt>
                <c:pt idx="9687">
                  <c:v>0.899512789</c:v>
                </c:pt>
                <c:pt idx="9688">
                  <c:v>0.899512789</c:v>
                </c:pt>
                <c:pt idx="9689">
                  <c:v>0.899588916</c:v>
                </c:pt>
                <c:pt idx="9690">
                  <c:v>0.899588916</c:v>
                </c:pt>
                <c:pt idx="9691">
                  <c:v>0.899741169</c:v>
                </c:pt>
                <c:pt idx="9692">
                  <c:v>0.899893423</c:v>
                </c:pt>
                <c:pt idx="9693">
                  <c:v>0.899893423</c:v>
                </c:pt>
                <c:pt idx="9694">
                  <c:v>0.899893423</c:v>
                </c:pt>
                <c:pt idx="9695">
                  <c:v>0.899893423</c:v>
                </c:pt>
                <c:pt idx="9696">
                  <c:v>0.900045676</c:v>
                </c:pt>
                <c:pt idx="9697">
                  <c:v>0.900045676</c:v>
                </c:pt>
                <c:pt idx="9698">
                  <c:v>0.900121803</c:v>
                </c:pt>
                <c:pt idx="9699">
                  <c:v>0.900121803</c:v>
                </c:pt>
                <c:pt idx="9700">
                  <c:v>0.900274056</c:v>
                </c:pt>
                <c:pt idx="9701">
                  <c:v>0.900274056</c:v>
                </c:pt>
                <c:pt idx="9702">
                  <c:v>0.900350183</c:v>
                </c:pt>
                <c:pt idx="9703">
                  <c:v>0.900350183</c:v>
                </c:pt>
                <c:pt idx="9704">
                  <c:v>0.900426309</c:v>
                </c:pt>
                <c:pt idx="9705">
                  <c:v>0.900426309</c:v>
                </c:pt>
                <c:pt idx="9706">
                  <c:v>0.900502436</c:v>
                </c:pt>
                <c:pt idx="9707">
                  <c:v>0.900502436</c:v>
                </c:pt>
                <c:pt idx="9708">
                  <c:v>0.900578563</c:v>
                </c:pt>
                <c:pt idx="9709">
                  <c:v>0.900578563</c:v>
                </c:pt>
                <c:pt idx="9710">
                  <c:v>0.900654689</c:v>
                </c:pt>
                <c:pt idx="9711">
                  <c:v>0.900654689</c:v>
                </c:pt>
                <c:pt idx="9712">
                  <c:v>0.900654689</c:v>
                </c:pt>
                <c:pt idx="9713">
                  <c:v>0.900730816</c:v>
                </c:pt>
                <c:pt idx="9714">
                  <c:v>0.900730816</c:v>
                </c:pt>
                <c:pt idx="9715">
                  <c:v>0.900806943</c:v>
                </c:pt>
                <c:pt idx="9716">
                  <c:v>0.900959196</c:v>
                </c:pt>
                <c:pt idx="9717">
                  <c:v>0.901035323</c:v>
                </c:pt>
                <c:pt idx="9718">
                  <c:v>0.901035323</c:v>
                </c:pt>
                <c:pt idx="9719">
                  <c:v>0.901035323</c:v>
                </c:pt>
                <c:pt idx="9720">
                  <c:v>0.901035323</c:v>
                </c:pt>
                <c:pt idx="9721">
                  <c:v>0.901187576</c:v>
                </c:pt>
                <c:pt idx="9722">
                  <c:v>0.901187576</c:v>
                </c:pt>
                <c:pt idx="9723">
                  <c:v>0.901263703</c:v>
                </c:pt>
                <c:pt idx="9724">
                  <c:v>0.901263703</c:v>
                </c:pt>
                <c:pt idx="9725">
                  <c:v>0.901339829</c:v>
                </c:pt>
                <c:pt idx="9726">
                  <c:v>0.901339829</c:v>
                </c:pt>
                <c:pt idx="9727">
                  <c:v>0.901339829</c:v>
                </c:pt>
                <c:pt idx="9728">
                  <c:v>0.901415956</c:v>
                </c:pt>
                <c:pt idx="9729">
                  <c:v>0.901415956</c:v>
                </c:pt>
                <c:pt idx="9730">
                  <c:v>0.901492083</c:v>
                </c:pt>
                <c:pt idx="9731">
                  <c:v>0.901492083</c:v>
                </c:pt>
                <c:pt idx="9732">
                  <c:v>0.901492083</c:v>
                </c:pt>
                <c:pt idx="9733">
                  <c:v>0.901492083</c:v>
                </c:pt>
                <c:pt idx="9734">
                  <c:v>0.90156821</c:v>
                </c:pt>
                <c:pt idx="9735">
                  <c:v>0.90156821</c:v>
                </c:pt>
                <c:pt idx="9736">
                  <c:v>0.901644336</c:v>
                </c:pt>
                <c:pt idx="9737">
                  <c:v>0.901644336</c:v>
                </c:pt>
                <c:pt idx="9738">
                  <c:v>0.901720463</c:v>
                </c:pt>
                <c:pt idx="9739">
                  <c:v>0.901720463</c:v>
                </c:pt>
                <c:pt idx="9740">
                  <c:v>0.901720463</c:v>
                </c:pt>
                <c:pt idx="9741">
                  <c:v>0.90179659</c:v>
                </c:pt>
                <c:pt idx="9742">
                  <c:v>0.90179659</c:v>
                </c:pt>
                <c:pt idx="9743">
                  <c:v>0.901872716</c:v>
                </c:pt>
                <c:pt idx="9744">
                  <c:v>0.901872716</c:v>
                </c:pt>
                <c:pt idx="9745">
                  <c:v>0.901948843</c:v>
                </c:pt>
                <c:pt idx="9746">
                  <c:v>0.901948843</c:v>
                </c:pt>
                <c:pt idx="9747">
                  <c:v>0.90202497</c:v>
                </c:pt>
                <c:pt idx="9748">
                  <c:v>0.90202497</c:v>
                </c:pt>
                <c:pt idx="9749">
                  <c:v>0.902177223</c:v>
                </c:pt>
                <c:pt idx="9750">
                  <c:v>0.902177223</c:v>
                </c:pt>
                <c:pt idx="9751">
                  <c:v>0.90225335</c:v>
                </c:pt>
                <c:pt idx="9752">
                  <c:v>0.90225335</c:v>
                </c:pt>
                <c:pt idx="9753">
                  <c:v>0.902329476</c:v>
                </c:pt>
                <c:pt idx="9754">
                  <c:v>0.902329476</c:v>
                </c:pt>
                <c:pt idx="9755">
                  <c:v>0.90248173</c:v>
                </c:pt>
                <c:pt idx="9756">
                  <c:v>0.90248173</c:v>
                </c:pt>
                <c:pt idx="9757">
                  <c:v>0.902633983</c:v>
                </c:pt>
                <c:pt idx="9758">
                  <c:v>0.902633983</c:v>
                </c:pt>
                <c:pt idx="9759">
                  <c:v>0.90271011</c:v>
                </c:pt>
                <c:pt idx="9760">
                  <c:v>0.90271011</c:v>
                </c:pt>
                <c:pt idx="9761">
                  <c:v>0.902786236</c:v>
                </c:pt>
                <c:pt idx="9762">
                  <c:v>0.902786236</c:v>
                </c:pt>
                <c:pt idx="9763">
                  <c:v>0.902786236</c:v>
                </c:pt>
                <c:pt idx="9764">
                  <c:v>0.902862363</c:v>
                </c:pt>
                <c:pt idx="9765">
                  <c:v>0.902862363</c:v>
                </c:pt>
                <c:pt idx="9766">
                  <c:v>0.902862363</c:v>
                </c:pt>
                <c:pt idx="9767">
                  <c:v>0.90293849</c:v>
                </c:pt>
                <c:pt idx="9768">
                  <c:v>0.90293849</c:v>
                </c:pt>
                <c:pt idx="9769">
                  <c:v>0.903014616</c:v>
                </c:pt>
                <c:pt idx="9770">
                  <c:v>0.903014616</c:v>
                </c:pt>
                <c:pt idx="9771">
                  <c:v>0.903014616</c:v>
                </c:pt>
                <c:pt idx="9772">
                  <c:v>0.903014616</c:v>
                </c:pt>
                <c:pt idx="9773">
                  <c:v>0.903014616</c:v>
                </c:pt>
                <c:pt idx="9774">
                  <c:v>0.903090743</c:v>
                </c:pt>
                <c:pt idx="9775">
                  <c:v>0.903090743</c:v>
                </c:pt>
                <c:pt idx="9776">
                  <c:v>0.903928136</c:v>
                </c:pt>
                <c:pt idx="9777">
                  <c:v>0.904004263</c:v>
                </c:pt>
                <c:pt idx="9778">
                  <c:v>0.904004263</c:v>
                </c:pt>
                <c:pt idx="9779">
                  <c:v>0.904156516</c:v>
                </c:pt>
                <c:pt idx="9780">
                  <c:v>0.904156516</c:v>
                </c:pt>
                <c:pt idx="9781">
                  <c:v>0.904232643</c:v>
                </c:pt>
                <c:pt idx="9782">
                  <c:v>0.904232643</c:v>
                </c:pt>
                <c:pt idx="9783">
                  <c:v>0.90430877</c:v>
                </c:pt>
                <c:pt idx="9784">
                  <c:v>0.90430877</c:v>
                </c:pt>
                <c:pt idx="9785">
                  <c:v>0.904384896</c:v>
                </c:pt>
                <c:pt idx="9786">
                  <c:v>0.904384896</c:v>
                </c:pt>
                <c:pt idx="9787">
                  <c:v>0.904384896</c:v>
                </c:pt>
                <c:pt idx="9788">
                  <c:v>0.904461023</c:v>
                </c:pt>
                <c:pt idx="9789">
                  <c:v>0.90453715</c:v>
                </c:pt>
                <c:pt idx="9790">
                  <c:v>0.904613276</c:v>
                </c:pt>
                <c:pt idx="9791">
                  <c:v>0.904613276</c:v>
                </c:pt>
                <c:pt idx="9792">
                  <c:v>0.904613276</c:v>
                </c:pt>
                <c:pt idx="9793">
                  <c:v>0.904613276</c:v>
                </c:pt>
                <c:pt idx="9794">
                  <c:v>0.904689403</c:v>
                </c:pt>
                <c:pt idx="9795">
                  <c:v>0.904689403</c:v>
                </c:pt>
                <c:pt idx="9796">
                  <c:v>0.90476553</c:v>
                </c:pt>
                <c:pt idx="9797">
                  <c:v>0.90476553</c:v>
                </c:pt>
                <c:pt idx="9798">
                  <c:v>0.904841657</c:v>
                </c:pt>
                <c:pt idx="9799">
                  <c:v>0.904841657</c:v>
                </c:pt>
                <c:pt idx="9800">
                  <c:v>0.904841657</c:v>
                </c:pt>
                <c:pt idx="9801">
                  <c:v>0.904917783</c:v>
                </c:pt>
                <c:pt idx="9802">
                  <c:v>0.904917783</c:v>
                </c:pt>
                <c:pt idx="9803">
                  <c:v>0.90499391</c:v>
                </c:pt>
                <c:pt idx="9804">
                  <c:v>0.90499391</c:v>
                </c:pt>
                <c:pt idx="9805">
                  <c:v>0.905070037</c:v>
                </c:pt>
                <c:pt idx="9806">
                  <c:v>0.905070037</c:v>
                </c:pt>
                <c:pt idx="9807">
                  <c:v>0.905146163</c:v>
                </c:pt>
                <c:pt idx="9808">
                  <c:v>0.905146163</c:v>
                </c:pt>
                <c:pt idx="9809">
                  <c:v>0.905146163</c:v>
                </c:pt>
                <c:pt idx="9810">
                  <c:v>0.905146163</c:v>
                </c:pt>
                <c:pt idx="9811">
                  <c:v>0.90522229</c:v>
                </c:pt>
                <c:pt idx="9812">
                  <c:v>0.90522229</c:v>
                </c:pt>
                <c:pt idx="9813">
                  <c:v>0.905298417</c:v>
                </c:pt>
                <c:pt idx="9814">
                  <c:v>0.905374543</c:v>
                </c:pt>
                <c:pt idx="9815">
                  <c:v>0.905526797</c:v>
                </c:pt>
                <c:pt idx="9816">
                  <c:v>0.905526797</c:v>
                </c:pt>
                <c:pt idx="9817">
                  <c:v>0.90567905</c:v>
                </c:pt>
                <c:pt idx="9818">
                  <c:v>0.90567905</c:v>
                </c:pt>
                <c:pt idx="9819">
                  <c:v>0.905755177</c:v>
                </c:pt>
                <c:pt idx="9820">
                  <c:v>0.905831303</c:v>
                </c:pt>
                <c:pt idx="9821">
                  <c:v>0.905831303</c:v>
                </c:pt>
                <c:pt idx="9822">
                  <c:v>0.90590743</c:v>
                </c:pt>
                <c:pt idx="9823">
                  <c:v>0.90590743</c:v>
                </c:pt>
                <c:pt idx="9824">
                  <c:v>0.90590743</c:v>
                </c:pt>
                <c:pt idx="9825">
                  <c:v>0.90590743</c:v>
                </c:pt>
                <c:pt idx="9826">
                  <c:v>0.905983557</c:v>
                </c:pt>
                <c:pt idx="9827">
                  <c:v>0.906059683</c:v>
                </c:pt>
                <c:pt idx="9828">
                  <c:v>0.906059683</c:v>
                </c:pt>
                <c:pt idx="9829">
                  <c:v>0.90613581</c:v>
                </c:pt>
                <c:pt idx="9830">
                  <c:v>0.90613581</c:v>
                </c:pt>
                <c:pt idx="9831">
                  <c:v>0.90613581</c:v>
                </c:pt>
                <c:pt idx="9832">
                  <c:v>0.90613581</c:v>
                </c:pt>
                <c:pt idx="9833">
                  <c:v>0.906211937</c:v>
                </c:pt>
                <c:pt idx="9834">
                  <c:v>0.906211937</c:v>
                </c:pt>
                <c:pt idx="9835">
                  <c:v>0.906211937</c:v>
                </c:pt>
                <c:pt idx="9836">
                  <c:v>0.906211937</c:v>
                </c:pt>
                <c:pt idx="9837">
                  <c:v>0.906211937</c:v>
                </c:pt>
                <c:pt idx="9838">
                  <c:v>0.906211937</c:v>
                </c:pt>
                <c:pt idx="9839">
                  <c:v>0.906211937</c:v>
                </c:pt>
                <c:pt idx="9840">
                  <c:v>0.906211937</c:v>
                </c:pt>
                <c:pt idx="9841">
                  <c:v>0.90636419</c:v>
                </c:pt>
                <c:pt idx="9842">
                  <c:v>0.90636419</c:v>
                </c:pt>
                <c:pt idx="9843">
                  <c:v>0.906440317</c:v>
                </c:pt>
                <c:pt idx="9844">
                  <c:v>0.906440317</c:v>
                </c:pt>
                <c:pt idx="9845">
                  <c:v>0.906516443</c:v>
                </c:pt>
                <c:pt idx="9846">
                  <c:v>0.906516443</c:v>
                </c:pt>
                <c:pt idx="9847">
                  <c:v>0.906668697</c:v>
                </c:pt>
                <c:pt idx="9848">
                  <c:v>0.906668697</c:v>
                </c:pt>
                <c:pt idx="9849">
                  <c:v>0.906744823</c:v>
                </c:pt>
                <c:pt idx="9850">
                  <c:v>0.906744823</c:v>
                </c:pt>
                <c:pt idx="9851">
                  <c:v>0.90682095</c:v>
                </c:pt>
                <c:pt idx="9852">
                  <c:v>0.90682095</c:v>
                </c:pt>
                <c:pt idx="9853">
                  <c:v>0.90682095</c:v>
                </c:pt>
                <c:pt idx="9854">
                  <c:v>0.906897077</c:v>
                </c:pt>
                <c:pt idx="9855">
                  <c:v>0.906897077</c:v>
                </c:pt>
                <c:pt idx="9856">
                  <c:v>0.90704933</c:v>
                </c:pt>
                <c:pt idx="9857">
                  <c:v>0.90704933</c:v>
                </c:pt>
                <c:pt idx="9858">
                  <c:v>0.90704933</c:v>
                </c:pt>
                <c:pt idx="9859">
                  <c:v>0.90704933</c:v>
                </c:pt>
                <c:pt idx="9860">
                  <c:v>0.907125457</c:v>
                </c:pt>
                <c:pt idx="9861">
                  <c:v>0.90727771</c:v>
                </c:pt>
                <c:pt idx="9862">
                  <c:v>0.90727771</c:v>
                </c:pt>
                <c:pt idx="9863">
                  <c:v>0.907429963</c:v>
                </c:pt>
                <c:pt idx="9864">
                  <c:v>0.907429963</c:v>
                </c:pt>
                <c:pt idx="9865">
                  <c:v>0.907429963</c:v>
                </c:pt>
                <c:pt idx="9866">
                  <c:v>0.90750609</c:v>
                </c:pt>
                <c:pt idx="9867">
                  <c:v>0.90750609</c:v>
                </c:pt>
                <c:pt idx="9868">
                  <c:v>0.907582217</c:v>
                </c:pt>
                <c:pt idx="9869">
                  <c:v>0.907582217</c:v>
                </c:pt>
                <c:pt idx="9870">
                  <c:v>0.907658343</c:v>
                </c:pt>
                <c:pt idx="9871">
                  <c:v>0.907658343</c:v>
                </c:pt>
                <c:pt idx="9872">
                  <c:v>0.90773447</c:v>
                </c:pt>
                <c:pt idx="9873">
                  <c:v>0.90773447</c:v>
                </c:pt>
                <c:pt idx="9874">
                  <c:v>0.907810597</c:v>
                </c:pt>
                <c:pt idx="9875">
                  <c:v>0.907810597</c:v>
                </c:pt>
                <c:pt idx="9876">
                  <c:v>0.907886724</c:v>
                </c:pt>
                <c:pt idx="9877">
                  <c:v>0.907886724</c:v>
                </c:pt>
                <c:pt idx="9878">
                  <c:v>0.90796285</c:v>
                </c:pt>
                <c:pt idx="9879">
                  <c:v>0.90796285</c:v>
                </c:pt>
                <c:pt idx="9880">
                  <c:v>0.90796285</c:v>
                </c:pt>
                <c:pt idx="9881">
                  <c:v>0.90796285</c:v>
                </c:pt>
                <c:pt idx="9882">
                  <c:v>0.908038977</c:v>
                </c:pt>
                <c:pt idx="9883">
                  <c:v>0.908038977</c:v>
                </c:pt>
                <c:pt idx="9884">
                  <c:v>0.908038977</c:v>
                </c:pt>
                <c:pt idx="9885">
                  <c:v>0.908038977</c:v>
                </c:pt>
                <c:pt idx="9886">
                  <c:v>0.908038977</c:v>
                </c:pt>
                <c:pt idx="9887">
                  <c:v>0.908038977</c:v>
                </c:pt>
                <c:pt idx="9888">
                  <c:v>0.908115104</c:v>
                </c:pt>
                <c:pt idx="9889">
                  <c:v>0.908115104</c:v>
                </c:pt>
                <c:pt idx="9890">
                  <c:v>0.90819123</c:v>
                </c:pt>
                <c:pt idx="9891">
                  <c:v>0.90819123</c:v>
                </c:pt>
                <c:pt idx="9892">
                  <c:v>0.90841961</c:v>
                </c:pt>
                <c:pt idx="9893">
                  <c:v>0.90841961</c:v>
                </c:pt>
                <c:pt idx="9894">
                  <c:v>0.90841961</c:v>
                </c:pt>
                <c:pt idx="9895">
                  <c:v>0.90841961</c:v>
                </c:pt>
                <c:pt idx="9896">
                  <c:v>0.908495737</c:v>
                </c:pt>
                <c:pt idx="9897">
                  <c:v>0.908495737</c:v>
                </c:pt>
                <c:pt idx="9898">
                  <c:v>0.908571864</c:v>
                </c:pt>
                <c:pt idx="9899">
                  <c:v>0.908571864</c:v>
                </c:pt>
                <c:pt idx="9900">
                  <c:v>0.90864799</c:v>
                </c:pt>
                <c:pt idx="9901">
                  <c:v>0.90864799</c:v>
                </c:pt>
                <c:pt idx="9902">
                  <c:v>0.90864799</c:v>
                </c:pt>
                <c:pt idx="9903">
                  <c:v>0.908800244</c:v>
                </c:pt>
                <c:pt idx="9904">
                  <c:v>0.908800244</c:v>
                </c:pt>
                <c:pt idx="9905">
                  <c:v>0.908952497</c:v>
                </c:pt>
                <c:pt idx="9906">
                  <c:v>0.908952497</c:v>
                </c:pt>
                <c:pt idx="9907">
                  <c:v>0.909409257</c:v>
                </c:pt>
                <c:pt idx="9908">
                  <c:v>0.909409257</c:v>
                </c:pt>
                <c:pt idx="9909">
                  <c:v>0.909409257</c:v>
                </c:pt>
                <c:pt idx="9910">
                  <c:v>0.909409257</c:v>
                </c:pt>
                <c:pt idx="9911">
                  <c:v>0.909485384</c:v>
                </c:pt>
                <c:pt idx="9912">
                  <c:v>0.909485384</c:v>
                </c:pt>
                <c:pt idx="9913">
                  <c:v>0.90956151</c:v>
                </c:pt>
                <c:pt idx="9914">
                  <c:v>0.90956151</c:v>
                </c:pt>
                <c:pt idx="9915">
                  <c:v>0.90956151</c:v>
                </c:pt>
                <c:pt idx="9916">
                  <c:v>0.90956151</c:v>
                </c:pt>
                <c:pt idx="9917">
                  <c:v>0.909637637</c:v>
                </c:pt>
                <c:pt idx="9918">
                  <c:v>0.909637637</c:v>
                </c:pt>
                <c:pt idx="9919">
                  <c:v>0.909713764</c:v>
                </c:pt>
                <c:pt idx="9920">
                  <c:v>0.909713764</c:v>
                </c:pt>
                <c:pt idx="9921">
                  <c:v>0.909713764</c:v>
                </c:pt>
                <c:pt idx="9922">
                  <c:v>0.909713764</c:v>
                </c:pt>
                <c:pt idx="9923">
                  <c:v>0.90978989</c:v>
                </c:pt>
                <c:pt idx="9924">
                  <c:v>0.90978989</c:v>
                </c:pt>
                <c:pt idx="9925">
                  <c:v>0.90978989</c:v>
                </c:pt>
                <c:pt idx="9926">
                  <c:v>0.90978989</c:v>
                </c:pt>
                <c:pt idx="9927">
                  <c:v>0.90978989</c:v>
                </c:pt>
                <c:pt idx="9928">
                  <c:v>0.90978989</c:v>
                </c:pt>
                <c:pt idx="9929">
                  <c:v>0.90978989</c:v>
                </c:pt>
                <c:pt idx="9930">
                  <c:v>0.90978989</c:v>
                </c:pt>
                <c:pt idx="9931">
                  <c:v>0.909942144</c:v>
                </c:pt>
                <c:pt idx="9932">
                  <c:v>0.909942144</c:v>
                </c:pt>
                <c:pt idx="9933">
                  <c:v>0.91001827</c:v>
                </c:pt>
                <c:pt idx="9934">
                  <c:v>0.91001827</c:v>
                </c:pt>
                <c:pt idx="9935">
                  <c:v>0.910094397</c:v>
                </c:pt>
                <c:pt idx="9936">
                  <c:v>0.910094397</c:v>
                </c:pt>
                <c:pt idx="9937">
                  <c:v>0.910170524</c:v>
                </c:pt>
                <c:pt idx="9938">
                  <c:v>0.910170524</c:v>
                </c:pt>
                <c:pt idx="9939">
                  <c:v>0.910551157</c:v>
                </c:pt>
                <c:pt idx="9940">
                  <c:v>0.910627284</c:v>
                </c:pt>
                <c:pt idx="9941">
                  <c:v>0.910627284</c:v>
                </c:pt>
                <c:pt idx="9942">
                  <c:v>0.91070341</c:v>
                </c:pt>
                <c:pt idx="9943">
                  <c:v>0.91070341</c:v>
                </c:pt>
                <c:pt idx="9944">
                  <c:v>0.91070341</c:v>
                </c:pt>
                <c:pt idx="9945">
                  <c:v>0.91070341</c:v>
                </c:pt>
                <c:pt idx="9946">
                  <c:v>0.91070341</c:v>
                </c:pt>
                <c:pt idx="9947">
                  <c:v>0.91070341</c:v>
                </c:pt>
                <c:pt idx="9948">
                  <c:v>0.91070341</c:v>
                </c:pt>
                <c:pt idx="9949">
                  <c:v>0.910779537</c:v>
                </c:pt>
                <c:pt idx="9950">
                  <c:v>0.910779537</c:v>
                </c:pt>
                <c:pt idx="9951">
                  <c:v>0.91093179</c:v>
                </c:pt>
                <c:pt idx="9952">
                  <c:v>0.91093179</c:v>
                </c:pt>
                <c:pt idx="9953">
                  <c:v>0.91093179</c:v>
                </c:pt>
                <c:pt idx="9954">
                  <c:v>0.91093179</c:v>
                </c:pt>
                <c:pt idx="9955">
                  <c:v>0.911084044</c:v>
                </c:pt>
                <c:pt idx="9956">
                  <c:v>0.911160171</c:v>
                </c:pt>
                <c:pt idx="9957">
                  <c:v>0.911160171</c:v>
                </c:pt>
                <c:pt idx="9958">
                  <c:v>0.911236297</c:v>
                </c:pt>
                <c:pt idx="9959">
                  <c:v>0.911236297</c:v>
                </c:pt>
                <c:pt idx="9960">
                  <c:v>0.911312424</c:v>
                </c:pt>
                <c:pt idx="9961">
                  <c:v>0.911312424</c:v>
                </c:pt>
                <c:pt idx="9962">
                  <c:v>0.911312424</c:v>
                </c:pt>
                <c:pt idx="9963">
                  <c:v>0.911388551</c:v>
                </c:pt>
                <c:pt idx="9964">
                  <c:v>0.911388551</c:v>
                </c:pt>
                <c:pt idx="9965">
                  <c:v>0.911464677</c:v>
                </c:pt>
                <c:pt idx="9966">
                  <c:v>0.911464677</c:v>
                </c:pt>
                <c:pt idx="9967">
                  <c:v>0.911540804</c:v>
                </c:pt>
                <c:pt idx="9968">
                  <c:v>0.911540804</c:v>
                </c:pt>
                <c:pt idx="9969">
                  <c:v>0.911616931</c:v>
                </c:pt>
                <c:pt idx="9970">
                  <c:v>0.911616931</c:v>
                </c:pt>
                <c:pt idx="9971">
                  <c:v>0.911769184</c:v>
                </c:pt>
                <c:pt idx="9972">
                  <c:v>0.911769184</c:v>
                </c:pt>
                <c:pt idx="9973">
                  <c:v>0.911845311</c:v>
                </c:pt>
                <c:pt idx="9974">
                  <c:v>0.911845311</c:v>
                </c:pt>
                <c:pt idx="9975">
                  <c:v>0.911845311</c:v>
                </c:pt>
                <c:pt idx="9976">
                  <c:v>0.911921437</c:v>
                </c:pt>
                <c:pt idx="9977">
                  <c:v>0.911921437</c:v>
                </c:pt>
                <c:pt idx="9978">
                  <c:v>0.911921437</c:v>
                </c:pt>
                <c:pt idx="9979">
                  <c:v>0.911997564</c:v>
                </c:pt>
                <c:pt idx="9980">
                  <c:v>0.911997564</c:v>
                </c:pt>
                <c:pt idx="9981">
                  <c:v>0.912073691</c:v>
                </c:pt>
                <c:pt idx="9982">
                  <c:v>0.912073691</c:v>
                </c:pt>
                <c:pt idx="9983">
                  <c:v>0.912149817</c:v>
                </c:pt>
                <c:pt idx="9984">
                  <c:v>0.912149817</c:v>
                </c:pt>
                <c:pt idx="9985">
                  <c:v>0.912225944</c:v>
                </c:pt>
                <c:pt idx="9986">
                  <c:v>0.912225944</c:v>
                </c:pt>
                <c:pt idx="9987">
                  <c:v>0.912302071</c:v>
                </c:pt>
                <c:pt idx="9988">
                  <c:v>0.912302071</c:v>
                </c:pt>
                <c:pt idx="9989">
                  <c:v>0.912454324</c:v>
                </c:pt>
                <c:pt idx="9990">
                  <c:v>0.912454324</c:v>
                </c:pt>
                <c:pt idx="9991">
                  <c:v>0.912454324</c:v>
                </c:pt>
                <c:pt idx="9992">
                  <c:v>0.912530451</c:v>
                </c:pt>
                <c:pt idx="9993">
                  <c:v>0.912530451</c:v>
                </c:pt>
                <c:pt idx="9994">
                  <c:v>0.912530451</c:v>
                </c:pt>
                <c:pt idx="9995">
                  <c:v>0.912530451</c:v>
                </c:pt>
                <c:pt idx="9996">
                  <c:v>0.912606577</c:v>
                </c:pt>
                <c:pt idx="9997">
                  <c:v>0.912606577</c:v>
                </c:pt>
                <c:pt idx="9998">
                  <c:v>0.912606577</c:v>
                </c:pt>
                <c:pt idx="9999">
                  <c:v>0.912606577</c:v>
                </c:pt>
                <c:pt idx="10000">
                  <c:v>0.912758831</c:v>
                </c:pt>
                <c:pt idx="10001">
                  <c:v>0.912758831</c:v>
                </c:pt>
                <c:pt idx="10002">
                  <c:v>0.912834957</c:v>
                </c:pt>
                <c:pt idx="10003">
                  <c:v>0.912834957</c:v>
                </c:pt>
                <c:pt idx="10004">
                  <c:v>0.913139464</c:v>
                </c:pt>
                <c:pt idx="10005">
                  <c:v>0.913139464</c:v>
                </c:pt>
                <c:pt idx="10006">
                  <c:v>0.913215591</c:v>
                </c:pt>
                <c:pt idx="10007">
                  <c:v>0.913215591</c:v>
                </c:pt>
                <c:pt idx="10008">
                  <c:v>0.913291717</c:v>
                </c:pt>
                <c:pt idx="10009">
                  <c:v>0.913291717</c:v>
                </c:pt>
                <c:pt idx="10010">
                  <c:v>0.913367844</c:v>
                </c:pt>
                <c:pt idx="10011">
                  <c:v>0.913367844</c:v>
                </c:pt>
                <c:pt idx="10012">
                  <c:v>0.913443971</c:v>
                </c:pt>
                <c:pt idx="10013">
                  <c:v>0.913443971</c:v>
                </c:pt>
                <c:pt idx="10014">
                  <c:v>0.913443971</c:v>
                </c:pt>
                <c:pt idx="10015">
                  <c:v>0.913596224</c:v>
                </c:pt>
                <c:pt idx="10016">
                  <c:v>0.913672351</c:v>
                </c:pt>
                <c:pt idx="10017">
                  <c:v>0.913672351</c:v>
                </c:pt>
                <c:pt idx="10018">
                  <c:v>0.913748477</c:v>
                </c:pt>
                <c:pt idx="10019">
                  <c:v>0.913748477</c:v>
                </c:pt>
                <c:pt idx="10020">
                  <c:v>0.913824604</c:v>
                </c:pt>
                <c:pt idx="10021">
                  <c:v>0.913824604</c:v>
                </c:pt>
                <c:pt idx="10022">
                  <c:v>0.913824604</c:v>
                </c:pt>
                <c:pt idx="10023">
                  <c:v>0.913824604</c:v>
                </c:pt>
                <c:pt idx="10024">
                  <c:v>0.913900731</c:v>
                </c:pt>
                <c:pt idx="10025">
                  <c:v>0.913900731</c:v>
                </c:pt>
                <c:pt idx="10026">
                  <c:v>0.913976857</c:v>
                </c:pt>
                <c:pt idx="10027">
                  <c:v>0.913976857</c:v>
                </c:pt>
                <c:pt idx="10028">
                  <c:v>0.913976857</c:v>
                </c:pt>
                <c:pt idx="10029">
                  <c:v>0.913976857</c:v>
                </c:pt>
                <c:pt idx="10030">
                  <c:v>0.914052984</c:v>
                </c:pt>
                <c:pt idx="10031">
                  <c:v>0.914052984</c:v>
                </c:pt>
                <c:pt idx="10032">
                  <c:v>0.914052984</c:v>
                </c:pt>
                <c:pt idx="10033">
                  <c:v>0.914281364</c:v>
                </c:pt>
                <c:pt idx="10034">
                  <c:v>0.914281364</c:v>
                </c:pt>
                <c:pt idx="10035">
                  <c:v>0.914357491</c:v>
                </c:pt>
                <c:pt idx="10036">
                  <c:v>0.914357491</c:v>
                </c:pt>
                <c:pt idx="10037">
                  <c:v>0.914433618</c:v>
                </c:pt>
                <c:pt idx="10038">
                  <c:v>0.914433618</c:v>
                </c:pt>
                <c:pt idx="10039">
                  <c:v>0.914509744</c:v>
                </c:pt>
                <c:pt idx="10040">
                  <c:v>0.914509744</c:v>
                </c:pt>
                <c:pt idx="10041">
                  <c:v>0.914738124</c:v>
                </c:pt>
                <c:pt idx="10042">
                  <c:v>0.914738124</c:v>
                </c:pt>
                <c:pt idx="10043">
                  <c:v>0.914814251</c:v>
                </c:pt>
                <c:pt idx="10044">
                  <c:v>0.914814251</c:v>
                </c:pt>
                <c:pt idx="10045">
                  <c:v>0.914966504</c:v>
                </c:pt>
                <c:pt idx="10046">
                  <c:v>0.914966504</c:v>
                </c:pt>
                <c:pt idx="10047">
                  <c:v>0.915042631</c:v>
                </c:pt>
                <c:pt idx="10048">
                  <c:v>0.915042631</c:v>
                </c:pt>
                <c:pt idx="10049">
                  <c:v>0.915118758</c:v>
                </c:pt>
                <c:pt idx="10050">
                  <c:v>0.915118758</c:v>
                </c:pt>
                <c:pt idx="10051">
                  <c:v>0.915194884</c:v>
                </c:pt>
                <c:pt idx="10052">
                  <c:v>0.915194884</c:v>
                </c:pt>
                <c:pt idx="10053">
                  <c:v>0.915194884</c:v>
                </c:pt>
                <c:pt idx="10054">
                  <c:v>0.915194884</c:v>
                </c:pt>
                <c:pt idx="10055">
                  <c:v>0.915194884</c:v>
                </c:pt>
                <c:pt idx="10056">
                  <c:v>0.915194884</c:v>
                </c:pt>
                <c:pt idx="10057">
                  <c:v>0.915271011</c:v>
                </c:pt>
                <c:pt idx="10058">
                  <c:v>0.915347138</c:v>
                </c:pt>
                <c:pt idx="10059">
                  <c:v>0.915347138</c:v>
                </c:pt>
                <c:pt idx="10060">
                  <c:v>0.916032278</c:v>
                </c:pt>
                <c:pt idx="10061">
                  <c:v>0.916108404</c:v>
                </c:pt>
                <c:pt idx="10062">
                  <c:v>0.916108404</c:v>
                </c:pt>
                <c:pt idx="10063">
                  <c:v>0.916108404</c:v>
                </c:pt>
                <c:pt idx="10064">
                  <c:v>0.916108404</c:v>
                </c:pt>
                <c:pt idx="10065">
                  <c:v>0.916184531</c:v>
                </c:pt>
                <c:pt idx="10066">
                  <c:v>0.916184531</c:v>
                </c:pt>
                <c:pt idx="10067">
                  <c:v>0.916260658</c:v>
                </c:pt>
                <c:pt idx="10068">
                  <c:v>0.916260658</c:v>
                </c:pt>
                <c:pt idx="10069">
                  <c:v>0.916260658</c:v>
                </c:pt>
                <c:pt idx="10070">
                  <c:v>0.916336784</c:v>
                </c:pt>
                <c:pt idx="10071">
                  <c:v>0.916336784</c:v>
                </c:pt>
                <c:pt idx="10072">
                  <c:v>0.916336784</c:v>
                </c:pt>
                <c:pt idx="10073">
                  <c:v>0.916336784</c:v>
                </c:pt>
                <c:pt idx="10074">
                  <c:v>0.916489038</c:v>
                </c:pt>
                <c:pt idx="10075">
                  <c:v>0.916489038</c:v>
                </c:pt>
                <c:pt idx="10076">
                  <c:v>0.916489038</c:v>
                </c:pt>
                <c:pt idx="10077">
                  <c:v>0.916641291</c:v>
                </c:pt>
                <c:pt idx="10078">
                  <c:v>0.916641291</c:v>
                </c:pt>
                <c:pt idx="10079">
                  <c:v>0.916641291</c:v>
                </c:pt>
                <c:pt idx="10080">
                  <c:v>0.916717418</c:v>
                </c:pt>
                <c:pt idx="10081">
                  <c:v>0.916717418</c:v>
                </c:pt>
                <c:pt idx="10082">
                  <c:v>0.916869671</c:v>
                </c:pt>
                <c:pt idx="10083">
                  <c:v>0.916869671</c:v>
                </c:pt>
                <c:pt idx="10084">
                  <c:v>0.916869671</c:v>
                </c:pt>
                <c:pt idx="10085">
                  <c:v>0.916869671</c:v>
                </c:pt>
                <c:pt idx="10086">
                  <c:v>0.916869671</c:v>
                </c:pt>
                <c:pt idx="10087">
                  <c:v>0.916869671</c:v>
                </c:pt>
                <c:pt idx="10088">
                  <c:v>0.916869671</c:v>
                </c:pt>
                <c:pt idx="10089">
                  <c:v>0.916945798</c:v>
                </c:pt>
                <c:pt idx="10090">
                  <c:v>0.916945798</c:v>
                </c:pt>
                <c:pt idx="10091">
                  <c:v>0.916945798</c:v>
                </c:pt>
                <c:pt idx="10092">
                  <c:v>0.917098051</c:v>
                </c:pt>
                <c:pt idx="10093">
                  <c:v>0.917098051</c:v>
                </c:pt>
                <c:pt idx="10094">
                  <c:v>0.917250305</c:v>
                </c:pt>
                <c:pt idx="10095">
                  <c:v>0.917250305</c:v>
                </c:pt>
                <c:pt idx="10096">
                  <c:v>0.917250305</c:v>
                </c:pt>
                <c:pt idx="10097">
                  <c:v>0.917250305</c:v>
                </c:pt>
                <c:pt idx="10098">
                  <c:v>0.917402558</c:v>
                </c:pt>
                <c:pt idx="10099">
                  <c:v>0.917402558</c:v>
                </c:pt>
                <c:pt idx="10100">
                  <c:v>0.917478685</c:v>
                </c:pt>
                <c:pt idx="10101">
                  <c:v>0.917478685</c:v>
                </c:pt>
                <c:pt idx="10102">
                  <c:v>0.917554811</c:v>
                </c:pt>
                <c:pt idx="10103">
                  <c:v>0.917554811</c:v>
                </c:pt>
                <c:pt idx="10104">
                  <c:v>0.917554811</c:v>
                </c:pt>
                <c:pt idx="10105">
                  <c:v>0.917554811</c:v>
                </c:pt>
                <c:pt idx="10106">
                  <c:v>0.917630938</c:v>
                </c:pt>
                <c:pt idx="10107">
                  <c:v>0.917630938</c:v>
                </c:pt>
                <c:pt idx="10108">
                  <c:v>0.917707065</c:v>
                </c:pt>
                <c:pt idx="10109">
                  <c:v>0.917707065</c:v>
                </c:pt>
                <c:pt idx="10110">
                  <c:v>0.917783191</c:v>
                </c:pt>
                <c:pt idx="10111">
                  <c:v>0.917783191</c:v>
                </c:pt>
                <c:pt idx="10112">
                  <c:v>0.917935445</c:v>
                </c:pt>
                <c:pt idx="10113">
                  <c:v>0.917935445</c:v>
                </c:pt>
                <c:pt idx="10114">
                  <c:v>0.918011571</c:v>
                </c:pt>
                <c:pt idx="10115">
                  <c:v>0.918011571</c:v>
                </c:pt>
                <c:pt idx="10116">
                  <c:v>0.918011571</c:v>
                </c:pt>
                <c:pt idx="10117">
                  <c:v>0.918011571</c:v>
                </c:pt>
                <c:pt idx="10118">
                  <c:v>0.918087698</c:v>
                </c:pt>
                <c:pt idx="10119">
                  <c:v>0.918087698</c:v>
                </c:pt>
                <c:pt idx="10120">
                  <c:v>0.918163825</c:v>
                </c:pt>
                <c:pt idx="10121">
                  <c:v>0.918163825</c:v>
                </c:pt>
                <c:pt idx="10122">
                  <c:v>0.918239951</c:v>
                </c:pt>
                <c:pt idx="10123">
                  <c:v>0.918239951</c:v>
                </c:pt>
                <c:pt idx="10124">
                  <c:v>0.918239951</c:v>
                </c:pt>
                <c:pt idx="10125">
                  <c:v>0.918239951</c:v>
                </c:pt>
                <c:pt idx="10126">
                  <c:v>0.918316078</c:v>
                </c:pt>
                <c:pt idx="10127">
                  <c:v>0.918316078</c:v>
                </c:pt>
                <c:pt idx="10128">
                  <c:v>0.918392205</c:v>
                </c:pt>
                <c:pt idx="10129">
                  <c:v>0.918468331</c:v>
                </c:pt>
                <c:pt idx="10130">
                  <c:v>0.918468331</c:v>
                </c:pt>
                <c:pt idx="10131">
                  <c:v>0.918544458</c:v>
                </c:pt>
                <c:pt idx="10132">
                  <c:v>0.918696711</c:v>
                </c:pt>
                <c:pt idx="10133">
                  <c:v>0.918696711</c:v>
                </c:pt>
                <c:pt idx="10134">
                  <c:v>0.918848965</c:v>
                </c:pt>
                <c:pt idx="10135">
                  <c:v>0.918925091</c:v>
                </c:pt>
                <c:pt idx="10136">
                  <c:v>0.918925091</c:v>
                </c:pt>
                <c:pt idx="10137">
                  <c:v>0.918925091</c:v>
                </c:pt>
                <c:pt idx="10138">
                  <c:v>0.919001218</c:v>
                </c:pt>
                <c:pt idx="10139">
                  <c:v>0.919001218</c:v>
                </c:pt>
                <c:pt idx="10140">
                  <c:v>0.919001218</c:v>
                </c:pt>
                <c:pt idx="10141">
                  <c:v>0.919153471</c:v>
                </c:pt>
                <c:pt idx="10142">
                  <c:v>0.919153471</c:v>
                </c:pt>
                <c:pt idx="10143">
                  <c:v>0.919153471</c:v>
                </c:pt>
                <c:pt idx="10144">
                  <c:v>0.919229598</c:v>
                </c:pt>
                <c:pt idx="10145">
                  <c:v>0.919229598</c:v>
                </c:pt>
                <c:pt idx="10146">
                  <c:v>0.919229598</c:v>
                </c:pt>
                <c:pt idx="10147">
                  <c:v>0.919229598</c:v>
                </c:pt>
                <c:pt idx="10148">
                  <c:v>0.919305725</c:v>
                </c:pt>
                <c:pt idx="10149">
                  <c:v>0.919305725</c:v>
                </c:pt>
                <c:pt idx="10150">
                  <c:v>0.919381851</c:v>
                </c:pt>
                <c:pt idx="10151">
                  <c:v>0.919381851</c:v>
                </c:pt>
                <c:pt idx="10152">
                  <c:v>0.919534105</c:v>
                </c:pt>
                <c:pt idx="10153">
                  <c:v>0.919534105</c:v>
                </c:pt>
                <c:pt idx="10154">
                  <c:v>0.919762485</c:v>
                </c:pt>
                <c:pt idx="10155">
                  <c:v>0.919762485</c:v>
                </c:pt>
                <c:pt idx="10156">
                  <c:v>0.919838611</c:v>
                </c:pt>
                <c:pt idx="10157">
                  <c:v>0.919838611</c:v>
                </c:pt>
                <c:pt idx="10158">
                  <c:v>0.919914738</c:v>
                </c:pt>
                <c:pt idx="10159">
                  <c:v>0.919914738</c:v>
                </c:pt>
                <c:pt idx="10160">
                  <c:v>0.919990865</c:v>
                </c:pt>
                <c:pt idx="10161">
                  <c:v>0.919990865</c:v>
                </c:pt>
                <c:pt idx="10162">
                  <c:v>0.920066991</c:v>
                </c:pt>
                <c:pt idx="10163">
                  <c:v>0.920143118</c:v>
                </c:pt>
                <c:pt idx="10164">
                  <c:v>0.920219245</c:v>
                </c:pt>
                <c:pt idx="10165">
                  <c:v>0.920219245</c:v>
                </c:pt>
                <c:pt idx="10166">
                  <c:v>0.920219245</c:v>
                </c:pt>
                <c:pt idx="10167">
                  <c:v>0.920295371</c:v>
                </c:pt>
                <c:pt idx="10168">
                  <c:v>0.920295371</c:v>
                </c:pt>
                <c:pt idx="10169">
                  <c:v>0.920295371</c:v>
                </c:pt>
                <c:pt idx="10170">
                  <c:v>0.920295371</c:v>
                </c:pt>
                <c:pt idx="10171">
                  <c:v>0.920447625</c:v>
                </c:pt>
                <c:pt idx="10172">
                  <c:v>0.920447625</c:v>
                </c:pt>
                <c:pt idx="10173">
                  <c:v>0.920523752</c:v>
                </c:pt>
                <c:pt idx="10174">
                  <c:v>0.920599878</c:v>
                </c:pt>
                <c:pt idx="10175">
                  <c:v>0.920599878</c:v>
                </c:pt>
                <c:pt idx="10176">
                  <c:v>0.920676005</c:v>
                </c:pt>
                <c:pt idx="10177">
                  <c:v>0.920676005</c:v>
                </c:pt>
                <c:pt idx="10178">
                  <c:v>0.920752132</c:v>
                </c:pt>
                <c:pt idx="10179">
                  <c:v>0.920752132</c:v>
                </c:pt>
                <c:pt idx="10180">
                  <c:v>0.920828258</c:v>
                </c:pt>
                <c:pt idx="10181">
                  <c:v>0.920828258</c:v>
                </c:pt>
                <c:pt idx="10182">
                  <c:v>0.920904385</c:v>
                </c:pt>
                <c:pt idx="10183">
                  <c:v>0.920904385</c:v>
                </c:pt>
                <c:pt idx="10184">
                  <c:v>0.920980512</c:v>
                </c:pt>
                <c:pt idx="10185">
                  <c:v>0.920980512</c:v>
                </c:pt>
                <c:pt idx="10186">
                  <c:v>0.920980512</c:v>
                </c:pt>
                <c:pt idx="10187">
                  <c:v>0.921056638</c:v>
                </c:pt>
                <c:pt idx="10188">
                  <c:v>0.921056638</c:v>
                </c:pt>
                <c:pt idx="10189">
                  <c:v>0.921208892</c:v>
                </c:pt>
                <c:pt idx="10190">
                  <c:v>0.921208892</c:v>
                </c:pt>
                <c:pt idx="10191">
                  <c:v>0.921208892</c:v>
                </c:pt>
                <c:pt idx="10192">
                  <c:v>0.921208892</c:v>
                </c:pt>
                <c:pt idx="10193">
                  <c:v>0.921208892</c:v>
                </c:pt>
                <c:pt idx="10194">
                  <c:v>0.921208892</c:v>
                </c:pt>
                <c:pt idx="10195">
                  <c:v>0.921285018</c:v>
                </c:pt>
                <c:pt idx="10196">
                  <c:v>0.921285018</c:v>
                </c:pt>
                <c:pt idx="10197">
                  <c:v>0.921437272</c:v>
                </c:pt>
                <c:pt idx="10198">
                  <c:v>0.921513398</c:v>
                </c:pt>
                <c:pt idx="10199">
                  <c:v>0.921513398</c:v>
                </c:pt>
                <c:pt idx="10200">
                  <c:v>0.921513398</c:v>
                </c:pt>
                <c:pt idx="10201">
                  <c:v>0.921589525</c:v>
                </c:pt>
                <c:pt idx="10202">
                  <c:v>0.921589525</c:v>
                </c:pt>
                <c:pt idx="10203">
                  <c:v>0.921665652</c:v>
                </c:pt>
                <c:pt idx="10204">
                  <c:v>0.921665652</c:v>
                </c:pt>
                <c:pt idx="10205">
                  <c:v>0.921665652</c:v>
                </c:pt>
                <c:pt idx="10206">
                  <c:v>0.921665652</c:v>
                </c:pt>
                <c:pt idx="10207">
                  <c:v>0.921817905</c:v>
                </c:pt>
                <c:pt idx="10208">
                  <c:v>0.921894032</c:v>
                </c:pt>
                <c:pt idx="10209">
                  <c:v>0.921894032</c:v>
                </c:pt>
                <c:pt idx="10210">
                  <c:v>0.921894032</c:v>
                </c:pt>
                <c:pt idx="10211">
                  <c:v>0.921970158</c:v>
                </c:pt>
                <c:pt idx="10212">
                  <c:v>0.921970158</c:v>
                </c:pt>
                <c:pt idx="10213">
                  <c:v>0.921970158</c:v>
                </c:pt>
                <c:pt idx="10214">
                  <c:v>0.922046285</c:v>
                </c:pt>
                <c:pt idx="10215">
                  <c:v>0.922198538</c:v>
                </c:pt>
                <c:pt idx="10216">
                  <c:v>0.922198538</c:v>
                </c:pt>
                <c:pt idx="10217">
                  <c:v>0.922274665</c:v>
                </c:pt>
                <c:pt idx="10218">
                  <c:v>0.922274665</c:v>
                </c:pt>
                <c:pt idx="10219">
                  <c:v>0.922274665</c:v>
                </c:pt>
                <c:pt idx="10220">
                  <c:v>0.922274665</c:v>
                </c:pt>
                <c:pt idx="10221">
                  <c:v>0.922274665</c:v>
                </c:pt>
                <c:pt idx="10222">
                  <c:v>0.922274665</c:v>
                </c:pt>
                <c:pt idx="10223">
                  <c:v>0.922426918</c:v>
                </c:pt>
                <c:pt idx="10224">
                  <c:v>0.922426918</c:v>
                </c:pt>
                <c:pt idx="10225">
                  <c:v>0.922579172</c:v>
                </c:pt>
                <c:pt idx="10226">
                  <c:v>0.922579172</c:v>
                </c:pt>
                <c:pt idx="10227">
                  <c:v>0.922655298</c:v>
                </c:pt>
                <c:pt idx="10228">
                  <c:v>0.922959805</c:v>
                </c:pt>
                <c:pt idx="10229">
                  <c:v>0.923112058</c:v>
                </c:pt>
                <c:pt idx="10230">
                  <c:v>0.923112058</c:v>
                </c:pt>
                <c:pt idx="10231">
                  <c:v>0.923264312</c:v>
                </c:pt>
                <c:pt idx="10232">
                  <c:v>0.923264312</c:v>
                </c:pt>
                <c:pt idx="10233">
                  <c:v>0.923340438</c:v>
                </c:pt>
                <c:pt idx="10234">
                  <c:v>0.923340438</c:v>
                </c:pt>
                <c:pt idx="10235">
                  <c:v>0.923340438</c:v>
                </c:pt>
                <c:pt idx="10236">
                  <c:v>0.923340438</c:v>
                </c:pt>
                <c:pt idx="10237">
                  <c:v>0.923416565</c:v>
                </c:pt>
                <c:pt idx="10238">
                  <c:v>0.923416565</c:v>
                </c:pt>
                <c:pt idx="10239">
                  <c:v>0.923416565</c:v>
                </c:pt>
                <c:pt idx="10240">
                  <c:v>0.923416565</c:v>
                </c:pt>
                <c:pt idx="10241">
                  <c:v>0.923492692</c:v>
                </c:pt>
                <c:pt idx="10242">
                  <c:v>0.923492692</c:v>
                </c:pt>
                <c:pt idx="10243">
                  <c:v>0.923568819</c:v>
                </c:pt>
                <c:pt idx="10244">
                  <c:v>0.923568819</c:v>
                </c:pt>
                <c:pt idx="10245">
                  <c:v>0.923644945</c:v>
                </c:pt>
                <c:pt idx="10246">
                  <c:v>0.923644945</c:v>
                </c:pt>
                <c:pt idx="10247">
                  <c:v>0.923721072</c:v>
                </c:pt>
                <c:pt idx="10248">
                  <c:v>0.923721072</c:v>
                </c:pt>
                <c:pt idx="10249">
                  <c:v>0.923721072</c:v>
                </c:pt>
                <c:pt idx="10250">
                  <c:v>0.923721072</c:v>
                </c:pt>
                <c:pt idx="10251">
                  <c:v>0.923797199</c:v>
                </c:pt>
                <c:pt idx="10252">
                  <c:v>0.923797199</c:v>
                </c:pt>
                <c:pt idx="10253">
                  <c:v>0.923797199</c:v>
                </c:pt>
                <c:pt idx="10254">
                  <c:v>0.923873325</c:v>
                </c:pt>
                <c:pt idx="10255">
                  <c:v>0.923873325</c:v>
                </c:pt>
                <c:pt idx="10256">
                  <c:v>0.923949452</c:v>
                </c:pt>
                <c:pt idx="10257">
                  <c:v>0.923949452</c:v>
                </c:pt>
                <c:pt idx="10258">
                  <c:v>0.924025579</c:v>
                </c:pt>
                <c:pt idx="10259">
                  <c:v>0.924025579</c:v>
                </c:pt>
                <c:pt idx="10260">
                  <c:v>0.924025579</c:v>
                </c:pt>
                <c:pt idx="10261">
                  <c:v>0.924177832</c:v>
                </c:pt>
                <c:pt idx="10262">
                  <c:v>0.924177832</c:v>
                </c:pt>
                <c:pt idx="10263">
                  <c:v>0.924253959</c:v>
                </c:pt>
                <c:pt idx="10264">
                  <c:v>0.924253959</c:v>
                </c:pt>
                <c:pt idx="10265">
                  <c:v>0.924406212</c:v>
                </c:pt>
                <c:pt idx="10266">
                  <c:v>0.924406212</c:v>
                </c:pt>
                <c:pt idx="10267">
                  <c:v>0.924482339</c:v>
                </c:pt>
                <c:pt idx="10268">
                  <c:v>0.924482339</c:v>
                </c:pt>
                <c:pt idx="10269">
                  <c:v>0.924558465</c:v>
                </c:pt>
                <c:pt idx="10270">
                  <c:v>0.924558465</c:v>
                </c:pt>
                <c:pt idx="10271">
                  <c:v>0.924634592</c:v>
                </c:pt>
                <c:pt idx="10272">
                  <c:v>0.924634592</c:v>
                </c:pt>
                <c:pt idx="10273">
                  <c:v>0.924710719</c:v>
                </c:pt>
                <c:pt idx="10274">
                  <c:v>0.924710719</c:v>
                </c:pt>
                <c:pt idx="10275">
                  <c:v>0.924786845</c:v>
                </c:pt>
                <c:pt idx="10276">
                  <c:v>0.924786845</c:v>
                </c:pt>
                <c:pt idx="10277">
                  <c:v>0.924862972</c:v>
                </c:pt>
                <c:pt idx="10278">
                  <c:v>0.924862972</c:v>
                </c:pt>
                <c:pt idx="10279">
                  <c:v>0.924939099</c:v>
                </c:pt>
                <c:pt idx="10280">
                  <c:v>0.925091352</c:v>
                </c:pt>
                <c:pt idx="10281">
                  <c:v>0.925091352</c:v>
                </c:pt>
                <c:pt idx="10282">
                  <c:v>0.925167479</c:v>
                </c:pt>
                <c:pt idx="10283">
                  <c:v>0.925167479</c:v>
                </c:pt>
                <c:pt idx="10284">
                  <c:v>0.925243605</c:v>
                </c:pt>
                <c:pt idx="10285">
                  <c:v>0.925319732</c:v>
                </c:pt>
                <c:pt idx="10286">
                  <c:v>0.925319732</c:v>
                </c:pt>
                <c:pt idx="10287">
                  <c:v>0.925395859</c:v>
                </c:pt>
                <c:pt idx="10288">
                  <c:v>0.925395859</c:v>
                </c:pt>
                <c:pt idx="10289">
                  <c:v>0.925471985</c:v>
                </c:pt>
                <c:pt idx="10290">
                  <c:v>0.925471985</c:v>
                </c:pt>
                <c:pt idx="10291">
                  <c:v>0.925548112</c:v>
                </c:pt>
                <c:pt idx="10292">
                  <c:v>0.925548112</c:v>
                </c:pt>
                <c:pt idx="10293">
                  <c:v>0.925624239</c:v>
                </c:pt>
                <c:pt idx="10294">
                  <c:v>0.925624239</c:v>
                </c:pt>
                <c:pt idx="10295">
                  <c:v>0.926080999</c:v>
                </c:pt>
                <c:pt idx="10296">
                  <c:v>0.926080999</c:v>
                </c:pt>
                <c:pt idx="10297">
                  <c:v>0.926080999</c:v>
                </c:pt>
                <c:pt idx="10298">
                  <c:v>0.926080999</c:v>
                </c:pt>
                <c:pt idx="10299">
                  <c:v>0.926080999</c:v>
                </c:pt>
                <c:pt idx="10300">
                  <c:v>0.926080999</c:v>
                </c:pt>
                <c:pt idx="10301">
                  <c:v>0.926309379</c:v>
                </c:pt>
                <c:pt idx="10302">
                  <c:v>0.926309379</c:v>
                </c:pt>
                <c:pt idx="10303">
                  <c:v>0.926385505</c:v>
                </c:pt>
                <c:pt idx="10304">
                  <c:v>0.926385505</c:v>
                </c:pt>
                <c:pt idx="10305">
                  <c:v>0.926461632</c:v>
                </c:pt>
                <c:pt idx="10306">
                  <c:v>0.926461632</c:v>
                </c:pt>
                <c:pt idx="10307">
                  <c:v>0.926537759</c:v>
                </c:pt>
                <c:pt idx="10308">
                  <c:v>0.926537759</c:v>
                </c:pt>
                <c:pt idx="10309">
                  <c:v>0.926613886</c:v>
                </c:pt>
                <c:pt idx="10310">
                  <c:v>0.926613886</c:v>
                </c:pt>
                <c:pt idx="10311">
                  <c:v>0.926613886</c:v>
                </c:pt>
                <c:pt idx="10312">
                  <c:v>0.926613886</c:v>
                </c:pt>
                <c:pt idx="10313">
                  <c:v>0.926613886</c:v>
                </c:pt>
                <c:pt idx="10314">
                  <c:v>0.926766139</c:v>
                </c:pt>
                <c:pt idx="10315">
                  <c:v>0.926766139</c:v>
                </c:pt>
                <c:pt idx="10316">
                  <c:v>0.926842266</c:v>
                </c:pt>
                <c:pt idx="10317">
                  <c:v>0.926842266</c:v>
                </c:pt>
                <c:pt idx="10318">
                  <c:v>0.926842266</c:v>
                </c:pt>
                <c:pt idx="10319">
                  <c:v>0.926842266</c:v>
                </c:pt>
                <c:pt idx="10320">
                  <c:v>0.926842266</c:v>
                </c:pt>
                <c:pt idx="10321">
                  <c:v>0.926842266</c:v>
                </c:pt>
                <c:pt idx="10322">
                  <c:v>0.926994519</c:v>
                </c:pt>
                <c:pt idx="10323">
                  <c:v>0.926994519</c:v>
                </c:pt>
                <c:pt idx="10324">
                  <c:v>0.927146772</c:v>
                </c:pt>
                <c:pt idx="10325">
                  <c:v>0.927146772</c:v>
                </c:pt>
                <c:pt idx="10326">
                  <c:v>0.927222899</c:v>
                </c:pt>
                <c:pt idx="10327">
                  <c:v>0.927222899</c:v>
                </c:pt>
                <c:pt idx="10328">
                  <c:v>0.927299026</c:v>
                </c:pt>
                <c:pt idx="10329">
                  <c:v>0.927299026</c:v>
                </c:pt>
                <c:pt idx="10330">
                  <c:v>0.927451279</c:v>
                </c:pt>
                <c:pt idx="10331">
                  <c:v>0.927451279</c:v>
                </c:pt>
                <c:pt idx="10332">
                  <c:v>0.927603532</c:v>
                </c:pt>
                <c:pt idx="10333">
                  <c:v>0.927603532</c:v>
                </c:pt>
                <c:pt idx="10334">
                  <c:v>0.927679659</c:v>
                </c:pt>
                <c:pt idx="10335">
                  <c:v>0.927679659</c:v>
                </c:pt>
                <c:pt idx="10336">
                  <c:v>0.927755786</c:v>
                </c:pt>
                <c:pt idx="10337">
                  <c:v>0.927755786</c:v>
                </c:pt>
                <c:pt idx="10338">
                  <c:v>0.927831912</c:v>
                </c:pt>
                <c:pt idx="10339">
                  <c:v>0.927831912</c:v>
                </c:pt>
                <c:pt idx="10340">
                  <c:v>0.927831912</c:v>
                </c:pt>
                <c:pt idx="10341">
                  <c:v>0.927908039</c:v>
                </c:pt>
                <c:pt idx="10342">
                  <c:v>0.927908039</c:v>
                </c:pt>
                <c:pt idx="10343">
                  <c:v>0.927984166</c:v>
                </c:pt>
                <c:pt idx="10344">
                  <c:v>0.928060292</c:v>
                </c:pt>
                <c:pt idx="10345">
                  <c:v>0.928060292</c:v>
                </c:pt>
                <c:pt idx="10346">
                  <c:v>0.928136419</c:v>
                </c:pt>
                <c:pt idx="10347">
                  <c:v>0.928136419</c:v>
                </c:pt>
                <c:pt idx="10348">
                  <c:v>0.928136419</c:v>
                </c:pt>
                <c:pt idx="10349">
                  <c:v>0.928136419</c:v>
                </c:pt>
                <c:pt idx="10350">
                  <c:v>0.928212546</c:v>
                </c:pt>
                <c:pt idx="10351">
                  <c:v>0.928212546</c:v>
                </c:pt>
                <c:pt idx="10352">
                  <c:v>0.928212546</c:v>
                </c:pt>
                <c:pt idx="10353">
                  <c:v>0.928364799</c:v>
                </c:pt>
                <c:pt idx="10354">
                  <c:v>0.928364799</c:v>
                </c:pt>
                <c:pt idx="10355">
                  <c:v>0.928440926</c:v>
                </c:pt>
                <c:pt idx="10356">
                  <c:v>0.928440926</c:v>
                </c:pt>
                <c:pt idx="10357">
                  <c:v>0.928593179</c:v>
                </c:pt>
                <c:pt idx="10358">
                  <c:v>0.928593179</c:v>
                </c:pt>
                <c:pt idx="10359">
                  <c:v>0.928745432</c:v>
                </c:pt>
                <c:pt idx="10360">
                  <c:v>0.928821559</c:v>
                </c:pt>
                <c:pt idx="10361">
                  <c:v>0.928821559</c:v>
                </c:pt>
                <c:pt idx="10362">
                  <c:v>0.928897686</c:v>
                </c:pt>
                <c:pt idx="10363">
                  <c:v>0.928897686</c:v>
                </c:pt>
                <c:pt idx="10364">
                  <c:v>0.928897686</c:v>
                </c:pt>
                <c:pt idx="10365">
                  <c:v>0.928897686</c:v>
                </c:pt>
                <c:pt idx="10366">
                  <c:v>0.928973812</c:v>
                </c:pt>
                <c:pt idx="10367">
                  <c:v>0.928973812</c:v>
                </c:pt>
                <c:pt idx="10368">
                  <c:v>0.929278319</c:v>
                </c:pt>
                <c:pt idx="10369">
                  <c:v>0.929354446</c:v>
                </c:pt>
                <c:pt idx="10370">
                  <c:v>0.929354446</c:v>
                </c:pt>
                <c:pt idx="10371">
                  <c:v>0.929430572</c:v>
                </c:pt>
                <c:pt idx="10372">
                  <c:v>0.929430572</c:v>
                </c:pt>
                <c:pt idx="10373">
                  <c:v>0.929430572</c:v>
                </c:pt>
                <c:pt idx="10374">
                  <c:v>0.929506699</c:v>
                </c:pt>
                <c:pt idx="10375">
                  <c:v>0.929506699</c:v>
                </c:pt>
                <c:pt idx="10376">
                  <c:v>0.929658952</c:v>
                </c:pt>
                <c:pt idx="10377">
                  <c:v>0.929658952</c:v>
                </c:pt>
                <c:pt idx="10378">
                  <c:v>0.929735079</c:v>
                </c:pt>
                <c:pt idx="10379">
                  <c:v>0.929735079</c:v>
                </c:pt>
                <c:pt idx="10380">
                  <c:v>0.929811206</c:v>
                </c:pt>
                <c:pt idx="10381">
                  <c:v>0.929811206</c:v>
                </c:pt>
                <c:pt idx="10382">
                  <c:v>0.929811206</c:v>
                </c:pt>
                <c:pt idx="10383">
                  <c:v>0.929811206</c:v>
                </c:pt>
                <c:pt idx="10384">
                  <c:v>0.929811206</c:v>
                </c:pt>
                <c:pt idx="10385">
                  <c:v>0.929811206</c:v>
                </c:pt>
                <c:pt idx="10386">
                  <c:v>0.929887333</c:v>
                </c:pt>
                <c:pt idx="10387">
                  <c:v>0.929887333</c:v>
                </c:pt>
                <c:pt idx="10388">
                  <c:v>0.929963459</c:v>
                </c:pt>
                <c:pt idx="10389">
                  <c:v>0.929963459</c:v>
                </c:pt>
                <c:pt idx="10390">
                  <c:v>0.930115713</c:v>
                </c:pt>
                <c:pt idx="10391">
                  <c:v>0.930115713</c:v>
                </c:pt>
                <c:pt idx="10392">
                  <c:v>0.930115713</c:v>
                </c:pt>
                <c:pt idx="10393">
                  <c:v>0.930115713</c:v>
                </c:pt>
                <c:pt idx="10394">
                  <c:v>0.930191839</c:v>
                </c:pt>
                <c:pt idx="10395">
                  <c:v>0.930191839</c:v>
                </c:pt>
                <c:pt idx="10396">
                  <c:v>0.930267966</c:v>
                </c:pt>
                <c:pt idx="10397">
                  <c:v>0.930267966</c:v>
                </c:pt>
                <c:pt idx="10398">
                  <c:v>0.930344093</c:v>
                </c:pt>
                <c:pt idx="10399">
                  <c:v>0.930344093</c:v>
                </c:pt>
                <c:pt idx="10400">
                  <c:v>0.930420219</c:v>
                </c:pt>
                <c:pt idx="10401">
                  <c:v>0.930420219</c:v>
                </c:pt>
                <c:pt idx="10402">
                  <c:v>0.930420219</c:v>
                </c:pt>
                <c:pt idx="10403">
                  <c:v>0.930420219</c:v>
                </c:pt>
                <c:pt idx="10404">
                  <c:v>0.930496346</c:v>
                </c:pt>
                <c:pt idx="10405">
                  <c:v>0.930496346</c:v>
                </c:pt>
                <c:pt idx="10406">
                  <c:v>0.930572473</c:v>
                </c:pt>
                <c:pt idx="10407">
                  <c:v>0.930572473</c:v>
                </c:pt>
                <c:pt idx="10408">
                  <c:v>0.930648599</c:v>
                </c:pt>
                <c:pt idx="10409">
                  <c:v>0.930648599</c:v>
                </c:pt>
                <c:pt idx="10410">
                  <c:v>0.930648599</c:v>
                </c:pt>
                <c:pt idx="10411">
                  <c:v>0.930724726</c:v>
                </c:pt>
                <c:pt idx="10412">
                  <c:v>0.930724726</c:v>
                </c:pt>
                <c:pt idx="10413">
                  <c:v>0.930876979</c:v>
                </c:pt>
                <c:pt idx="10414">
                  <c:v>0.930876979</c:v>
                </c:pt>
                <c:pt idx="10415">
                  <c:v>0.930876979</c:v>
                </c:pt>
                <c:pt idx="10416">
                  <c:v>0.930953106</c:v>
                </c:pt>
                <c:pt idx="10417">
                  <c:v>0.930953106</c:v>
                </c:pt>
                <c:pt idx="10418">
                  <c:v>0.931105359</c:v>
                </c:pt>
                <c:pt idx="10419">
                  <c:v>0.931105359</c:v>
                </c:pt>
                <c:pt idx="10420">
                  <c:v>0.931181486</c:v>
                </c:pt>
                <c:pt idx="10421">
                  <c:v>0.931181486</c:v>
                </c:pt>
                <c:pt idx="10422">
                  <c:v>0.931257613</c:v>
                </c:pt>
                <c:pt idx="10423">
                  <c:v>0.931257613</c:v>
                </c:pt>
                <c:pt idx="10424">
                  <c:v>0.931257613</c:v>
                </c:pt>
                <c:pt idx="10425">
                  <c:v>0.931257613</c:v>
                </c:pt>
                <c:pt idx="10426">
                  <c:v>0.931257613</c:v>
                </c:pt>
                <c:pt idx="10427">
                  <c:v>0.931257613</c:v>
                </c:pt>
                <c:pt idx="10428">
                  <c:v>0.931333739</c:v>
                </c:pt>
                <c:pt idx="10429">
                  <c:v>0.931333739</c:v>
                </c:pt>
                <c:pt idx="10430">
                  <c:v>0.931562119</c:v>
                </c:pt>
                <c:pt idx="10431">
                  <c:v>0.931562119</c:v>
                </c:pt>
                <c:pt idx="10432">
                  <c:v>0.931638246</c:v>
                </c:pt>
                <c:pt idx="10433">
                  <c:v>0.931638246</c:v>
                </c:pt>
                <c:pt idx="10434">
                  <c:v>0.931638246</c:v>
                </c:pt>
                <c:pt idx="10435">
                  <c:v>0.931638246</c:v>
                </c:pt>
                <c:pt idx="10436">
                  <c:v>0.931714373</c:v>
                </c:pt>
                <c:pt idx="10437">
                  <c:v>0.931714373</c:v>
                </c:pt>
                <c:pt idx="10438">
                  <c:v>0.931790499</c:v>
                </c:pt>
                <c:pt idx="10439">
                  <c:v>0.931790499</c:v>
                </c:pt>
                <c:pt idx="10440">
                  <c:v>0.931942753</c:v>
                </c:pt>
                <c:pt idx="10441">
                  <c:v>0.931942753</c:v>
                </c:pt>
                <c:pt idx="10442">
                  <c:v>0.931942753</c:v>
                </c:pt>
                <c:pt idx="10443">
                  <c:v>0.931942753</c:v>
                </c:pt>
                <c:pt idx="10444">
                  <c:v>0.932018879</c:v>
                </c:pt>
                <c:pt idx="10445">
                  <c:v>0.932018879</c:v>
                </c:pt>
                <c:pt idx="10446">
                  <c:v>0.932095006</c:v>
                </c:pt>
                <c:pt idx="10447">
                  <c:v>0.932095006</c:v>
                </c:pt>
                <c:pt idx="10448">
                  <c:v>0.932095006</c:v>
                </c:pt>
                <c:pt idx="10449">
                  <c:v>0.932095006</c:v>
                </c:pt>
                <c:pt idx="10450">
                  <c:v>0.932095006</c:v>
                </c:pt>
                <c:pt idx="10451">
                  <c:v>0.932323386</c:v>
                </c:pt>
                <c:pt idx="10452">
                  <c:v>0.932323386</c:v>
                </c:pt>
                <c:pt idx="10453">
                  <c:v>0.932399513</c:v>
                </c:pt>
                <c:pt idx="10454">
                  <c:v>0.932399513</c:v>
                </c:pt>
                <c:pt idx="10455">
                  <c:v>0.932475639</c:v>
                </c:pt>
                <c:pt idx="10456">
                  <c:v>0.932475639</c:v>
                </c:pt>
                <c:pt idx="10457">
                  <c:v>0.932475639</c:v>
                </c:pt>
                <c:pt idx="10458">
                  <c:v>0.932551766</c:v>
                </c:pt>
                <c:pt idx="10459">
                  <c:v>0.932551766</c:v>
                </c:pt>
                <c:pt idx="10460">
                  <c:v>0.932627893</c:v>
                </c:pt>
                <c:pt idx="10461">
                  <c:v>0.932627893</c:v>
                </c:pt>
                <c:pt idx="10462">
                  <c:v>0.932704019</c:v>
                </c:pt>
                <c:pt idx="10463">
                  <c:v>0.932704019</c:v>
                </c:pt>
                <c:pt idx="10464">
                  <c:v>0.932856273</c:v>
                </c:pt>
                <c:pt idx="10465">
                  <c:v>0.932856273</c:v>
                </c:pt>
                <c:pt idx="10466">
                  <c:v>0.9329324</c:v>
                </c:pt>
                <c:pt idx="10467">
                  <c:v>0.9329324</c:v>
                </c:pt>
                <c:pt idx="10468">
                  <c:v>0.933008526</c:v>
                </c:pt>
                <c:pt idx="10469">
                  <c:v>0.933008526</c:v>
                </c:pt>
                <c:pt idx="10470">
                  <c:v>0.933084653</c:v>
                </c:pt>
                <c:pt idx="10471">
                  <c:v>0.933084653</c:v>
                </c:pt>
                <c:pt idx="10472">
                  <c:v>0.933084653</c:v>
                </c:pt>
                <c:pt idx="10473">
                  <c:v>0.93316078</c:v>
                </c:pt>
                <c:pt idx="10474">
                  <c:v>0.93316078</c:v>
                </c:pt>
                <c:pt idx="10475">
                  <c:v>0.933236906</c:v>
                </c:pt>
                <c:pt idx="10476">
                  <c:v>0.933236906</c:v>
                </c:pt>
                <c:pt idx="10477">
                  <c:v>0.933313033</c:v>
                </c:pt>
                <c:pt idx="10478">
                  <c:v>0.933313033</c:v>
                </c:pt>
                <c:pt idx="10479">
                  <c:v>0.93338916</c:v>
                </c:pt>
                <c:pt idx="10480">
                  <c:v>0.93338916</c:v>
                </c:pt>
                <c:pt idx="10481">
                  <c:v>0.93338916</c:v>
                </c:pt>
                <c:pt idx="10482">
                  <c:v>0.933541413</c:v>
                </c:pt>
                <c:pt idx="10483">
                  <c:v>0.933541413</c:v>
                </c:pt>
                <c:pt idx="10484">
                  <c:v>0.93361754</c:v>
                </c:pt>
                <c:pt idx="10485">
                  <c:v>0.93361754</c:v>
                </c:pt>
                <c:pt idx="10486">
                  <c:v>0.933693666</c:v>
                </c:pt>
                <c:pt idx="10487">
                  <c:v>0.933693666</c:v>
                </c:pt>
                <c:pt idx="10488">
                  <c:v>0.933693666</c:v>
                </c:pt>
                <c:pt idx="10489">
                  <c:v>0.93384592</c:v>
                </c:pt>
                <c:pt idx="10490">
                  <c:v>0.93384592</c:v>
                </c:pt>
                <c:pt idx="10491">
                  <c:v>0.933922046</c:v>
                </c:pt>
                <c:pt idx="10492">
                  <c:v>0.933922046</c:v>
                </c:pt>
                <c:pt idx="10493">
                  <c:v>0.9340743</c:v>
                </c:pt>
                <c:pt idx="10494">
                  <c:v>0.9340743</c:v>
                </c:pt>
                <c:pt idx="10495">
                  <c:v>0.934226553</c:v>
                </c:pt>
                <c:pt idx="10496">
                  <c:v>0.934226553</c:v>
                </c:pt>
                <c:pt idx="10497">
                  <c:v>0.93430268</c:v>
                </c:pt>
                <c:pt idx="10498">
                  <c:v>0.93430268</c:v>
                </c:pt>
                <c:pt idx="10499">
                  <c:v>0.934454933</c:v>
                </c:pt>
                <c:pt idx="10500">
                  <c:v>0.934454933</c:v>
                </c:pt>
                <c:pt idx="10501">
                  <c:v>0.934607186</c:v>
                </c:pt>
                <c:pt idx="10502">
                  <c:v>0.934607186</c:v>
                </c:pt>
                <c:pt idx="10503">
                  <c:v>0.934683313</c:v>
                </c:pt>
                <c:pt idx="10504">
                  <c:v>0.934683313</c:v>
                </c:pt>
                <c:pt idx="10505">
                  <c:v>0.934683313</c:v>
                </c:pt>
                <c:pt idx="10506">
                  <c:v>0.934683313</c:v>
                </c:pt>
                <c:pt idx="10507">
                  <c:v>0.934683313</c:v>
                </c:pt>
                <c:pt idx="10508">
                  <c:v>0.934683313</c:v>
                </c:pt>
                <c:pt idx="10509">
                  <c:v>0.934835566</c:v>
                </c:pt>
                <c:pt idx="10510">
                  <c:v>0.934835566</c:v>
                </c:pt>
                <c:pt idx="10511">
                  <c:v>0.934911693</c:v>
                </c:pt>
                <c:pt idx="10512">
                  <c:v>0.934911693</c:v>
                </c:pt>
                <c:pt idx="10513">
                  <c:v>0.93498782</c:v>
                </c:pt>
                <c:pt idx="10514">
                  <c:v>0.93498782</c:v>
                </c:pt>
                <c:pt idx="10515">
                  <c:v>0.935063946</c:v>
                </c:pt>
                <c:pt idx="10516">
                  <c:v>0.935063946</c:v>
                </c:pt>
                <c:pt idx="10517">
                  <c:v>0.935140073</c:v>
                </c:pt>
                <c:pt idx="10518">
                  <c:v>0.935140073</c:v>
                </c:pt>
                <c:pt idx="10519">
                  <c:v>0.935292326</c:v>
                </c:pt>
                <c:pt idx="10520">
                  <c:v>0.935292326</c:v>
                </c:pt>
                <c:pt idx="10521">
                  <c:v>0.935292326</c:v>
                </c:pt>
                <c:pt idx="10522">
                  <c:v>0.935292326</c:v>
                </c:pt>
                <c:pt idx="10523">
                  <c:v>0.935368453</c:v>
                </c:pt>
                <c:pt idx="10524">
                  <c:v>0.935368453</c:v>
                </c:pt>
                <c:pt idx="10525">
                  <c:v>0.93544458</c:v>
                </c:pt>
                <c:pt idx="10526">
                  <c:v>0.93544458</c:v>
                </c:pt>
                <c:pt idx="10527">
                  <c:v>0.93544458</c:v>
                </c:pt>
                <c:pt idx="10528">
                  <c:v>0.93544458</c:v>
                </c:pt>
                <c:pt idx="10529">
                  <c:v>0.935520706</c:v>
                </c:pt>
                <c:pt idx="10530">
                  <c:v>0.935520706</c:v>
                </c:pt>
                <c:pt idx="10531">
                  <c:v>0.93567296</c:v>
                </c:pt>
                <c:pt idx="10532">
                  <c:v>0.93567296</c:v>
                </c:pt>
                <c:pt idx="10533">
                  <c:v>0.935749086</c:v>
                </c:pt>
                <c:pt idx="10534">
                  <c:v>0.935749086</c:v>
                </c:pt>
                <c:pt idx="10535">
                  <c:v>0.935825213</c:v>
                </c:pt>
                <c:pt idx="10536">
                  <c:v>0.935825213</c:v>
                </c:pt>
                <c:pt idx="10537">
                  <c:v>0.935977467</c:v>
                </c:pt>
                <c:pt idx="10538">
                  <c:v>0.935977467</c:v>
                </c:pt>
                <c:pt idx="10539">
                  <c:v>0.93612972</c:v>
                </c:pt>
                <c:pt idx="10540">
                  <c:v>0.93612972</c:v>
                </c:pt>
                <c:pt idx="10541">
                  <c:v>0.936205847</c:v>
                </c:pt>
                <c:pt idx="10542">
                  <c:v>0.936205847</c:v>
                </c:pt>
                <c:pt idx="10543">
                  <c:v>0.936281973</c:v>
                </c:pt>
                <c:pt idx="10544">
                  <c:v>0.936434227</c:v>
                </c:pt>
                <c:pt idx="10545">
                  <c:v>0.936434227</c:v>
                </c:pt>
                <c:pt idx="10546">
                  <c:v>0.936510353</c:v>
                </c:pt>
                <c:pt idx="10547">
                  <c:v>0.936510353</c:v>
                </c:pt>
                <c:pt idx="10548">
                  <c:v>0.93658648</c:v>
                </c:pt>
                <c:pt idx="10549">
                  <c:v>0.93658648</c:v>
                </c:pt>
                <c:pt idx="10550">
                  <c:v>0.936738733</c:v>
                </c:pt>
                <c:pt idx="10551">
                  <c:v>0.936738733</c:v>
                </c:pt>
                <c:pt idx="10552">
                  <c:v>0.936738733</c:v>
                </c:pt>
                <c:pt idx="10553">
                  <c:v>0.93681486</c:v>
                </c:pt>
                <c:pt idx="10554">
                  <c:v>0.936967113</c:v>
                </c:pt>
                <c:pt idx="10555">
                  <c:v>0.936967113</c:v>
                </c:pt>
                <c:pt idx="10556">
                  <c:v>0.937119367</c:v>
                </c:pt>
                <c:pt idx="10557">
                  <c:v>0.937119367</c:v>
                </c:pt>
                <c:pt idx="10558">
                  <c:v>0.937195493</c:v>
                </c:pt>
                <c:pt idx="10559">
                  <c:v>0.937195493</c:v>
                </c:pt>
                <c:pt idx="10560">
                  <c:v>0.93727162</c:v>
                </c:pt>
                <c:pt idx="10561">
                  <c:v>0.93727162</c:v>
                </c:pt>
                <c:pt idx="10562">
                  <c:v>0.937347747</c:v>
                </c:pt>
                <c:pt idx="10563">
                  <c:v>0.937347747</c:v>
                </c:pt>
                <c:pt idx="10564">
                  <c:v>0.937423873</c:v>
                </c:pt>
                <c:pt idx="10565">
                  <c:v>0.937423873</c:v>
                </c:pt>
                <c:pt idx="10566">
                  <c:v>0.937576127</c:v>
                </c:pt>
                <c:pt idx="10567">
                  <c:v>0.937576127</c:v>
                </c:pt>
                <c:pt idx="10568">
                  <c:v>0.937652253</c:v>
                </c:pt>
                <c:pt idx="10569">
                  <c:v>0.937652253</c:v>
                </c:pt>
                <c:pt idx="10570">
                  <c:v>0.93795676</c:v>
                </c:pt>
                <c:pt idx="10571">
                  <c:v>0.93795676</c:v>
                </c:pt>
                <c:pt idx="10572">
                  <c:v>0.938032887</c:v>
                </c:pt>
                <c:pt idx="10573">
                  <c:v>0.938032887</c:v>
                </c:pt>
                <c:pt idx="10574">
                  <c:v>0.938032887</c:v>
                </c:pt>
                <c:pt idx="10575">
                  <c:v>0.938032887</c:v>
                </c:pt>
                <c:pt idx="10576">
                  <c:v>0.938109013</c:v>
                </c:pt>
                <c:pt idx="10577">
                  <c:v>0.938109013</c:v>
                </c:pt>
                <c:pt idx="10578">
                  <c:v>0.938109013</c:v>
                </c:pt>
                <c:pt idx="10579">
                  <c:v>0.93818514</c:v>
                </c:pt>
                <c:pt idx="10580">
                  <c:v>0.93818514</c:v>
                </c:pt>
                <c:pt idx="10581">
                  <c:v>0.938337393</c:v>
                </c:pt>
                <c:pt idx="10582">
                  <c:v>0.938337393</c:v>
                </c:pt>
                <c:pt idx="10583">
                  <c:v>0.93841352</c:v>
                </c:pt>
                <c:pt idx="10584">
                  <c:v>0.93841352</c:v>
                </c:pt>
                <c:pt idx="10585">
                  <c:v>0.93841352</c:v>
                </c:pt>
                <c:pt idx="10586">
                  <c:v>0.93841352</c:v>
                </c:pt>
                <c:pt idx="10587">
                  <c:v>0.938489647</c:v>
                </c:pt>
                <c:pt idx="10588">
                  <c:v>0.938489647</c:v>
                </c:pt>
                <c:pt idx="10589">
                  <c:v>0.938489647</c:v>
                </c:pt>
                <c:pt idx="10590">
                  <c:v>0.938489647</c:v>
                </c:pt>
                <c:pt idx="10591">
                  <c:v>0.938565773</c:v>
                </c:pt>
                <c:pt idx="10592">
                  <c:v>0.938565773</c:v>
                </c:pt>
                <c:pt idx="10593">
                  <c:v>0.9386419</c:v>
                </c:pt>
                <c:pt idx="10594">
                  <c:v>0.9386419</c:v>
                </c:pt>
                <c:pt idx="10595">
                  <c:v>0.9386419</c:v>
                </c:pt>
                <c:pt idx="10596">
                  <c:v>0.9386419</c:v>
                </c:pt>
                <c:pt idx="10597">
                  <c:v>0.9386419</c:v>
                </c:pt>
                <c:pt idx="10598">
                  <c:v>0.9386419</c:v>
                </c:pt>
                <c:pt idx="10599">
                  <c:v>0.938718027</c:v>
                </c:pt>
                <c:pt idx="10600">
                  <c:v>0.938718027</c:v>
                </c:pt>
                <c:pt idx="10601">
                  <c:v>0.938718027</c:v>
                </c:pt>
                <c:pt idx="10602">
                  <c:v>0.938718027</c:v>
                </c:pt>
                <c:pt idx="10603">
                  <c:v>0.938794153</c:v>
                </c:pt>
                <c:pt idx="10604">
                  <c:v>0.938794153</c:v>
                </c:pt>
                <c:pt idx="10605">
                  <c:v>0.93909866</c:v>
                </c:pt>
                <c:pt idx="10606">
                  <c:v>0.93909866</c:v>
                </c:pt>
                <c:pt idx="10607">
                  <c:v>0.939174787</c:v>
                </c:pt>
                <c:pt idx="10608">
                  <c:v>0.939174787</c:v>
                </c:pt>
                <c:pt idx="10609">
                  <c:v>0.93932704</c:v>
                </c:pt>
                <c:pt idx="10610">
                  <c:v>0.93932704</c:v>
                </c:pt>
                <c:pt idx="10611">
                  <c:v>0.93932704</c:v>
                </c:pt>
                <c:pt idx="10612">
                  <c:v>0.93932704</c:v>
                </c:pt>
                <c:pt idx="10613">
                  <c:v>0.939403167</c:v>
                </c:pt>
                <c:pt idx="10614">
                  <c:v>0.939403167</c:v>
                </c:pt>
                <c:pt idx="10615">
                  <c:v>0.939403167</c:v>
                </c:pt>
                <c:pt idx="10616">
                  <c:v>0.939403167</c:v>
                </c:pt>
                <c:pt idx="10617">
                  <c:v>0.939403167</c:v>
                </c:pt>
                <c:pt idx="10618">
                  <c:v>0.939403167</c:v>
                </c:pt>
                <c:pt idx="10619">
                  <c:v>0.939403167</c:v>
                </c:pt>
                <c:pt idx="10620">
                  <c:v>0.93955542</c:v>
                </c:pt>
                <c:pt idx="10621">
                  <c:v>0.93955542</c:v>
                </c:pt>
                <c:pt idx="10622">
                  <c:v>0.93955542</c:v>
                </c:pt>
                <c:pt idx="10623">
                  <c:v>0.93955542</c:v>
                </c:pt>
                <c:pt idx="10624">
                  <c:v>0.939631547</c:v>
                </c:pt>
                <c:pt idx="10625">
                  <c:v>0.939631547</c:v>
                </c:pt>
                <c:pt idx="10626">
                  <c:v>0.939631547</c:v>
                </c:pt>
                <c:pt idx="10627">
                  <c:v>0.939631547</c:v>
                </c:pt>
                <c:pt idx="10628">
                  <c:v>0.939707674</c:v>
                </c:pt>
                <c:pt idx="10629">
                  <c:v>0.939707674</c:v>
                </c:pt>
                <c:pt idx="10630">
                  <c:v>0.939707674</c:v>
                </c:pt>
                <c:pt idx="10631">
                  <c:v>0.939707674</c:v>
                </c:pt>
                <c:pt idx="10632">
                  <c:v>0.9397838</c:v>
                </c:pt>
                <c:pt idx="10633">
                  <c:v>0.9397838</c:v>
                </c:pt>
                <c:pt idx="10634">
                  <c:v>0.939859927</c:v>
                </c:pt>
                <c:pt idx="10635">
                  <c:v>0.939859927</c:v>
                </c:pt>
                <c:pt idx="10636">
                  <c:v>0.939859927</c:v>
                </c:pt>
                <c:pt idx="10637">
                  <c:v>0.939936054</c:v>
                </c:pt>
                <c:pt idx="10638">
                  <c:v>0.939936054</c:v>
                </c:pt>
                <c:pt idx="10639">
                  <c:v>0.939936054</c:v>
                </c:pt>
                <c:pt idx="10640">
                  <c:v>0.939936054</c:v>
                </c:pt>
                <c:pt idx="10641">
                  <c:v>0.939936054</c:v>
                </c:pt>
                <c:pt idx="10642">
                  <c:v>0.939936054</c:v>
                </c:pt>
                <c:pt idx="10643">
                  <c:v>0.940088307</c:v>
                </c:pt>
                <c:pt idx="10644">
                  <c:v>0.940088307</c:v>
                </c:pt>
                <c:pt idx="10645">
                  <c:v>0.940164434</c:v>
                </c:pt>
                <c:pt idx="10646">
                  <c:v>0.940164434</c:v>
                </c:pt>
                <c:pt idx="10647">
                  <c:v>0.940316687</c:v>
                </c:pt>
                <c:pt idx="10648">
                  <c:v>0.940316687</c:v>
                </c:pt>
                <c:pt idx="10649">
                  <c:v>0.940392814</c:v>
                </c:pt>
                <c:pt idx="10650">
                  <c:v>0.940392814</c:v>
                </c:pt>
                <c:pt idx="10651">
                  <c:v>0.94046894</c:v>
                </c:pt>
                <c:pt idx="10652">
                  <c:v>0.94046894</c:v>
                </c:pt>
                <c:pt idx="10653">
                  <c:v>0.94069732</c:v>
                </c:pt>
                <c:pt idx="10654">
                  <c:v>0.94069732</c:v>
                </c:pt>
                <c:pt idx="10655">
                  <c:v>0.94069732</c:v>
                </c:pt>
                <c:pt idx="10656">
                  <c:v>0.94069732</c:v>
                </c:pt>
                <c:pt idx="10657">
                  <c:v>0.94069732</c:v>
                </c:pt>
                <c:pt idx="10658">
                  <c:v>0.94069732</c:v>
                </c:pt>
                <c:pt idx="10659">
                  <c:v>0.94069732</c:v>
                </c:pt>
                <c:pt idx="10660">
                  <c:v>0.94069732</c:v>
                </c:pt>
                <c:pt idx="10661">
                  <c:v>0.940773447</c:v>
                </c:pt>
                <c:pt idx="10662">
                  <c:v>0.940773447</c:v>
                </c:pt>
                <c:pt idx="10663">
                  <c:v>0.940849574</c:v>
                </c:pt>
                <c:pt idx="10664">
                  <c:v>0.940849574</c:v>
                </c:pt>
                <c:pt idx="10665">
                  <c:v>0.940849574</c:v>
                </c:pt>
                <c:pt idx="10666">
                  <c:v>0.9409257</c:v>
                </c:pt>
                <c:pt idx="10667">
                  <c:v>0.9409257</c:v>
                </c:pt>
                <c:pt idx="10668">
                  <c:v>0.9409257</c:v>
                </c:pt>
                <c:pt idx="10669">
                  <c:v>0.941001827</c:v>
                </c:pt>
                <c:pt idx="10670">
                  <c:v>0.941001827</c:v>
                </c:pt>
                <c:pt idx="10671">
                  <c:v>0.941001827</c:v>
                </c:pt>
                <c:pt idx="10672">
                  <c:v>0.941001827</c:v>
                </c:pt>
                <c:pt idx="10673">
                  <c:v>0.941077954</c:v>
                </c:pt>
                <c:pt idx="10674">
                  <c:v>0.941077954</c:v>
                </c:pt>
                <c:pt idx="10675">
                  <c:v>0.941230207</c:v>
                </c:pt>
                <c:pt idx="10676">
                  <c:v>0.941230207</c:v>
                </c:pt>
                <c:pt idx="10677">
                  <c:v>0.941230207</c:v>
                </c:pt>
                <c:pt idx="10678">
                  <c:v>0.941306334</c:v>
                </c:pt>
                <c:pt idx="10679">
                  <c:v>0.941306334</c:v>
                </c:pt>
                <c:pt idx="10680">
                  <c:v>0.94138246</c:v>
                </c:pt>
                <c:pt idx="10681">
                  <c:v>0.94138246</c:v>
                </c:pt>
                <c:pt idx="10682">
                  <c:v>0.941458587</c:v>
                </c:pt>
                <c:pt idx="10683">
                  <c:v>0.941458587</c:v>
                </c:pt>
                <c:pt idx="10684">
                  <c:v>0.941458587</c:v>
                </c:pt>
                <c:pt idx="10685">
                  <c:v>0.941534714</c:v>
                </c:pt>
                <c:pt idx="10686">
                  <c:v>0.941534714</c:v>
                </c:pt>
                <c:pt idx="10687">
                  <c:v>0.941534714</c:v>
                </c:pt>
                <c:pt idx="10688">
                  <c:v>0.941534714</c:v>
                </c:pt>
                <c:pt idx="10689">
                  <c:v>0.94161084</c:v>
                </c:pt>
                <c:pt idx="10690">
                  <c:v>0.94161084</c:v>
                </c:pt>
                <c:pt idx="10691">
                  <c:v>0.941686967</c:v>
                </c:pt>
                <c:pt idx="10692">
                  <c:v>0.941686967</c:v>
                </c:pt>
                <c:pt idx="10693">
                  <c:v>0.941763094</c:v>
                </c:pt>
                <c:pt idx="10694">
                  <c:v>0.941763094</c:v>
                </c:pt>
                <c:pt idx="10695">
                  <c:v>0.94183922</c:v>
                </c:pt>
                <c:pt idx="10696">
                  <c:v>0.94183922</c:v>
                </c:pt>
                <c:pt idx="10697">
                  <c:v>0.941915347</c:v>
                </c:pt>
                <c:pt idx="10698">
                  <c:v>0.941915347</c:v>
                </c:pt>
                <c:pt idx="10699">
                  <c:v>0.9420676</c:v>
                </c:pt>
                <c:pt idx="10700">
                  <c:v>0.9420676</c:v>
                </c:pt>
                <c:pt idx="10701">
                  <c:v>0.942143727</c:v>
                </c:pt>
                <c:pt idx="10702">
                  <c:v>0.942143727</c:v>
                </c:pt>
                <c:pt idx="10703">
                  <c:v>0.942219854</c:v>
                </c:pt>
                <c:pt idx="10704">
                  <c:v>0.942219854</c:v>
                </c:pt>
                <c:pt idx="10705">
                  <c:v>0.942219854</c:v>
                </c:pt>
                <c:pt idx="10706">
                  <c:v>0.942219854</c:v>
                </c:pt>
                <c:pt idx="10707">
                  <c:v>0.942295981</c:v>
                </c:pt>
                <c:pt idx="10708">
                  <c:v>0.942295981</c:v>
                </c:pt>
                <c:pt idx="10709">
                  <c:v>0.942448234</c:v>
                </c:pt>
                <c:pt idx="10710">
                  <c:v>0.942448234</c:v>
                </c:pt>
                <c:pt idx="10711">
                  <c:v>0.942524361</c:v>
                </c:pt>
                <c:pt idx="10712">
                  <c:v>0.942524361</c:v>
                </c:pt>
                <c:pt idx="10713">
                  <c:v>0.942524361</c:v>
                </c:pt>
                <c:pt idx="10714">
                  <c:v>0.942524361</c:v>
                </c:pt>
                <c:pt idx="10715">
                  <c:v>0.942524361</c:v>
                </c:pt>
                <c:pt idx="10716">
                  <c:v>0.942600487</c:v>
                </c:pt>
                <c:pt idx="10717">
                  <c:v>0.942600487</c:v>
                </c:pt>
                <c:pt idx="10718">
                  <c:v>0.942752741</c:v>
                </c:pt>
                <c:pt idx="10719">
                  <c:v>0.942752741</c:v>
                </c:pt>
                <c:pt idx="10720">
                  <c:v>0.942904994</c:v>
                </c:pt>
                <c:pt idx="10721">
                  <c:v>0.942904994</c:v>
                </c:pt>
                <c:pt idx="10722">
                  <c:v>0.942981121</c:v>
                </c:pt>
                <c:pt idx="10723">
                  <c:v>0.942981121</c:v>
                </c:pt>
                <c:pt idx="10724">
                  <c:v>0.943057247</c:v>
                </c:pt>
                <c:pt idx="10725">
                  <c:v>0.943057247</c:v>
                </c:pt>
                <c:pt idx="10726">
                  <c:v>0.943133374</c:v>
                </c:pt>
                <c:pt idx="10727">
                  <c:v>0.943133374</c:v>
                </c:pt>
                <c:pt idx="10728">
                  <c:v>0.943209501</c:v>
                </c:pt>
                <c:pt idx="10729">
                  <c:v>0.943209501</c:v>
                </c:pt>
                <c:pt idx="10730">
                  <c:v>0.943285627</c:v>
                </c:pt>
                <c:pt idx="10731">
                  <c:v>0.943285627</c:v>
                </c:pt>
                <c:pt idx="10732">
                  <c:v>0.943285627</c:v>
                </c:pt>
                <c:pt idx="10733">
                  <c:v>0.943285627</c:v>
                </c:pt>
                <c:pt idx="10734">
                  <c:v>0.943361754</c:v>
                </c:pt>
                <c:pt idx="10735">
                  <c:v>0.943361754</c:v>
                </c:pt>
                <c:pt idx="10736">
                  <c:v>0.943437881</c:v>
                </c:pt>
                <c:pt idx="10737">
                  <c:v>0.943437881</c:v>
                </c:pt>
                <c:pt idx="10738">
                  <c:v>0.943514007</c:v>
                </c:pt>
                <c:pt idx="10739">
                  <c:v>0.943514007</c:v>
                </c:pt>
                <c:pt idx="10740">
                  <c:v>0.943666261</c:v>
                </c:pt>
                <c:pt idx="10741">
                  <c:v>0.943666261</c:v>
                </c:pt>
                <c:pt idx="10742">
                  <c:v>0.943742387</c:v>
                </c:pt>
                <c:pt idx="10743">
                  <c:v>0.943742387</c:v>
                </c:pt>
                <c:pt idx="10744">
                  <c:v>0.943818514</c:v>
                </c:pt>
                <c:pt idx="10745">
                  <c:v>0.943818514</c:v>
                </c:pt>
                <c:pt idx="10746">
                  <c:v>0.943818514</c:v>
                </c:pt>
                <c:pt idx="10747">
                  <c:v>0.943818514</c:v>
                </c:pt>
                <c:pt idx="10748">
                  <c:v>0.943894641</c:v>
                </c:pt>
                <c:pt idx="10749">
                  <c:v>0.943894641</c:v>
                </c:pt>
                <c:pt idx="10750">
                  <c:v>0.943894641</c:v>
                </c:pt>
                <c:pt idx="10751">
                  <c:v>0.943894641</c:v>
                </c:pt>
                <c:pt idx="10752">
                  <c:v>0.943970767</c:v>
                </c:pt>
                <c:pt idx="10753">
                  <c:v>0.943970767</c:v>
                </c:pt>
                <c:pt idx="10754">
                  <c:v>0.944046894</c:v>
                </c:pt>
                <c:pt idx="10755">
                  <c:v>0.944046894</c:v>
                </c:pt>
                <c:pt idx="10756">
                  <c:v>0.944123021</c:v>
                </c:pt>
                <c:pt idx="10757">
                  <c:v>0.944123021</c:v>
                </c:pt>
                <c:pt idx="10758">
                  <c:v>0.944199147</c:v>
                </c:pt>
                <c:pt idx="10759">
                  <c:v>0.944199147</c:v>
                </c:pt>
                <c:pt idx="10760">
                  <c:v>0.944275274</c:v>
                </c:pt>
                <c:pt idx="10761">
                  <c:v>0.944275274</c:v>
                </c:pt>
                <c:pt idx="10762">
                  <c:v>0.944351401</c:v>
                </c:pt>
                <c:pt idx="10763">
                  <c:v>0.944351401</c:v>
                </c:pt>
                <c:pt idx="10764">
                  <c:v>0.944427527</c:v>
                </c:pt>
                <c:pt idx="10765">
                  <c:v>0.944427527</c:v>
                </c:pt>
                <c:pt idx="10766">
                  <c:v>0.944503654</c:v>
                </c:pt>
                <c:pt idx="10767">
                  <c:v>0.944503654</c:v>
                </c:pt>
                <c:pt idx="10768">
                  <c:v>0.944503654</c:v>
                </c:pt>
                <c:pt idx="10769">
                  <c:v>0.944579781</c:v>
                </c:pt>
                <c:pt idx="10770">
                  <c:v>0.944579781</c:v>
                </c:pt>
                <c:pt idx="10771">
                  <c:v>0.944655907</c:v>
                </c:pt>
                <c:pt idx="10772">
                  <c:v>0.944655907</c:v>
                </c:pt>
                <c:pt idx="10773">
                  <c:v>0.944655907</c:v>
                </c:pt>
                <c:pt idx="10774">
                  <c:v>0.944655907</c:v>
                </c:pt>
                <c:pt idx="10775">
                  <c:v>0.944655907</c:v>
                </c:pt>
                <c:pt idx="10776">
                  <c:v>0.944655907</c:v>
                </c:pt>
                <c:pt idx="10777">
                  <c:v>0.944732034</c:v>
                </c:pt>
                <c:pt idx="10778">
                  <c:v>0.944732034</c:v>
                </c:pt>
                <c:pt idx="10779">
                  <c:v>0.944732034</c:v>
                </c:pt>
                <c:pt idx="10780">
                  <c:v>0.944732034</c:v>
                </c:pt>
                <c:pt idx="10781">
                  <c:v>0.944808161</c:v>
                </c:pt>
                <c:pt idx="10782">
                  <c:v>0.944808161</c:v>
                </c:pt>
                <c:pt idx="10783">
                  <c:v>0.944808161</c:v>
                </c:pt>
                <c:pt idx="10784">
                  <c:v>0.944884287</c:v>
                </c:pt>
                <c:pt idx="10785">
                  <c:v>0.944884287</c:v>
                </c:pt>
                <c:pt idx="10786">
                  <c:v>0.944960414</c:v>
                </c:pt>
                <c:pt idx="10787">
                  <c:v>0.944960414</c:v>
                </c:pt>
                <c:pt idx="10788">
                  <c:v>0.945036541</c:v>
                </c:pt>
                <c:pt idx="10789">
                  <c:v>0.945036541</c:v>
                </c:pt>
                <c:pt idx="10790">
                  <c:v>0.945112667</c:v>
                </c:pt>
                <c:pt idx="10791">
                  <c:v>0.945112667</c:v>
                </c:pt>
                <c:pt idx="10792">
                  <c:v>0.945188794</c:v>
                </c:pt>
                <c:pt idx="10793">
                  <c:v>0.945188794</c:v>
                </c:pt>
                <c:pt idx="10794">
                  <c:v>0.945188794</c:v>
                </c:pt>
                <c:pt idx="10795">
                  <c:v>0.945341048</c:v>
                </c:pt>
                <c:pt idx="10796">
                  <c:v>0.945341048</c:v>
                </c:pt>
                <c:pt idx="10797">
                  <c:v>0.945341048</c:v>
                </c:pt>
                <c:pt idx="10798">
                  <c:v>0.945341048</c:v>
                </c:pt>
                <c:pt idx="10799">
                  <c:v>0.945417174</c:v>
                </c:pt>
                <c:pt idx="10800">
                  <c:v>0.945417174</c:v>
                </c:pt>
                <c:pt idx="10801">
                  <c:v>0.945493301</c:v>
                </c:pt>
                <c:pt idx="10802">
                  <c:v>0.945493301</c:v>
                </c:pt>
                <c:pt idx="10803">
                  <c:v>0.945493301</c:v>
                </c:pt>
                <c:pt idx="10804">
                  <c:v>0.945493301</c:v>
                </c:pt>
                <c:pt idx="10805">
                  <c:v>0.945493301</c:v>
                </c:pt>
                <c:pt idx="10806">
                  <c:v>0.945569428</c:v>
                </c:pt>
                <c:pt idx="10807">
                  <c:v>0.945569428</c:v>
                </c:pt>
                <c:pt idx="10808">
                  <c:v>0.945721681</c:v>
                </c:pt>
                <c:pt idx="10809">
                  <c:v>0.945721681</c:v>
                </c:pt>
                <c:pt idx="10810">
                  <c:v>0.945797808</c:v>
                </c:pt>
                <c:pt idx="10811">
                  <c:v>0.945797808</c:v>
                </c:pt>
                <c:pt idx="10812">
                  <c:v>0.945873934</c:v>
                </c:pt>
                <c:pt idx="10813">
                  <c:v>0.945873934</c:v>
                </c:pt>
                <c:pt idx="10814">
                  <c:v>0.945873934</c:v>
                </c:pt>
                <c:pt idx="10815">
                  <c:v>0.945873934</c:v>
                </c:pt>
                <c:pt idx="10816">
                  <c:v>0.945873934</c:v>
                </c:pt>
                <c:pt idx="10817">
                  <c:v>0.945873934</c:v>
                </c:pt>
                <c:pt idx="10818">
                  <c:v>0.945873934</c:v>
                </c:pt>
                <c:pt idx="10819">
                  <c:v>0.946026188</c:v>
                </c:pt>
                <c:pt idx="10820">
                  <c:v>0.946026188</c:v>
                </c:pt>
                <c:pt idx="10821">
                  <c:v>0.946026188</c:v>
                </c:pt>
                <c:pt idx="10822">
                  <c:v>0.946026188</c:v>
                </c:pt>
                <c:pt idx="10823">
                  <c:v>0.946026188</c:v>
                </c:pt>
                <c:pt idx="10824">
                  <c:v>0.946102314</c:v>
                </c:pt>
                <c:pt idx="10825">
                  <c:v>0.946102314</c:v>
                </c:pt>
                <c:pt idx="10826">
                  <c:v>0.946102314</c:v>
                </c:pt>
                <c:pt idx="10827">
                  <c:v>0.946102314</c:v>
                </c:pt>
                <c:pt idx="10828">
                  <c:v>0.946102314</c:v>
                </c:pt>
                <c:pt idx="10829">
                  <c:v>0.946102314</c:v>
                </c:pt>
                <c:pt idx="10830">
                  <c:v>0.946102314</c:v>
                </c:pt>
                <c:pt idx="10831">
                  <c:v>0.946102314</c:v>
                </c:pt>
                <c:pt idx="10832">
                  <c:v>0.946102314</c:v>
                </c:pt>
                <c:pt idx="10833">
                  <c:v>0.946178441</c:v>
                </c:pt>
                <c:pt idx="10834">
                  <c:v>0.946178441</c:v>
                </c:pt>
                <c:pt idx="10835">
                  <c:v>0.946254568</c:v>
                </c:pt>
                <c:pt idx="10836">
                  <c:v>0.946254568</c:v>
                </c:pt>
                <c:pt idx="10837">
                  <c:v>0.946330694</c:v>
                </c:pt>
                <c:pt idx="10838">
                  <c:v>0.946330694</c:v>
                </c:pt>
                <c:pt idx="10839">
                  <c:v>0.946406821</c:v>
                </c:pt>
                <c:pt idx="10840">
                  <c:v>0.946406821</c:v>
                </c:pt>
                <c:pt idx="10841">
                  <c:v>0.946559074</c:v>
                </c:pt>
                <c:pt idx="10842">
                  <c:v>0.946559074</c:v>
                </c:pt>
                <c:pt idx="10843">
                  <c:v>0.946635201</c:v>
                </c:pt>
                <c:pt idx="10844">
                  <c:v>0.946635201</c:v>
                </c:pt>
                <c:pt idx="10845">
                  <c:v>0.946635201</c:v>
                </c:pt>
                <c:pt idx="10846">
                  <c:v>0.946635201</c:v>
                </c:pt>
                <c:pt idx="10847">
                  <c:v>0.946711328</c:v>
                </c:pt>
                <c:pt idx="10848">
                  <c:v>0.946711328</c:v>
                </c:pt>
                <c:pt idx="10849">
                  <c:v>0.946711328</c:v>
                </c:pt>
                <c:pt idx="10850">
                  <c:v>0.946711328</c:v>
                </c:pt>
                <c:pt idx="10851">
                  <c:v>0.946711328</c:v>
                </c:pt>
                <c:pt idx="10852">
                  <c:v>0.946711328</c:v>
                </c:pt>
                <c:pt idx="10853">
                  <c:v>0.946711328</c:v>
                </c:pt>
                <c:pt idx="10854">
                  <c:v>0.946711328</c:v>
                </c:pt>
                <c:pt idx="10855">
                  <c:v>0.946711328</c:v>
                </c:pt>
                <c:pt idx="10856">
                  <c:v>0.946863581</c:v>
                </c:pt>
                <c:pt idx="10857">
                  <c:v>0.946863581</c:v>
                </c:pt>
                <c:pt idx="10858">
                  <c:v>0.946939708</c:v>
                </c:pt>
                <c:pt idx="10859">
                  <c:v>0.946939708</c:v>
                </c:pt>
                <c:pt idx="10860">
                  <c:v>0.946939708</c:v>
                </c:pt>
                <c:pt idx="10861">
                  <c:v>0.946939708</c:v>
                </c:pt>
                <c:pt idx="10862">
                  <c:v>0.947015834</c:v>
                </c:pt>
                <c:pt idx="10863">
                  <c:v>0.947015834</c:v>
                </c:pt>
                <c:pt idx="10864">
                  <c:v>0.947015834</c:v>
                </c:pt>
                <c:pt idx="10865">
                  <c:v>0.947015834</c:v>
                </c:pt>
                <c:pt idx="10866">
                  <c:v>0.947091961</c:v>
                </c:pt>
                <c:pt idx="10867">
                  <c:v>0.947091961</c:v>
                </c:pt>
                <c:pt idx="10868">
                  <c:v>0.947091961</c:v>
                </c:pt>
                <c:pt idx="10869">
                  <c:v>0.947168088</c:v>
                </c:pt>
                <c:pt idx="10870">
                  <c:v>0.947168088</c:v>
                </c:pt>
                <c:pt idx="10871">
                  <c:v>0.947244214</c:v>
                </c:pt>
                <c:pt idx="10872">
                  <c:v>0.947244214</c:v>
                </c:pt>
                <c:pt idx="10873">
                  <c:v>0.947244214</c:v>
                </c:pt>
                <c:pt idx="10874">
                  <c:v>0.947244214</c:v>
                </c:pt>
                <c:pt idx="10875">
                  <c:v>0.947396468</c:v>
                </c:pt>
                <c:pt idx="10876">
                  <c:v>0.947396468</c:v>
                </c:pt>
                <c:pt idx="10877">
                  <c:v>0.947472594</c:v>
                </c:pt>
                <c:pt idx="10878">
                  <c:v>0.947472594</c:v>
                </c:pt>
                <c:pt idx="10879">
                  <c:v>0.947624848</c:v>
                </c:pt>
                <c:pt idx="10880">
                  <c:v>0.947777101</c:v>
                </c:pt>
                <c:pt idx="10881">
                  <c:v>0.947777101</c:v>
                </c:pt>
                <c:pt idx="10882">
                  <c:v>0.948005481</c:v>
                </c:pt>
                <c:pt idx="10883">
                  <c:v>0.948005481</c:v>
                </c:pt>
                <c:pt idx="10884">
                  <c:v>0.948157734</c:v>
                </c:pt>
                <c:pt idx="10885">
                  <c:v>0.948157734</c:v>
                </c:pt>
                <c:pt idx="10886">
                  <c:v>0.948233861</c:v>
                </c:pt>
                <c:pt idx="10887">
                  <c:v>0.948233861</c:v>
                </c:pt>
                <c:pt idx="10888">
                  <c:v>0.948386114</c:v>
                </c:pt>
                <c:pt idx="10889">
                  <c:v>0.948386114</c:v>
                </c:pt>
                <c:pt idx="10890">
                  <c:v>0.948462241</c:v>
                </c:pt>
                <c:pt idx="10891">
                  <c:v>0.949071255</c:v>
                </c:pt>
                <c:pt idx="10892">
                  <c:v>0.949071255</c:v>
                </c:pt>
                <c:pt idx="10893">
                  <c:v>0.949071255</c:v>
                </c:pt>
                <c:pt idx="10894">
                  <c:v>0.949071255</c:v>
                </c:pt>
                <c:pt idx="10895">
                  <c:v>0.949071255</c:v>
                </c:pt>
                <c:pt idx="10896">
                  <c:v>0.949223508</c:v>
                </c:pt>
                <c:pt idx="10897">
                  <c:v>0.949223508</c:v>
                </c:pt>
                <c:pt idx="10898">
                  <c:v>0.949223508</c:v>
                </c:pt>
                <c:pt idx="10899">
                  <c:v>0.949223508</c:v>
                </c:pt>
                <c:pt idx="10900">
                  <c:v>0.949299635</c:v>
                </c:pt>
                <c:pt idx="10901">
                  <c:v>0.949299635</c:v>
                </c:pt>
                <c:pt idx="10902">
                  <c:v>0.949375761</c:v>
                </c:pt>
                <c:pt idx="10903">
                  <c:v>0.949375761</c:v>
                </c:pt>
                <c:pt idx="10904">
                  <c:v>0.949528015</c:v>
                </c:pt>
                <c:pt idx="10905">
                  <c:v>0.949528015</c:v>
                </c:pt>
                <c:pt idx="10906">
                  <c:v>0.949680268</c:v>
                </c:pt>
                <c:pt idx="10907">
                  <c:v>0.949680268</c:v>
                </c:pt>
                <c:pt idx="10908">
                  <c:v>0.949756395</c:v>
                </c:pt>
                <c:pt idx="10909">
                  <c:v>0.949756395</c:v>
                </c:pt>
                <c:pt idx="10910">
                  <c:v>0.949832521</c:v>
                </c:pt>
                <c:pt idx="10911">
                  <c:v>0.949832521</c:v>
                </c:pt>
                <c:pt idx="10912">
                  <c:v>0.949908648</c:v>
                </c:pt>
                <c:pt idx="10913">
                  <c:v>0.949908648</c:v>
                </c:pt>
                <c:pt idx="10914">
                  <c:v>0.949984775</c:v>
                </c:pt>
                <c:pt idx="10915">
                  <c:v>0.949984775</c:v>
                </c:pt>
                <c:pt idx="10916">
                  <c:v>0.950137028</c:v>
                </c:pt>
                <c:pt idx="10917">
                  <c:v>0.950137028</c:v>
                </c:pt>
                <c:pt idx="10918">
                  <c:v>0.950213155</c:v>
                </c:pt>
                <c:pt idx="10919">
                  <c:v>0.950289281</c:v>
                </c:pt>
                <c:pt idx="10920">
                  <c:v>0.950289281</c:v>
                </c:pt>
                <c:pt idx="10921">
                  <c:v>0.950289281</c:v>
                </c:pt>
                <c:pt idx="10922">
                  <c:v>0.950365408</c:v>
                </c:pt>
                <c:pt idx="10923">
                  <c:v>0.950365408</c:v>
                </c:pt>
                <c:pt idx="10924">
                  <c:v>0.950441535</c:v>
                </c:pt>
                <c:pt idx="10925">
                  <c:v>0.950441535</c:v>
                </c:pt>
                <c:pt idx="10926">
                  <c:v>0.950593788</c:v>
                </c:pt>
                <c:pt idx="10927">
                  <c:v>0.950593788</c:v>
                </c:pt>
                <c:pt idx="10928">
                  <c:v>0.950669915</c:v>
                </c:pt>
                <c:pt idx="10929">
                  <c:v>0.950669915</c:v>
                </c:pt>
                <c:pt idx="10930">
                  <c:v>0.950746041</c:v>
                </c:pt>
                <c:pt idx="10931">
                  <c:v>0.950746041</c:v>
                </c:pt>
                <c:pt idx="10932">
                  <c:v>0.950746041</c:v>
                </c:pt>
                <c:pt idx="10933">
                  <c:v>0.950746041</c:v>
                </c:pt>
                <c:pt idx="10934">
                  <c:v>0.950822168</c:v>
                </c:pt>
                <c:pt idx="10935">
                  <c:v>0.950822168</c:v>
                </c:pt>
                <c:pt idx="10936">
                  <c:v>0.950974421</c:v>
                </c:pt>
                <c:pt idx="10937">
                  <c:v>0.950974421</c:v>
                </c:pt>
                <c:pt idx="10938">
                  <c:v>0.950974421</c:v>
                </c:pt>
                <c:pt idx="10939">
                  <c:v>0.951050548</c:v>
                </c:pt>
                <c:pt idx="10940">
                  <c:v>0.951050548</c:v>
                </c:pt>
                <c:pt idx="10941">
                  <c:v>0.951050548</c:v>
                </c:pt>
                <c:pt idx="10942">
                  <c:v>0.951050548</c:v>
                </c:pt>
                <c:pt idx="10943">
                  <c:v>0.951050548</c:v>
                </c:pt>
                <c:pt idx="10944">
                  <c:v>0.951050548</c:v>
                </c:pt>
                <c:pt idx="10945">
                  <c:v>0.951126675</c:v>
                </c:pt>
                <c:pt idx="10946">
                  <c:v>0.951126675</c:v>
                </c:pt>
                <c:pt idx="10947">
                  <c:v>0.951202801</c:v>
                </c:pt>
                <c:pt idx="10948">
                  <c:v>0.951202801</c:v>
                </c:pt>
                <c:pt idx="10949">
                  <c:v>0.951278928</c:v>
                </c:pt>
                <c:pt idx="10950">
                  <c:v>0.951278928</c:v>
                </c:pt>
                <c:pt idx="10951">
                  <c:v>0.951355055</c:v>
                </c:pt>
                <c:pt idx="10952">
                  <c:v>0.951355055</c:v>
                </c:pt>
                <c:pt idx="10953">
                  <c:v>0.951355055</c:v>
                </c:pt>
                <c:pt idx="10954">
                  <c:v>0.951355055</c:v>
                </c:pt>
                <c:pt idx="10955">
                  <c:v>0.951431181</c:v>
                </c:pt>
                <c:pt idx="10956">
                  <c:v>0.951431181</c:v>
                </c:pt>
                <c:pt idx="10957">
                  <c:v>0.951431181</c:v>
                </c:pt>
                <c:pt idx="10958">
                  <c:v>0.951431181</c:v>
                </c:pt>
                <c:pt idx="10959">
                  <c:v>0.951735688</c:v>
                </c:pt>
                <c:pt idx="10960">
                  <c:v>0.951735688</c:v>
                </c:pt>
                <c:pt idx="10961">
                  <c:v>0.951887942</c:v>
                </c:pt>
                <c:pt idx="10962">
                  <c:v>0.951887942</c:v>
                </c:pt>
                <c:pt idx="10963">
                  <c:v>0.951887942</c:v>
                </c:pt>
                <c:pt idx="10964">
                  <c:v>0.951887942</c:v>
                </c:pt>
                <c:pt idx="10965">
                  <c:v>0.951964068</c:v>
                </c:pt>
                <c:pt idx="10966">
                  <c:v>0.951964068</c:v>
                </c:pt>
                <c:pt idx="10967">
                  <c:v>0.952040195</c:v>
                </c:pt>
                <c:pt idx="10968">
                  <c:v>0.952040195</c:v>
                </c:pt>
                <c:pt idx="10969">
                  <c:v>0.952116322</c:v>
                </c:pt>
                <c:pt idx="10970">
                  <c:v>0.952116322</c:v>
                </c:pt>
                <c:pt idx="10971">
                  <c:v>0.952116322</c:v>
                </c:pt>
                <c:pt idx="10972">
                  <c:v>0.952192448</c:v>
                </c:pt>
                <c:pt idx="10973">
                  <c:v>0.952192448</c:v>
                </c:pt>
                <c:pt idx="10974">
                  <c:v>0.952268575</c:v>
                </c:pt>
                <c:pt idx="10975">
                  <c:v>0.952268575</c:v>
                </c:pt>
                <c:pt idx="10976">
                  <c:v>0.952268575</c:v>
                </c:pt>
                <c:pt idx="10977">
                  <c:v>0.952268575</c:v>
                </c:pt>
                <c:pt idx="10978">
                  <c:v>0.952496955</c:v>
                </c:pt>
                <c:pt idx="10979">
                  <c:v>0.952496955</c:v>
                </c:pt>
                <c:pt idx="10980">
                  <c:v>0.952573082</c:v>
                </c:pt>
                <c:pt idx="10981">
                  <c:v>0.952573082</c:v>
                </c:pt>
                <c:pt idx="10982">
                  <c:v>0.952725335</c:v>
                </c:pt>
                <c:pt idx="10983">
                  <c:v>0.952725335</c:v>
                </c:pt>
                <c:pt idx="10984">
                  <c:v>0.952801462</c:v>
                </c:pt>
                <c:pt idx="10985">
                  <c:v>0.952953715</c:v>
                </c:pt>
                <c:pt idx="10986">
                  <c:v>0.952953715</c:v>
                </c:pt>
                <c:pt idx="10987">
                  <c:v>0.952953715</c:v>
                </c:pt>
                <c:pt idx="10988">
                  <c:v>0.952953715</c:v>
                </c:pt>
                <c:pt idx="10989">
                  <c:v>0.952953715</c:v>
                </c:pt>
                <c:pt idx="10990">
                  <c:v>0.952953715</c:v>
                </c:pt>
                <c:pt idx="10991">
                  <c:v>0.953029842</c:v>
                </c:pt>
                <c:pt idx="10992">
                  <c:v>0.953029842</c:v>
                </c:pt>
                <c:pt idx="10993">
                  <c:v>0.953105968</c:v>
                </c:pt>
                <c:pt idx="10994">
                  <c:v>0.953105968</c:v>
                </c:pt>
                <c:pt idx="10995">
                  <c:v>0.953105968</c:v>
                </c:pt>
                <c:pt idx="10996">
                  <c:v>0.953105968</c:v>
                </c:pt>
                <c:pt idx="10997">
                  <c:v>0.953105968</c:v>
                </c:pt>
                <c:pt idx="10998">
                  <c:v>0.953105968</c:v>
                </c:pt>
                <c:pt idx="10999">
                  <c:v>0.953182095</c:v>
                </c:pt>
                <c:pt idx="11000">
                  <c:v>0.953182095</c:v>
                </c:pt>
                <c:pt idx="11001">
                  <c:v>0.953182095</c:v>
                </c:pt>
                <c:pt idx="11002">
                  <c:v>0.953182095</c:v>
                </c:pt>
                <c:pt idx="11003">
                  <c:v>0.953182095</c:v>
                </c:pt>
                <c:pt idx="11004">
                  <c:v>0.953182095</c:v>
                </c:pt>
                <c:pt idx="11005">
                  <c:v>0.953258222</c:v>
                </c:pt>
                <c:pt idx="11006">
                  <c:v>0.953258222</c:v>
                </c:pt>
                <c:pt idx="11007">
                  <c:v>0.953258222</c:v>
                </c:pt>
                <c:pt idx="11008">
                  <c:v>0.953258222</c:v>
                </c:pt>
                <c:pt idx="11009">
                  <c:v>0.953258222</c:v>
                </c:pt>
                <c:pt idx="11010">
                  <c:v>0.953562728</c:v>
                </c:pt>
                <c:pt idx="11011">
                  <c:v>0.953638855</c:v>
                </c:pt>
                <c:pt idx="11012">
                  <c:v>0.953638855</c:v>
                </c:pt>
                <c:pt idx="11013">
                  <c:v>0.953638855</c:v>
                </c:pt>
                <c:pt idx="11014">
                  <c:v>0.953714982</c:v>
                </c:pt>
                <c:pt idx="11015">
                  <c:v>0.953867235</c:v>
                </c:pt>
                <c:pt idx="11016">
                  <c:v>0.953867235</c:v>
                </c:pt>
                <c:pt idx="11017">
                  <c:v>0.953943362</c:v>
                </c:pt>
                <c:pt idx="11018">
                  <c:v>0.953943362</c:v>
                </c:pt>
                <c:pt idx="11019">
                  <c:v>0.954171742</c:v>
                </c:pt>
                <c:pt idx="11020">
                  <c:v>0.954171742</c:v>
                </c:pt>
                <c:pt idx="11021">
                  <c:v>0.954247868</c:v>
                </c:pt>
                <c:pt idx="11022">
                  <c:v>0.954247868</c:v>
                </c:pt>
                <c:pt idx="11023">
                  <c:v>0.954247868</c:v>
                </c:pt>
                <c:pt idx="11024">
                  <c:v>0.954247868</c:v>
                </c:pt>
                <c:pt idx="11025">
                  <c:v>0.954247868</c:v>
                </c:pt>
                <c:pt idx="11026">
                  <c:v>0.954247868</c:v>
                </c:pt>
                <c:pt idx="11027">
                  <c:v>0.954247868</c:v>
                </c:pt>
                <c:pt idx="11028">
                  <c:v>0.954552375</c:v>
                </c:pt>
                <c:pt idx="11029">
                  <c:v>0.954552375</c:v>
                </c:pt>
                <c:pt idx="11030">
                  <c:v>0.954628502</c:v>
                </c:pt>
                <c:pt idx="11031">
                  <c:v>0.954628502</c:v>
                </c:pt>
                <c:pt idx="11032">
                  <c:v>0.954704629</c:v>
                </c:pt>
                <c:pt idx="11033">
                  <c:v>0.954704629</c:v>
                </c:pt>
                <c:pt idx="11034">
                  <c:v>0.954933009</c:v>
                </c:pt>
                <c:pt idx="11035">
                  <c:v>0.954933009</c:v>
                </c:pt>
                <c:pt idx="11036">
                  <c:v>0.955009135</c:v>
                </c:pt>
                <c:pt idx="11037">
                  <c:v>0.955009135</c:v>
                </c:pt>
                <c:pt idx="11038">
                  <c:v>0.955009135</c:v>
                </c:pt>
                <c:pt idx="11039">
                  <c:v>0.955085262</c:v>
                </c:pt>
                <c:pt idx="11040">
                  <c:v>0.955085262</c:v>
                </c:pt>
                <c:pt idx="11041">
                  <c:v>0.955085262</c:v>
                </c:pt>
                <c:pt idx="11042">
                  <c:v>0.955085262</c:v>
                </c:pt>
                <c:pt idx="11043">
                  <c:v>0.955161389</c:v>
                </c:pt>
                <c:pt idx="11044">
                  <c:v>0.955161389</c:v>
                </c:pt>
                <c:pt idx="11045">
                  <c:v>0.955161389</c:v>
                </c:pt>
                <c:pt idx="11046">
                  <c:v>0.955161389</c:v>
                </c:pt>
                <c:pt idx="11047">
                  <c:v>0.955313642</c:v>
                </c:pt>
                <c:pt idx="11048">
                  <c:v>0.955313642</c:v>
                </c:pt>
                <c:pt idx="11049">
                  <c:v>0.955389769</c:v>
                </c:pt>
                <c:pt idx="11050">
                  <c:v>0.955389769</c:v>
                </c:pt>
                <c:pt idx="11051">
                  <c:v>0.955542022</c:v>
                </c:pt>
                <c:pt idx="11052">
                  <c:v>0.955542022</c:v>
                </c:pt>
                <c:pt idx="11053">
                  <c:v>0.955618149</c:v>
                </c:pt>
                <c:pt idx="11054">
                  <c:v>0.955770402</c:v>
                </c:pt>
                <c:pt idx="11055">
                  <c:v>0.955770402</c:v>
                </c:pt>
                <c:pt idx="11056">
                  <c:v>0.955846529</c:v>
                </c:pt>
                <c:pt idx="11057">
                  <c:v>0.955846529</c:v>
                </c:pt>
                <c:pt idx="11058">
                  <c:v>0.955846529</c:v>
                </c:pt>
                <c:pt idx="11059">
                  <c:v>0.955846529</c:v>
                </c:pt>
                <c:pt idx="11060">
                  <c:v>0.955922655</c:v>
                </c:pt>
                <c:pt idx="11061">
                  <c:v>0.955922655</c:v>
                </c:pt>
                <c:pt idx="11062">
                  <c:v>0.955922655</c:v>
                </c:pt>
                <c:pt idx="11063">
                  <c:v>0.955922655</c:v>
                </c:pt>
                <c:pt idx="11064">
                  <c:v>0.955922655</c:v>
                </c:pt>
                <c:pt idx="11065">
                  <c:v>0.955922655</c:v>
                </c:pt>
                <c:pt idx="11066">
                  <c:v>0.955998782</c:v>
                </c:pt>
                <c:pt idx="11067">
                  <c:v>0.955998782</c:v>
                </c:pt>
                <c:pt idx="11068">
                  <c:v>0.956151035</c:v>
                </c:pt>
                <c:pt idx="11069">
                  <c:v>0.956151035</c:v>
                </c:pt>
                <c:pt idx="11070">
                  <c:v>0.956227162</c:v>
                </c:pt>
                <c:pt idx="11071">
                  <c:v>0.956227162</c:v>
                </c:pt>
                <c:pt idx="11072">
                  <c:v>0.956227162</c:v>
                </c:pt>
                <c:pt idx="11073">
                  <c:v>0.956303289</c:v>
                </c:pt>
                <c:pt idx="11074">
                  <c:v>0.956303289</c:v>
                </c:pt>
                <c:pt idx="11075">
                  <c:v>0.956379415</c:v>
                </c:pt>
                <c:pt idx="11076">
                  <c:v>0.956379415</c:v>
                </c:pt>
                <c:pt idx="11077">
                  <c:v>0.956455542</c:v>
                </c:pt>
                <c:pt idx="11078">
                  <c:v>0.956455542</c:v>
                </c:pt>
                <c:pt idx="11079">
                  <c:v>0.956531669</c:v>
                </c:pt>
                <c:pt idx="11080">
                  <c:v>0.956531669</c:v>
                </c:pt>
                <c:pt idx="11081">
                  <c:v>0.956607795</c:v>
                </c:pt>
                <c:pt idx="11082">
                  <c:v>0.956607795</c:v>
                </c:pt>
                <c:pt idx="11083">
                  <c:v>0.956683922</c:v>
                </c:pt>
                <c:pt idx="11084">
                  <c:v>0.956683922</c:v>
                </c:pt>
                <c:pt idx="11085">
                  <c:v>0.956683922</c:v>
                </c:pt>
                <c:pt idx="11086">
                  <c:v>0.956683922</c:v>
                </c:pt>
                <c:pt idx="11087">
                  <c:v>0.956683922</c:v>
                </c:pt>
                <c:pt idx="11088">
                  <c:v>0.956760049</c:v>
                </c:pt>
                <c:pt idx="11089">
                  <c:v>0.956760049</c:v>
                </c:pt>
                <c:pt idx="11090">
                  <c:v>0.956760049</c:v>
                </c:pt>
                <c:pt idx="11091">
                  <c:v>0.956836175</c:v>
                </c:pt>
                <c:pt idx="11092">
                  <c:v>0.956836175</c:v>
                </c:pt>
                <c:pt idx="11093">
                  <c:v>0.956836175</c:v>
                </c:pt>
                <c:pt idx="11094">
                  <c:v>0.956836175</c:v>
                </c:pt>
                <c:pt idx="11095">
                  <c:v>0.956836175</c:v>
                </c:pt>
                <c:pt idx="11096">
                  <c:v>0.956912302</c:v>
                </c:pt>
                <c:pt idx="11097">
                  <c:v>0.956912302</c:v>
                </c:pt>
                <c:pt idx="11098">
                  <c:v>0.956988429</c:v>
                </c:pt>
                <c:pt idx="11099">
                  <c:v>0.956988429</c:v>
                </c:pt>
                <c:pt idx="11100">
                  <c:v>0.957064555</c:v>
                </c:pt>
                <c:pt idx="11101">
                  <c:v>0.957064555</c:v>
                </c:pt>
                <c:pt idx="11102">
                  <c:v>0.957064555</c:v>
                </c:pt>
                <c:pt idx="11103">
                  <c:v>0.957064555</c:v>
                </c:pt>
                <c:pt idx="11104">
                  <c:v>0.957064555</c:v>
                </c:pt>
                <c:pt idx="11105">
                  <c:v>0.957140682</c:v>
                </c:pt>
                <c:pt idx="11106">
                  <c:v>0.957140682</c:v>
                </c:pt>
                <c:pt idx="11107">
                  <c:v>0.957216809</c:v>
                </c:pt>
                <c:pt idx="11108">
                  <c:v>0.957216809</c:v>
                </c:pt>
                <c:pt idx="11109">
                  <c:v>0.957216809</c:v>
                </c:pt>
                <c:pt idx="11110">
                  <c:v>0.957292935</c:v>
                </c:pt>
                <c:pt idx="11111">
                  <c:v>0.957292935</c:v>
                </c:pt>
                <c:pt idx="11112">
                  <c:v>0.957292935</c:v>
                </c:pt>
                <c:pt idx="11113">
                  <c:v>0.957292935</c:v>
                </c:pt>
                <c:pt idx="11114">
                  <c:v>0.957369062</c:v>
                </c:pt>
                <c:pt idx="11115">
                  <c:v>0.957369062</c:v>
                </c:pt>
                <c:pt idx="11116">
                  <c:v>0.957445189</c:v>
                </c:pt>
                <c:pt idx="11117">
                  <c:v>0.957445189</c:v>
                </c:pt>
                <c:pt idx="11118">
                  <c:v>0.957521315</c:v>
                </c:pt>
                <c:pt idx="11119">
                  <c:v>0.957521315</c:v>
                </c:pt>
                <c:pt idx="11120">
                  <c:v>0.957521315</c:v>
                </c:pt>
                <c:pt idx="11121">
                  <c:v>0.957521315</c:v>
                </c:pt>
                <c:pt idx="11122">
                  <c:v>0.957597442</c:v>
                </c:pt>
                <c:pt idx="11123">
                  <c:v>0.957597442</c:v>
                </c:pt>
                <c:pt idx="11124">
                  <c:v>0.957673569</c:v>
                </c:pt>
                <c:pt idx="11125">
                  <c:v>0.957673569</c:v>
                </c:pt>
                <c:pt idx="11126">
                  <c:v>0.957749695</c:v>
                </c:pt>
                <c:pt idx="11127">
                  <c:v>0.957749695</c:v>
                </c:pt>
                <c:pt idx="11128">
                  <c:v>0.957749695</c:v>
                </c:pt>
                <c:pt idx="11129">
                  <c:v>0.957749695</c:v>
                </c:pt>
                <c:pt idx="11130">
                  <c:v>0.957749695</c:v>
                </c:pt>
                <c:pt idx="11131">
                  <c:v>0.957749695</c:v>
                </c:pt>
                <c:pt idx="11132">
                  <c:v>0.957749695</c:v>
                </c:pt>
                <c:pt idx="11133">
                  <c:v>0.957825822</c:v>
                </c:pt>
                <c:pt idx="11134">
                  <c:v>0.957825822</c:v>
                </c:pt>
                <c:pt idx="11135">
                  <c:v>0.957901949</c:v>
                </c:pt>
                <c:pt idx="11136">
                  <c:v>0.957901949</c:v>
                </c:pt>
                <c:pt idx="11137">
                  <c:v>0.957978076</c:v>
                </c:pt>
                <c:pt idx="11138">
                  <c:v>0.957978076</c:v>
                </c:pt>
                <c:pt idx="11139">
                  <c:v>0.958054202</c:v>
                </c:pt>
                <c:pt idx="11140">
                  <c:v>0.958054202</c:v>
                </c:pt>
                <c:pt idx="11141">
                  <c:v>0.958130329</c:v>
                </c:pt>
                <c:pt idx="11142">
                  <c:v>0.958130329</c:v>
                </c:pt>
                <c:pt idx="11143">
                  <c:v>0.958206456</c:v>
                </c:pt>
                <c:pt idx="11144">
                  <c:v>0.958282582</c:v>
                </c:pt>
                <c:pt idx="11145">
                  <c:v>0.958282582</c:v>
                </c:pt>
                <c:pt idx="11146">
                  <c:v>0.958358709</c:v>
                </c:pt>
                <c:pt idx="11147">
                  <c:v>0.958358709</c:v>
                </c:pt>
                <c:pt idx="11148">
                  <c:v>0.958358709</c:v>
                </c:pt>
                <c:pt idx="11149">
                  <c:v>0.958358709</c:v>
                </c:pt>
                <c:pt idx="11150">
                  <c:v>0.958434836</c:v>
                </c:pt>
                <c:pt idx="11151">
                  <c:v>0.958434836</c:v>
                </c:pt>
                <c:pt idx="11152">
                  <c:v>0.958587089</c:v>
                </c:pt>
                <c:pt idx="11153">
                  <c:v>0.958739342</c:v>
                </c:pt>
                <c:pt idx="11154">
                  <c:v>0.958739342</c:v>
                </c:pt>
                <c:pt idx="11155">
                  <c:v>0.958967722</c:v>
                </c:pt>
                <c:pt idx="11156">
                  <c:v>0.958967722</c:v>
                </c:pt>
                <c:pt idx="11157">
                  <c:v>0.959119976</c:v>
                </c:pt>
                <c:pt idx="11158">
                  <c:v>0.959119976</c:v>
                </c:pt>
                <c:pt idx="11159">
                  <c:v>0.959196102</c:v>
                </c:pt>
                <c:pt idx="11160">
                  <c:v>0.959196102</c:v>
                </c:pt>
                <c:pt idx="11161">
                  <c:v>0.959272229</c:v>
                </c:pt>
                <c:pt idx="11162">
                  <c:v>0.959272229</c:v>
                </c:pt>
                <c:pt idx="11163">
                  <c:v>0.959272229</c:v>
                </c:pt>
                <c:pt idx="11164">
                  <c:v>0.959348356</c:v>
                </c:pt>
                <c:pt idx="11165">
                  <c:v>0.959348356</c:v>
                </c:pt>
                <c:pt idx="11166">
                  <c:v>0.959424482</c:v>
                </c:pt>
                <c:pt idx="11167">
                  <c:v>0.959424482</c:v>
                </c:pt>
                <c:pt idx="11168">
                  <c:v>0.959500609</c:v>
                </c:pt>
                <c:pt idx="11169">
                  <c:v>0.959652862</c:v>
                </c:pt>
                <c:pt idx="11170">
                  <c:v>0.959652862</c:v>
                </c:pt>
                <c:pt idx="11171">
                  <c:v>0.959728989</c:v>
                </c:pt>
                <c:pt idx="11172">
                  <c:v>0.959728989</c:v>
                </c:pt>
                <c:pt idx="11173">
                  <c:v>0.959805116</c:v>
                </c:pt>
                <c:pt idx="11174">
                  <c:v>0.959805116</c:v>
                </c:pt>
                <c:pt idx="11175">
                  <c:v>0.959881242</c:v>
                </c:pt>
                <c:pt idx="11176">
                  <c:v>0.959881242</c:v>
                </c:pt>
                <c:pt idx="11177">
                  <c:v>0.959957369</c:v>
                </c:pt>
                <c:pt idx="11178">
                  <c:v>0.959957369</c:v>
                </c:pt>
                <c:pt idx="11179">
                  <c:v>0.960185749</c:v>
                </c:pt>
                <c:pt idx="11180">
                  <c:v>0.960185749</c:v>
                </c:pt>
                <c:pt idx="11181">
                  <c:v>0.960185749</c:v>
                </c:pt>
                <c:pt idx="11182">
                  <c:v>0.960185749</c:v>
                </c:pt>
                <c:pt idx="11183">
                  <c:v>0.960338002</c:v>
                </c:pt>
                <c:pt idx="11184">
                  <c:v>0.960338002</c:v>
                </c:pt>
                <c:pt idx="11185">
                  <c:v>0.960414129</c:v>
                </c:pt>
                <c:pt idx="11186">
                  <c:v>0.960414129</c:v>
                </c:pt>
                <c:pt idx="11187">
                  <c:v>0.960490256</c:v>
                </c:pt>
                <c:pt idx="11188">
                  <c:v>0.960490256</c:v>
                </c:pt>
                <c:pt idx="11189">
                  <c:v>0.960490256</c:v>
                </c:pt>
                <c:pt idx="11190">
                  <c:v>0.960490256</c:v>
                </c:pt>
                <c:pt idx="11191">
                  <c:v>0.960642509</c:v>
                </c:pt>
                <c:pt idx="11192">
                  <c:v>0.960642509</c:v>
                </c:pt>
                <c:pt idx="11193">
                  <c:v>0.960718636</c:v>
                </c:pt>
                <c:pt idx="11194">
                  <c:v>0.960718636</c:v>
                </c:pt>
                <c:pt idx="11195">
                  <c:v>0.960718636</c:v>
                </c:pt>
                <c:pt idx="11196">
                  <c:v>0.960718636</c:v>
                </c:pt>
                <c:pt idx="11197">
                  <c:v>0.960794762</c:v>
                </c:pt>
                <c:pt idx="11198">
                  <c:v>0.960794762</c:v>
                </c:pt>
                <c:pt idx="11199">
                  <c:v>0.960870889</c:v>
                </c:pt>
                <c:pt idx="11200">
                  <c:v>0.960870889</c:v>
                </c:pt>
                <c:pt idx="11201">
                  <c:v>0.960947016</c:v>
                </c:pt>
                <c:pt idx="11202">
                  <c:v>0.960947016</c:v>
                </c:pt>
                <c:pt idx="11203">
                  <c:v>0.961099269</c:v>
                </c:pt>
                <c:pt idx="11204">
                  <c:v>0.961099269</c:v>
                </c:pt>
                <c:pt idx="11205">
                  <c:v>0.961099269</c:v>
                </c:pt>
                <c:pt idx="11206">
                  <c:v>0.961175396</c:v>
                </c:pt>
                <c:pt idx="11207">
                  <c:v>0.961175396</c:v>
                </c:pt>
                <c:pt idx="11208">
                  <c:v>0.961251523</c:v>
                </c:pt>
                <c:pt idx="11209">
                  <c:v>0.961403776</c:v>
                </c:pt>
                <c:pt idx="11210">
                  <c:v>0.961403776</c:v>
                </c:pt>
                <c:pt idx="11211">
                  <c:v>0.961403776</c:v>
                </c:pt>
                <c:pt idx="11212">
                  <c:v>0.961479903</c:v>
                </c:pt>
                <c:pt idx="11213">
                  <c:v>0.961479903</c:v>
                </c:pt>
                <c:pt idx="11214">
                  <c:v>0.961556029</c:v>
                </c:pt>
                <c:pt idx="11215">
                  <c:v>0.961556029</c:v>
                </c:pt>
                <c:pt idx="11216">
                  <c:v>0.961556029</c:v>
                </c:pt>
                <c:pt idx="11217">
                  <c:v>0.961632156</c:v>
                </c:pt>
                <c:pt idx="11218">
                  <c:v>0.961632156</c:v>
                </c:pt>
                <c:pt idx="11219">
                  <c:v>0.961708283</c:v>
                </c:pt>
                <c:pt idx="11220">
                  <c:v>0.961708283</c:v>
                </c:pt>
                <c:pt idx="11221">
                  <c:v>0.961708283</c:v>
                </c:pt>
                <c:pt idx="11222">
                  <c:v>0.961784409</c:v>
                </c:pt>
                <c:pt idx="11223">
                  <c:v>0.961784409</c:v>
                </c:pt>
                <c:pt idx="11224">
                  <c:v>0.961784409</c:v>
                </c:pt>
                <c:pt idx="11225">
                  <c:v>0.961784409</c:v>
                </c:pt>
                <c:pt idx="11226">
                  <c:v>0.961860536</c:v>
                </c:pt>
                <c:pt idx="11227">
                  <c:v>0.961860536</c:v>
                </c:pt>
                <c:pt idx="11228">
                  <c:v>0.961860536</c:v>
                </c:pt>
                <c:pt idx="11229">
                  <c:v>0.961860536</c:v>
                </c:pt>
                <c:pt idx="11230">
                  <c:v>0.961860536</c:v>
                </c:pt>
                <c:pt idx="11231">
                  <c:v>0.961860536</c:v>
                </c:pt>
                <c:pt idx="11232">
                  <c:v>0.961936663</c:v>
                </c:pt>
                <c:pt idx="11233">
                  <c:v>0.961936663</c:v>
                </c:pt>
                <c:pt idx="11234">
                  <c:v>0.961936663</c:v>
                </c:pt>
                <c:pt idx="11235">
                  <c:v>0.961936663</c:v>
                </c:pt>
                <c:pt idx="11236">
                  <c:v>0.961936663</c:v>
                </c:pt>
                <c:pt idx="11237">
                  <c:v>0.961936663</c:v>
                </c:pt>
                <c:pt idx="11238">
                  <c:v>0.962165043</c:v>
                </c:pt>
                <c:pt idx="11239">
                  <c:v>0.962165043</c:v>
                </c:pt>
                <c:pt idx="11240">
                  <c:v>0.962241169</c:v>
                </c:pt>
                <c:pt idx="11241">
                  <c:v>0.962241169</c:v>
                </c:pt>
                <c:pt idx="11242">
                  <c:v>0.962241169</c:v>
                </c:pt>
                <c:pt idx="11243">
                  <c:v>0.962317296</c:v>
                </c:pt>
                <c:pt idx="11244">
                  <c:v>0.962317296</c:v>
                </c:pt>
                <c:pt idx="11245">
                  <c:v>0.962317296</c:v>
                </c:pt>
                <c:pt idx="11246">
                  <c:v>0.962317296</c:v>
                </c:pt>
                <c:pt idx="11247">
                  <c:v>0.962393423</c:v>
                </c:pt>
                <c:pt idx="11248">
                  <c:v>0.962393423</c:v>
                </c:pt>
                <c:pt idx="11249">
                  <c:v>0.962393423</c:v>
                </c:pt>
                <c:pt idx="11250">
                  <c:v>0.962545676</c:v>
                </c:pt>
                <c:pt idx="11251">
                  <c:v>0.962545676</c:v>
                </c:pt>
                <c:pt idx="11252">
                  <c:v>0.962545676</c:v>
                </c:pt>
                <c:pt idx="11253">
                  <c:v>0.962697929</c:v>
                </c:pt>
                <c:pt idx="11254">
                  <c:v>0.962697929</c:v>
                </c:pt>
                <c:pt idx="11255">
                  <c:v>0.962926309</c:v>
                </c:pt>
                <c:pt idx="11256">
                  <c:v>0.962926309</c:v>
                </c:pt>
                <c:pt idx="11257">
                  <c:v>0.962926309</c:v>
                </c:pt>
                <c:pt idx="11258">
                  <c:v>0.963002436</c:v>
                </c:pt>
                <c:pt idx="11259">
                  <c:v>0.963002436</c:v>
                </c:pt>
                <c:pt idx="11260">
                  <c:v>0.963002436</c:v>
                </c:pt>
                <c:pt idx="11261">
                  <c:v>0.963078563</c:v>
                </c:pt>
                <c:pt idx="11262">
                  <c:v>0.963078563</c:v>
                </c:pt>
                <c:pt idx="11263">
                  <c:v>0.963154689</c:v>
                </c:pt>
                <c:pt idx="11264">
                  <c:v>0.963154689</c:v>
                </c:pt>
                <c:pt idx="11265">
                  <c:v>0.963230816</c:v>
                </c:pt>
                <c:pt idx="11266">
                  <c:v>0.963230816</c:v>
                </c:pt>
                <c:pt idx="11267">
                  <c:v>0.963306943</c:v>
                </c:pt>
                <c:pt idx="11268">
                  <c:v>0.963306943</c:v>
                </c:pt>
                <c:pt idx="11269">
                  <c:v>0.963306943</c:v>
                </c:pt>
                <c:pt idx="11270">
                  <c:v>0.963306943</c:v>
                </c:pt>
                <c:pt idx="11271">
                  <c:v>0.963306943</c:v>
                </c:pt>
                <c:pt idx="11272">
                  <c:v>0.963383069</c:v>
                </c:pt>
                <c:pt idx="11273">
                  <c:v>0.963383069</c:v>
                </c:pt>
                <c:pt idx="11274">
                  <c:v>0.963459196</c:v>
                </c:pt>
                <c:pt idx="11275">
                  <c:v>0.963459196</c:v>
                </c:pt>
                <c:pt idx="11276">
                  <c:v>0.963535323</c:v>
                </c:pt>
                <c:pt idx="11277">
                  <c:v>0.963535323</c:v>
                </c:pt>
                <c:pt idx="11278">
                  <c:v>0.963535323</c:v>
                </c:pt>
                <c:pt idx="11279">
                  <c:v>0.963535323</c:v>
                </c:pt>
                <c:pt idx="11280">
                  <c:v>0.963687576</c:v>
                </c:pt>
                <c:pt idx="11281">
                  <c:v>0.963687576</c:v>
                </c:pt>
                <c:pt idx="11282">
                  <c:v>0.963687576</c:v>
                </c:pt>
                <c:pt idx="11283">
                  <c:v>0.963687576</c:v>
                </c:pt>
                <c:pt idx="11284">
                  <c:v>0.963687576</c:v>
                </c:pt>
                <c:pt idx="11285">
                  <c:v>0.963687576</c:v>
                </c:pt>
                <c:pt idx="11286">
                  <c:v>0.963687576</c:v>
                </c:pt>
                <c:pt idx="11287">
                  <c:v>0.963687576</c:v>
                </c:pt>
                <c:pt idx="11288">
                  <c:v>0.963763703</c:v>
                </c:pt>
                <c:pt idx="11289">
                  <c:v>0.963763703</c:v>
                </c:pt>
                <c:pt idx="11290">
                  <c:v>0.963763703</c:v>
                </c:pt>
                <c:pt idx="11291">
                  <c:v>0.963763703</c:v>
                </c:pt>
                <c:pt idx="11292">
                  <c:v>0.963839829</c:v>
                </c:pt>
                <c:pt idx="11293">
                  <c:v>0.963839829</c:v>
                </c:pt>
                <c:pt idx="11294">
                  <c:v>0.963915956</c:v>
                </c:pt>
                <c:pt idx="11295">
                  <c:v>0.963915956</c:v>
                </c:pt>
                <c:pt idx="11296">
                  <c:v>0.963915956</c:v>
                </c:pt>
                <c:pt idx="11297">
                  <c:v>0.963992083</c:v>
                </c:pt>
                <c:pt idx="11298">
                  <c:v>0.964144336</c:v>
                </c:pt>
                <c:pt idx="11299">
                  <c:v>0.964144336</c:v>
                </c:pt>
                <c:pt idx="11300">
                  <c:v>0.964220463</c:v>
                </c:pt>
                <c:pt idx="11301">
                  <c:v>0.964220463</c:v>
                </c:pt>
                <c:pt idx="11302">
                  <c:v>0.96429659</c:v>
                </c:pt>
                <c:pt idx="11303">
                  <c:v>0.96429659</c:v>
                </c:pt>
                <c:pt idx="11304">
                  <c:v>0.96429659</c:v>
                </c:pt>
                <c:pt idx="11305">
                  <c:v>0.96429659</c:v>
                </c:pt>
                <c:pt idx="11306">
                  <c:v>0.96429659</c:v>
                </c:pt>
                <c:pt idx="11307">
                  <c:v>0.964372716</c:v>
                </c:pt>
                <c:pt idx="11308">
                  <c:v>0.964372716</c:v>
                </c:pt>
                <c:pt idx="11309">
                  <c:v>0.964448843</c:v>
                </c:pt>
                <c:pt idx="11310">
                  <c:v>0.964448843</c:v>
                </c:pt>
                <c:pt idx="11311">
                  <c:v>0.96452497</c:v>
                </c:pt>
                <c:pt idx="11312">
                  <c:v>0.96452497</c:v>
                </c:pt>
                <c:pt idx="11313">
                  <c:v>0.964601096</c:v>
                </c:pt>
                <c:pt idx="11314">
                  <c:v>0.964601096</c:v>
                </c:pt>
                <c:pt idx="11315">
                  <c:v>0.964601096</c:v>
                </c:pt>
                <c:pt idx="11316">
                  <c:v>0.964601096</c:v>
                </c:pt>
                <c:pt idx="11317">
                  <c:v>0.964601096</c:v>
                </c:pt>
                <c:pt idx="11318">
                  <c:v>0.96475335</c:v>
                </c:pt>
                <c:pt idx="11319">
                  <c:v>0.96475335</c:v>
                </c:pt>
                <c:pt idx="11320">
                  <c:v>0.96521011</c:v>
                </c:pt>
                <c:pt idx="11321">
                  <c:v>0.96521011</c:v>
                </c:pt>
                <c:pt idx="11322">
                  <c:v>0.96521011</c:v>
                </c:pt>
                <c:pt idx="11323">
                  <c:v>0.96521011</c:v>
                </c:pt>
                <c:pt idx="11324">
                  <c:v>0.965286236</c:v>
                </c:pt>
                <c:pt idx="11325">
                  <c:v>0.965286236</c:v>
                </c:pt>
                <c:pt idx="11326">
                  <c:v>0.965286236</c:v>
                </c:pt>
                <c:pt idx="11327">
                  <c:v>0.965286236</c:v>
                </c:pt>
                <c:pt idx="11328">
                  <c:v>0.965362363</c:v>
                </c:pt>
                <c:pt idx="11329">
                  <c:v>0.965362363</c:v>
                </c:pt>
                <c:pt idx="11330">
                  <c:v>0.96543849</c:v>
                </c:pt>
                <c:pt idx="11331">
                  <c:v>0.96543849</c:v>
                </c:pt>
                <c:pt idx="11332">
                  <c:v>0.965514616</c:v>
                </c:pt>
                <c:pt idx="11333">
                  <c:v>0.965514616</c:v>
                </c:pt>
                <c:pt idx="11334">
                  <c:v>0.965590743</c:v>
                </c:pt>
                <c:pt idx="11335">
                  <c:v>0.965590743</c:v>
                </c:pt>
                <c:pt idx="11336">
                  <c:v>0.965590743</c:v>
                </c:pt>
                <c:pt idx="11337">
                  <c:v>0.965590743</c:v>
                </c:pt>
                <c:pt idx="11338">
                  <c:v>0.96566687</c:v>
                </c:pt>
                <c:pt idx="11339">
                  <c:v>0.96566687</c:v>
                </c:pt>
                <c:pt idx="11340">
                  <c:v>0.965819123</c:v>
                </c:pt>
                <c:pt idx="11341">
                  <c:v>0.965819123</c:v>
                </c:pt>
                <c:pt idx="11342">
                  <c:v>0.96635201</c:v>
                </c:pt>
                <c:pt idx="11343">
                  <c:v>0.966504263</c:v>
                </c:pt>
                <c:pt idx="11344">
                  <c:v>0.966504263</c:v>
                </c:pt>
                <c:pt idx="11345">
                  <c:v>0.966504263</c:v>
                </c:pt>
                <c:pt idx="11346">
                  <c:v>0.96658039</c:v>
                </c:pt>
                <c:pt idx="11347">
                  <c:v>0.96658039</c:v>
                </c:pt>
                <c:pt idx="11348">
                  <c:v>0.966656516</c:v>
                </c:pt>
                <c:pt idx="11349">
                  <c:v>0.966656516</c:v>
                </c:pt>
                <c:pt idx="11350">
                  <c:v>0.966656516</c:v>
                </c:pt>
                <c:pt idx="11351">
                  <c:v>0.966732643</c:v>
                </c:pt>
                <c:pt idx="11352">
                  <c:v>0.966732643</c:v>
                </c:pt>
                <c:pt idx="11353">
                  <c:v>0.966732643</c:v>
                </c:pt>
                <c:pt idx="11354">
                  <c:v>0.966732643</c:v>
                </c:pt>
                <c:pt idx="11355">
                  <c:v>0.966732643</c:v>
                </c:pt>
                <c:pt idx="11356">
                  <c:v>0.966732643</c:v>
                </c:pt>
                <c:pt idx="11357">
                  <c:v>0.966732643</c:v>
                </c:pt>
                <c:pt idx="11358">
                  <c:v>0.96680877</c:v>
                </c:pt>
                <c:pt idx="11359">
                  <c:v>0.96680877</c:v>
                </c:pt>
                <c:pt idx="11360">
                  <c:v>0.966884896</c:v>
                </c:pt>
                <c:pt idx="11361">
                  <c:v>0.966884896</c:v>
                </c:pt>
                <c:pt idx="11362">
                  <c:v>0.966884896</c:v>
                </c:pt>
                <c:pt idx="11363">
                  <c:v>0.966884896</c:v>
                </c:pt>
                <c:pt idx="11364">
                  <c:v>0.966884896</c:v>
                </c:pt>
                <c:pt idx="11365">
                  <c:v>0.966884896</c:v>
                </c:pt>
                <c:pt idx="11366">
                  <c:v>0.966961023</c:v>
                </c:pt>
                <c:pt idx="11367">
                  <c:v>0.966961023</c:v>
                </c:pt>
                <c:pt idx="11368">
                  <c:v>0.96703715</c:v>
                </c:pt>
                <c:pt idx="11369">
                  <c:v>0.96703715</c:v>
                </c:pt>
                <c:pt idx="11370">
                  <c:v>0.967113276</c:v>
                </c:pt>
                <c:pt idx="11371">
                  <c:v>0.967113276</c:v>
                </c:pt>
                <c:pt idx="11372">
                  <c:v>0.96726553</c:v>
                </c:pt>
                <c:pt idx="11373">
                  <c:v>0.96726553</c:v>
                </c:pt>
                <c:pt idx="11374">
                  <c:v>0.967341657</c:v>
                </c:pt>
                <c:pt idx="11375">
                  <c:v>0.967341657</c:v>
                </c:pt>
                <c:pt idx="11376">
                  <c:v>0.967570037</c:v>
                </c:pt>
                <c:pt idx="11377">
                  <c:v>0.967570037</c:v>
                </c:pt>
                <c:pt idx="11378">
                  <c:v>0.967646163</c:v>
                </c:pt>
                <c:pt idx="11379">
                  <c:v>0.967646163</c:v>
                </c:pt>
                <c:pt idx="11380">
                  <c:v>0.96772229</c:v>
                </c:pt>
                <c:pt idx="11381">
                  <c:v>0.96772229</c:v>
                </c:pt>
                <c:pt idx="11382">
                  <c:v>0.967798417</c:v>
                </c:pt>
                <c:pt idx="11383">
                  <c:v>0.96795067</c:v>
                </c:pt>
                <c:pt idx="11384">
                  <c:v>0.96795067</c:v>
                </c:pt>
                <c:pt idx="11385">
                  <c:v>0.968026797</c:v>
                </c:pt>
                <c:pt idx="11386">
                  <c:v>0.968026797</c:v>
                </c:pt>
                <c:pt idx="11387">
                  <c:v>0.968102923</c:v>
                </c:pt>
                <c:pt idx="11388">
                  <c:v>0.968102923</c:v>
                </c:pt>
                <c:pt idx="11389">
                  <c:v>0.968255177</c:v>
                </c:pt>
                <c:pt idx="11390">
                  <c:v>0.968255177</c:v>
                </c:pt>
                <c:pt idx="11391">
                  <c:v>0.968255177</c:v>
                </c:pt>
                <c:pt idx="11392">
                  <c:v>0.968331303</c:v>
                </c:pt>
                <c:pt idx="11393">
                  <c:v>0.968331303</c:v>
                </c:pt>
                <c:pt idx="11394">
                  <c:v>0.96840743</c:v>
                </c:pt>
                <c:pt idx="11395">
                  <c:v>0.96840743</c:v>
                </c:pt>
                <c:pt idx="11396">
                  <c:v>0.968483557</c:v>
                </c:pt>
                <c:pt idx="11397">
                  <c:v>0.968483557</c:v>
                </c:pt>
                <c:pt idx="11398">
                  <c:v>0.968483557</c:v>
                </c:pt>
                <c:pt idx="11399">
                  <c:v>0.968483557</c:v>
                </c:pt>
                <c:pt idx="11400">
                  <c:v>0.968483557</c:v>
                </c:pt>
                <c:pt idx="11401">
                  <c:v>0.968483557</c:v>
                </c:pt>
                <c:pt idx="11402">
                  <c:v>0.968559683</c:v>
                </c:pt>
                <c:pt idx="11403">
                  <c:v>0.968559683</c:v>
                </c:pt>
                <c:pt idx="11404">
                  <c:v>0.968559683</c:v>
                </c:pt>
                <c:pt idx="11405">
                  <c:v>0.968559683</c:v>
                </c:pt>
                <c:pt idx="11406">
                  <c:v>0.968559683</c:v>
                </c:pt>
                <c:pt idx="11407">
                  <c:v>0.968559683</c:v>
                </c:pt>
                <c:pt idx="11408">
                  <c:v>0.968559683</c:v>
                </c:pt>
                <c:pt idx="11409">
                  <c:v>0.96863581</c:v>
                </c:pt>
                <c:pt idx="11410">
                  <c:v>0.96863581</c:v>
                </c:pt>
                <c:pt idx="11411">
                  <c:v>0.96863581</c:v>
                </c:pt>
                <c:pt idx="11412">
                  <c:v>0.96863581</c:v>
                </c:pt>
                <c:pt idx="11413">
                  <c:v>0.968711937</c:v>
                </c:pt>
                <c:pt idx="11414">
                  <c:v>0.968711937</c:v>
                </c:pt>
                <c:pt idx="11415">
                  <c:v>0.969016443</c:v>
                </c:pt>
                <c:pt idx="11416">
                  <c:v>0.969016443</c:v>
                </c:pt>
                <c:pt idx="11417">
                  <c:v>0.96909257</c:v>
                </c:pt>
                <c:pt idx="11418">
                  <c:v>0.96909257</c:v>
                </c:pt>
                <c:pt idx="11419">
                  <c:v>0.96909257</c:v>
                </c:pt>
                <c:pt idx="11420">
                  <c:v>0.96909257</c:v>
                </c:pt>
                <c:pt idx="11421">
                  <c:v>0.969244823</c:v>
                </c:pt>
                <c:pt idx="11422">
                  <c:v>0.969244823</c:v>
                </c:pt>
                <c:pt idx="11423">
                  <c:v>0.96932095</c:v>
                </c:pt>
                <c:pt idx="11424">
                  <c:v>0.96932095</c:v>
                </c:pt>
                <c:pt idx="11425">
                  <c:v>0.96932095</c:v>
                </c:pt>
                <c:pt idx="11426">
                  <c:v>0.96932095</c:v>
                </c:pt>
                <c:pt idx="11427">
                  <c:v>0.969397077</c:v>
                </c:pt>
                <c:pt idx="11428">
                  <c:v>0.969397077</c:v>
                </c:pt>
                <c:pt idx="11429">
                  <c:v>0.969473203</c:v>
                </c:pt>
                <c:pt idx="11430">
                  <c:v>0.969473203</c:v>
                </c:pt>
                <c:pt idx="11431">
                  <c:v>0.96954933</c:v>
                </c:pt>
                <c:pt idx="11432">
                  <c:v>0.970310597</c:v>
                </c:pt>
                <c:pt idx="11433">
                  <c:v>0.970386724</c:v>
                </c:pt>
                <c:pt idx="11434">
                  <c:v>0.970386724</c:v>
                </c:pt>
                <c:pt idx="11435">
                  <c:v>0.97046285</c:v>
                </c:pt>
                <c:pt idx="11436">
                  <c:v>0.97046285</c:v>
                </c:pt>
                <c:pt idx="11437">
                  <c:v>0.970615104</c:v>
                </c:pt>
                <c:pt idx="11438">
                  <c:v>0.970615104</c:v>
                </c:pt>
                <c:pt idx="11439">
                  <c:v>0.970767357</c:v>
                </c:pt>
                <c:pt idx="11440">
                  <c:v>0.970767357</c:v>
                </c:pt>
                <c:pt idx="11441">
                  <c:v>0.97091961</c:v>
                </c:pt>
                <c:pt idx="11442">
                  <c:v>0.97091961</c:v>
                </c:pt>
                <c:pt idx="11443">
                  <c:v>0.970995737</c:v>
                </c:pt>
                <c:pt idx="11444">
                  <c:v>0.970995737</c:v>
                </c:pt>
                <c:pt idx="11445">
                  <c:v>0.971071864</c:v>
                </c:pt>
                <c:pt idx="11446">
                  <c:v>0.971071864</c:v>
                </c:pt>
                <c:pt idx="11447">
                  <c:v>0.97114799</c:v>
                </c:pt>
                <c:pt idx="11448">
                  <c:v>0.97114799</c:v>
                </c:pt>
                <c:pt idx="11449">
                  <c:v>0.971224117</c:v>
                </c:pt>
                <c:pt idx="11450">
                  <c:v>0.971224117</c:v>
                </c:pt>
                <c:pt idx="11451">
                  <c:v>0.971224117</c:v>
                </c:pt>
                <c:pt idx="11452">
                  <c:v>0.971224117</c:v>
                </c:pt>
                <c:pt idx="11453">
                  <c:v>0.971300244</c:v>
                </c:pt>
                <c:pt idx="11454">
                  <c:v>0.971300244</c:v>
                </c:pt>
                <c:pt idx="11455">
                  <c:v>0.97137637</c:v>
                </c:pt>
                <c:pt idx="11456">
                  <c:v>0.97137637</c:v>
                </c:pt>
                <c:pt idx="11457">
                  <c:v>0.971452497</c:v>
                </c:pt>
                <c:pt idx="11458">
                  <c:v>0.971452497</c:v>
                </c:pt>
                <c:pt idx="11459">
                  <c:v>0.971452497</c:v>
                </c:pt>
                <c:pt idx="11460">
                  <c:v>0.971452497</c:v>
                </c:pt>
                <c:pt idx="11461">
                  <c:v>0.971528624</c:v>
                </c:pt>
                <c:pt idx="11462">
                  <c:v>0.971528624</c:v>
                </c:pt>
                <c:pt idx="11463">
                  <c:v>0.971528624</c:v>
                </c:pt>
                <c:pt idx="11464">
                  <c:v>0.971528624</c:v>
                </c:pt>
                <c:pt idx="11465">
                  <c:v>0.971528624</c:v>
                </c:pt>
                <c:pt idx="11466">
                  <c:v>0.971528624</c:v>
                </c:pt>
                <c:pt idx="11467">
                  <c:v>0.971528624</c:v>
                </c:pt>
                <c:pt idx="11468">
                  <c:v>0.97160475</c:v>
                </c:pt>
                <c:pt idx="11469">
                  <c:v>0.97160475</c:v>
                </c:pt>
                <c:pt idx="11470">
                  <c:v>0.97160475</c:v>
                </c:pt>
                <c:pt idx="11471">
                  <c:v>0.971680877</c:v>
                </c:pt>
                <c:pt idx="11472">
                  <c:v>0.971680877</c:v>
                </c:pt>
                <c:pt idx="11473">
                  <c:v>0.971757004</c:v>
                </c:pt>
                <c:pt idx="11474">
                  <c:v>0.971757004</c:v>
                </c:pt>
                <c:pt idx="11475">
                  <c:v>0.97183313</c:v>
                </c:pt>
                <c:pt idx="11476">
                  <c:v>0.97183313</c:v>
                </c:pt>
                <c:pt idx="11477">
                  <c:v>0.97183313</c:v>
                </c:pt>
                <c:pt idx="11478">
                  <c:v>0.97183313</c:v>
                </c:pt>
                <c:pt idx="11479">
                  <c:v>0.97183313</c:v>
                </c:pt>
                <c:pt idx="11480">
                  <c:v>0.97183313</c:v>
                </c:pt>
                <c:pt idx="11481">
                  <c:v>0.971909257</c:v>
                </c:pt>
                <c:pt idx="11482">
                  <c:v>0.971909257</c:v>
                </c:pt>
                <c:pt idx="11483">
                  <c:v>0.971909257</c:v>
                </c:pt>
                <c:pt idx="11484">
                  <c:v>0.971985384</c:v>
                </c:pt>
                <c:pt idx="11485">
                  <c:v>0.971985384</c:v>
                </c:pt>
                <c:pt idx="11486">
                  <c:v>0.972137637</c:v>
                </c:pt>
                <c:pt idx="11487">
                  <c:v>0.972137637</c:v>
                </c:pt>
                <c:pt idx="11488">
                  <c:v>0.972137637</c:v>
                </c:pt>
                <c:pt idx="11489">
                  <c:v>0.972137637</c:v>
                </c:pt>
                <c:pt idx="11490">
                  <c:v>0.972213764</c:v>
                </c:pt>
                <c:pt idx="11491">
                  <c:v>0.972213764</c:v>
                </c:pt>
                <c:pt idx="11492">
                  <c:v>0.97228989</c:v>
                </c:pt>
                <c:pt idx="11493">
                  <c:v>0.97228989</c:v>
                </c:pt>
                <c:pt idx="11494">
                  <c:v>0.97228989</c:v>
                </c:pt>
                <c:pt idx="11495">
                  <c:v>0.97228989</c:v>
                </c:pt>
                <c:pt idx="11496">
                  <c:v>0.972366017</c:v>
                </c:pt>
                <c:pt idx="11497">
                  <c:v>0.972366017</c:v>
                </c:pt>
                <c:pt idx="11498">
                  <c:v>0.972366017</c:v>
                </c:pt>
                <c:pt idx="11499">
                  <c:v>0.972366017</c:v>
                </c:pt>
                <c:pt idx="11500">
                  <c:v>0.972366017</c:v>
                </c:pt>
                <c:pt idx="11501">
                  <c:v>0.972366017</c:v>
                </c:pt>
                <c:pt idx="11502">
                  <c:v>0.972366017</c:v>
                </c:pt>
                <c:pt idx="11503">
                  <c:v>0.972366017</c:v>
                </c:pt>
                <c:pt idx="11504">
                  <c:v>0.972442144</c:v>
                </c:pt>
                <c:pt idx="11505">
                  <c:v>0.972442144</c:v>
                </c:pt>
                <c:pt idx="11506">
                  <c:v>0.972594397</c:v>
                </c:pt>
                <c:pt idx="11507">
                  <c:v>0.972594397</c:v>
                </c:pt>
                <c:pt idx="11508">
                  <c:v>0.972670524</c:v>
                </c:pt>
                <c:pt idx="11509">
                  <c:v>0.972670524</c:v>
                </c:pt>
                <c:pt idx="11510">
                  <c:v>0.972670524</c:v>
                </c:pt>
                <c:pt idx="11511">
                  <c:v>0.972670524</c:v>
                </c:pt>
                <c:pt idx="11512">
                  <c:v>0.972822777</c:v>
                </c:pt>
                <c:pt idx="11513">
                  <c:v>0.972822777</c:v>
                </c:pt>
                <c:pt idx="11514">
                  <c:v>0.972822777</c:v>
                </c:pt>
                <c:pt idx="11515">
                  <c:v>0.972822777</c:v>
                </c:pt>
                <c:pt idx="11516">
                  <c:v>0.97297503</c:v>
                </c:pt>
                <c:pt idx="11517">
                  <c:v>0.97297503</c:v>
                </c:pt>
                <c:pt idx="11518">
                  <c:v>0.973127284</c:v>
                </c:pt>
                <c:pt idx="11519">
                  <c:v>0.973127284</c:v>
                </c:pt>
                <c:pt idx="11520">
                  <c:v>0.973127284</c:v>
                </c:pt>
                <c:pt idx="11521">
                  <c:v>0.973127284</c:v>
                </c:pt>
                <c:pt idx="11522">
                  <c:v>0.973127284</c:v>
                </c:pt>
                <c:pt idx="11523">
                  <c:v>0.973127284</c:v>
                </c:pt>
                <c:pt idx="11524">
                  <c:v>0.97320341</c:v>
                </c:pt>
                <c:pt idx="11525">
                  <c:v>0.97320341</c:v>
                </c:pt>
                <c:pt idx="11526">
                  <c:v>0.97320341</c:v>
                </c:pt>
                <c:pt idx="11527">
                  <c:v>0.97320341</c:v>
                </c:pt>
                <c:pt idx="11528">
                  <c:v>0.973279537</c:v>
                </c:pt>
                <c:pt idx="11529">
                  <c:v>0.973279537</c:v>
                </c:pt>
                <c:pt idx="11530">
                  <c:v>0.973355664</c:v>
                </c:pt>
                <c:pt idx="11531">
                  <c:v>0.973355664</c:v>
                </c:pt>
                <c:pt idx="11532">
                  <c:v>0.973355664</c:v>
                </c:pt>
                <c:pt idx="11533">
                  <c:v>0.973355664</c:v>
                </c:pt>
                <c:pt idx="11534">
                  <c:v>0.973355664</c:v>
                </c:pt>
                <c:pt idx="11535">
                  <c:v>0.97343179</c:v>
                </c:pt>
                <c:pt idx="11536">
                  <c:v>0.97343179</c:v>
                </c:pt>
                <c:pt idx="11537">
                  <c:v>0.973888551</c:v>
                </c:pt>
                <c:pt idx="11538">
                  <c:v>0.973888551</c:v>
                </c:pt>
                <c:pt idx="11539">
                  <c:v>0.973888551</c:v>
                </c:pt>
                <c:pt idx="11540">
                  <c:v>0.973888551</c:v>
                </c:pt>
                <c:pt idx="11541">
                  <c:v>0.973888551</c:v>
                </c:pt>
                <c:pt idx="11542">
                  <c:v>0.973888551</c:v>
                </c:pt>
                <c:pt idx="11543">
                  <c:v>0.973888551</c:v>
                </c:pt>
                <c:pt idx="11544">
                  <c:v>0.973888551</c:v>
                </c:pt>
                <c:pt idx="11545">
                  <c:v>0.973888551</c:v>
                </c:pt>
                <c:pt idx="11546">
                  <c:v>0.973888551</c:v>
                </c:pt>
                <c:pt idx="11547">
                  <c:v>0.973964677</c:v>
                </c:pt>
                <c:pt idx="11548">
                  <c:v>0.973964677</c:v>
                </c:pt>
                <c:pt idx="11549">
                  <c:v>0.974040804</c:v>
                </c:pt>
                <c:pt idx="11550">
                  <c:v>0.974040804</c:v>
                </c:pt>
                <c:pt idx="11551">
                  <c:v>0.974193057</c:v>
                </c:pt>
                <c:pt idx="11552">
                  <c:v>0.974193057</c:v>
                </c:pt>
                <c:pt idx="11553">
                  <c:v>0.974193057</c:v>
                </c:pt>
                <c:pt idx="11554">
                  <c:v>0.974269184</c:v>
                </c:pt>
                <c:pt idx="11555">
                  <c:v>0.974269184</c:v>
                </c:pt>
                <c:pt idx="11556">
                  <c:v>0.974345311</c:v>
                </c:pt>
                <c:pt idx="11557">
                  <c:v>0.974345311</c:v>
                </c:pt>
                <c:pt idx="11558">
                  <c:v>0.974345311</c:v>
                </c:pt>
                <c:pt idx="11559">
                  <c:v>0.974421437</c:v>
                </c:pt>
                <c:pt idx="11560">
                  <c:v>0.974421437</c:v>
                </c:pt>
                <c:pt idx="11561">
                  <c:v>0.974421437</c:v>
                </c:pt>
                <c:pt idx="11562">
                  <c:v>0.974421437</c:v>
                </c:pt>
                <c:pt idx="11563">
                  <c:v>0.974573691</c:v>
                </c:pt>
                <c:pt idx="11564">
                  <c:v>0.974573691</c:v>
                </c:pt>
                <c:pt idx="11565">
                  <c:v>0.974649817</c:v>
                </c:pt>
                <c:pt idx="11566">
                  <c:v>0.974649817</c:v>
                </c:pt>
                <c:pt idx="11567">
                  <c:v>0.974649817</c:v>
                </c:pt>
                <c:pt idx="11568">
                  <c:v>0.974649817</c:v>
                </c:pt>
                <c:pt idx="11569">
                  <c:v>0.974725944</c:v>
                </c:pt>
                <c:pt idx="11570">
                  <c:v>0.974725944</c:v>
                </c:pt>
                <c:pt idx="11571">
                  <c:v>0.974802071</c:v>
                </c:pt>
                <c:pt idx="11572">
                  <c:v>0.974802071</c:v>
                </c:pt>
                <c:pt idx="11573">
                  <c:v>0.974878197</c:v>
                </c:pt>
                <c:pt idx="11574">
                  <c:v>0.974878197</c:v>
                </c:pt>
                <c:pt idx="11575">
                  <c:v>0.974878197</c:v>
                </c:pt>
                <c:pt idx="11576">
                  <c:v>0.974878197</c:v>
                </c:pt>
                <c:pt idx="11577">
                  <c:v>0.974954324</c:v>
                </c:pt>
                <c:pt idx="11578">
                  <c:v>0.974954324</c:v>
                </c:pt>
                <c:pt idx="11579">
                  <c:v>0.974954324</c:v>
                </c:pt>
                <c:pt idx="11580">
                  <c:v>0.975030451</c:v>
                </c:pt>
                <c:pt idx="11581">
                  <c:v>0.975030451</c:v>
                </c:pt>
                <c:pt idx="11582">
                  <c:v>0.975030451</c:v>
                </c:pt>
                <c:pt idx="11583">
                  <c:v>0.975106577</c:v>
                </c:pt>
                <c:pt idx="11584">
                  <c:v>0.975106577</c:v>
                </c:pt>
                <c:pt idx="11585">
                  <c:v>0.975106577</c:v>
                </c:pt>
                <c:pt idx="11586">
                  <c:v>0.975106577</c:v>
                </c:pt>
                <c:pt idx="11587">
                  <c:v>0.975182704</c:v>
                </c:pt>
                <c:pt idx="11588">
                  <c:v>0.975182704</c:v>
                </c:pt>
                <c:pt idx="11589">
                  <c:v>0.975258831</c:v>
                </c:pt>
                <c:pt idx="11590">
                  <c:v>0.975258831</c:v>
                </c:pt>
                <c:pt idx="11591">
                  <c:v>0.975334957</c:v>
                </c:pt>
                <c:pt idx="11592">
                  <c:v>0.975334957</c:v>
                </c:pt>
                <c:pt idx="11593">
                  <c:v>0.975334957</c:v>
                </c:pt>
                <c:pt idx="11594">
                  <c:v>0.975411084</c:v>
                </c:pt>
                <c:pt idx="11595">
                  <c:v>0.975411084</c:v>
                </c:pt>
                <c:pt idx="11596">
                  <c:v>0.975411084</c:v>
                </c:pt>
                <c:pt idx="11597">
                  <c:v>0.975411084</c:v>
                </c:pt>
                <c:pt idx="11598">
                  <c:v>0.975411084</c:v>
                </c:pt>
                <c:pt idx="11599">
                  <c:v>0.975411084</c:v>
                </c:pt>
                <c:pt idx="11600">
                  <c:v>0.975411084</c:v>
                </c:pt>
                <c:pt idx="11601">
                  <c:v>0.975411084</c:v>
                </c:pt>
                <c:pt idx="11602">
                  <c:v>0.975411084</c:v>
                </c:pt>
                <c:pt idx="11603">
                  <c:v>0.975411084</c:v>
                </c:pt>
                <c:pt idx="11604">
                  <c:v>0.975411084</c:v>
                </c:pt>
                <c:pt idx="11605">
                  <c:v>0.975563337</c:v>
                </c:pt>
                <c:pt idx="11606">
                  <c:v>0.975563337</c:v>
                </c:pt>
                <c:pt idx="11607">
                  <c:v>0.975563337</c:v>
                </c:pt>
                <c:pt idx="11608">
                  <c:v>0.975563337</c:v>
                </c:pt>
                <c:pt idx="11609">
                  <c:v>0.975563337</c:v>
                </c:pt>
                <c:pt idx="11610">
                  <c:v>0.975639464</c:v>
                </c:pt>
                <c:pt idx="11611">
                  <c:v>0.975639464</c:v>
                </c:pt>
                <c:pt idx="11612">
                  <c:v>0.975639464</c:v>
                </c:pt>
                <c:pt idx="11613">
                  <c:v>0.975791717</c:v>
                </c:pt>
                <c:pt idx="11614">
                  <c:v>0.975791717</c:v>
                </c:pt>
                <c:pt idx="11615">
                  <c:v>0.975943971</c:v>
                </c:pt>
                <c:pt idx="11616">
                  <c:v>0.975943971</c:v>
                </c:pt>
                <c:pt idx="11617">
                  <c:v>0.975943971</c:v>
                </c:pt>
                <c:pt idx="11618">
                  <c:v>0.976020097</c:v>
                </c:pt>
                <c:pt idx="11619">
                  <c:v>0.976020097</c:v>
                </c:pt>
                <c:pt idx="11620">
                  <c:v>0.976020097</c:v>
                </c:pt>
                <c:pt idx="11621">
                  <c:v>0.976020097</c:v>
                </c:pt>
                <c:pt idx="11622">
                  <c:v>0.976096224</c:v>
                </c:pt>
                <c:pt idx="11623">
                  <c:v>0.976096224</c:v>
                </c:pt>
                <c:pt idx="11624">
                  <c:v>0.976096224</c:v>
                </c:pt>
                <c:pt idx="11625">
                  <c:v>0.976096224</c:v>
                </c:pt>
                <c:pt idx="11626">
                  <c:v>0.976172351</c:v>
                </c:pt>
                <c:pt idx="11627">
                  <c:v>0.976172351</c:v>
                </c:pt>
                <c:pt idx="11628">
                  <c:v>0.976248477</c:v>
                </c:pt>
                <c:pt idx="11629">
                  <c:v>0.976248477</c:v>
                </c:pt>
                <c:pt idx="11630">
                  <c:v>0.976324604</c:v>
                </c:pt>
                <c:pt idx="11631">
                  <c:v>0.976324604</c:v>
                </c:pt>
                <c:pt idx="11632">
                  <c:v>0.976324604</c:v>
                </c:pt>
                <c:pt idx="11633">
                  <c:v>0.976400731</c:v>
                </c:pt>
                <c:pt idx="11634">
                  <c:v>0.976400731</c:v>
                </c:pt>
                <c:pt idx="11635">
                  <c:v>0.976476857</c:v>
                </c:pt>
                <c:pt idx="11636">
                  <c:v>0.976476857</c:v>
                </c:pt>
                <c:pt idx="11637">
                  <c:v>0.976476857</c:v>
                </c:pt>
                <c:pt idx="11638">
                  <c:v>0.976476857</c:v>
                </c:pt>
                <c:pt idx="11639">
                  <c:v>0.976476857</c:v>
                </c:pt>
                <c:pt idx="11640">
                  <c:v>0.976476857</c:v>
                </c:pt>
                <c:pt idx="11641">
                  <c:v>0.976552984</c:v>
                </c:pt>
                <c:pt idx="11642">
                  <c:v>0.976552984</c:v>
                </c:pt>
                <c:pt idx="11643">
                  <c:v>0.976552984</c:v>
                </c:pt>
                <c:pt idx="11644">
                  <c:v>0.976552984</c:v>
                </c:pt>
                <c:pt idx="11645">
                  <c:v>0.976552984</c:v>
                </c:pt>
                <c:pt idx="11646">
                  <c:v>0.976781364</c:v>
                </c:pt>
                <c:pt idx="11647">
                  <c:v>0.976933618</c:v>
                </c:pt>
                <c:pt idx="11648">
                  <c:v>0.976933618</c:v>
                </c:pt>
                <c:pt idx="11649">
                  <c:v>0.977009744</c:v>
                </c:pt>
                <c:pt idx="11650">
                  <c:v>0.977009744</c:v>
                </c:pt>
                <c:pt idx="11651">
                  <c:v>0.977161998</c:v>
                </c:pt>
                <c:pt idx="11652">
                  <c:v>0.977161998</c:v>
                </c:pt>
                <c:pt idx="11653">
                  <c:v>0.977161998</c:v>
                </c:pt>
                <c:pt idx="11654">
                  <c:v>0.977238124</c:v>
                </c:pt>
                <c:pt idx="11655">
                  <c:v>0.977314251</c:v>
                </c:pt>
                <c:pt idx="11656">
                  <c:v>0.977314251</c:v>
                </c:pt>
                <c:pt idx="11657">
                  <c:v>0.977466504</c:v>
                </c:pt>
                <c:pt idx="11658">
                  <c:v>0.977466504</c:v>
                </c:pt>
                <c:pt idx="11659">
                  <c:v>0.977542631</c:v>
                </c:pt>
                <c:pt idx="11660">
                  <c:v>0.977542631</c:v>
                </c:pt>
                <c:pt idx="11661">
                  <c:v>0.977618758</c:v>
                </c:pt>
                <c:pt idx="11662">
                  <c:v>0.977771011</c:v>
                </c:pt>
                <c:pt idx="11663">
                  <c:v>0.977847138</c:v>
                </c:pt>
                <c:pt idx="11664">
                  <c:v>0.977847138</c:v>
                </c:pt>
                <c:pt idx="11665">
                  <c:v>0.977923264</c:v>
                </c:pt>
                <c:pt idx="11666">
                  <c:v>0.977923264</c:v>
                </c:pt>
                <c:pt idx="11667">
                  <c:v>0.977923264</c:v>
                </c:pt>
                <c:pt idx="11668">
                  <c:v>0.977923264</c:v>
                </c:pt>
                <c:pt idx="11669">
                  <c:v>0.977999391</c:v>
                </c:pt>
                <c:pt idx="11670">
                  <c:v>0.977999391</c:v>
                </c:pt>
                <c:pt idx="11671">
                  <c:v>0.978075518</c:v>
                </c:pt>
                <c:pt idx="11672">
                  <c:v>0.978075518</c:v>
                </c:pt>
                <c:pt idx="11673">
                  <c:v>0.978151644</c:v>
                </c:pt>
                <c:pt idx="11674">
                  <c:v>0.978151644</c:v>
                </c:pt>
                <c:pt idx="11675">
                  <c:v>0.978227771</c:v>
                </c:pt>
                <c:pt idx="11676">
                  <c:v>0.978227771</c:v>
                </c:pt>
                <c:pt idx="11677">
                  <c:v>0.978227771</c:v>
                </c:pt>
                <c:pt idx="11678">
                  <c:v>0.978380024</c:v>
                </c:pt>
                <c:pt idx="11679">
                  <c:v>0.978380024</c:v>
                </c:pt>
                <c:pt idx="11680">
                  <c:v>0.978380024</c:v>
                </c:pt>
                <c:pt idx="11681">
                  <c:v>0.978380024</c:v>
                </c:pt>
                <c:pt idx="11682">
                  <c:v>0.978456151</c:v>
                </c:pt>
                <c:pt idx="11683">
                  <c:v>0.978456151</c:v>
                </c:pt>
                <c:pt idx="11684">
                  <c:v>0.978456151</c:v>
                </c:pt>
                <c:pt idx="11685">
                  <c:v>0.978456151</c:v>
                </c:pt>
                <c:pt idx="11686">
                  <c:v>0.978456151</c:v>
                </c:pt>
                <c:pt idx="11687">
                  <c:v>0.978456151</c:v>
                </c:pt>
                <c:pt idx="11688">
                  <c:v>0.978456151</c:v>
                </c:pt>
                <c:pt idx="11689">
                  <c:v>0.978608404</c:v>
                </c:pt>
                <c:pt idx="11690">
                  <c:v>0.978608404</c:v>
                </c:pt>
                <c:pt idx="11691">
                  <c:v>0.978684531</c:v>
                </c:pt>
                <c:pt idx="11692">
                  <c:v>0.978684531</c:v>
                </c:pt>
                <c:pt idx="11693">
                  <c:v>0.978684531</c:v>
                </c:pt>
                <c:pt idx="11694">
                  <c:v>0.978760658</c:v>
                </c:pt>
                <c:pt idx="11695">
                  <c:v>0.978760658</c:v>
                </c:pt>
                <c:pt idx="11696">
                  <c:v>0.978836784</c:v>
                </c:pt>
                <c:pt idx="11697">
                  <c:v>0.978836784</c:v>
                </c:pt>
                <c:pt idx="11698">
                  <c:v>0.978836784</c:v>
                </c:pt>
                <c:pt idx="11699">
                  <c:v>0.978836784</c:v>
                </c:pt>
                <c:pt idx="11700">
                  <c:v>0.978836784</c:v>
                </c:pt>
                <c:pt idx="11701">
                  <c:v>0.978912911</c:v>
                </c:pt>
                <c:pt idx="11702">
                  <c:v>0.978912911</c:v>
                </c:pt>
                <c:pt idx="11703">
                  <c:v>0.978989038</c:v>
                </c:pt>
                <c:pt idx="11704">
                  <c:v>0.978989038</c:v>
                </c:pt>
                <c:pt idx="11705">
                  <c:v>0.979065164</c:v>
                </c:pt>
                <c:pt idx="11706">
                  <c:v>0.979065164</c:v>
                </c:pt>
                <c:pt idx="11707">
                  <c:v>0.979141291</c:v>
                </c:pt>
                <c:pt idx="11708">
                  <c:v>0.979141291</c:v>
                </c:pt>
                <c:pt idx="11709">
                  <c:v>0.979217418</c:v>
                </c:pt>
                <c:pt idx="11710">
                  <c:v>0.979217418</c:v>
                </c:pt>
                <c:pt idx="11711">
                  <c:v>0.979293544</c:v>
                </c:pt>
                <c:pt idx="11712">
                  <c:v>0.979293544</c:v>
                </c:pt>
                <c:pt idx="11713">
                  <c:v>0.979369671</c:v>
                </c:pt>
                <c:pt idx="11714">
                  <c:v>0.979369671</c:v>
                </c:pt>
                <c:pt idx="11715">
                  <c:v>0.979445798</c:v>
                </c:pt>
                <c:pt idx="11716">
                  <c:v>0.979445798</c:v>
                </c:pt>
                <c:pt idx="11717">
                  <c:v>0.979521924</c:v>
                </c:pt>
                <c:pt idx="11718">
                  <c:v>0.979521924</c:v>
                </c:pt>
                <c:pt idx="11719">
                  <c:v>0.979521924</c:v>
                </c:pt>
                <c:pt idx="11720">
                  <c:v>0.979521924</c:v>
                </c:pt>
                <c:pt idx="11721">
                  <c:v>0.979521924</c:v>
                </c:pt>
                <c:pt idx="11722">
                  <c:v>0.979521924</c:v>
                </c:pt>
                <c:pt idx="11723">
                  <c:v>0.979598051</c:v>
                </c:pt>
                <c:pt idx="11724">
                  <c:v>0.979598051</c:v>
                </c:pt>
                <c:pt idx="11725">
                  <c:v>0.979674178</c:v>
                </c:pt>
                <c:pt idx="11726">
                  <c:v>0.979674178</c:v>
                </c:pt>
                <c:pt idx="11727">
                  <c:v>0.979750305</c:v>
                </c:pt>
                <c:pt idx="11728">
                  <c:v>0.979750305</c:v>
                </c:pt>
                <c:pt idx="11729">
                  <c:v>0.979902558</c:v>
                </c:pt>
                <c:pt idx="11730">
                  <c:v>0.979902558</c:v>
                </c:pt>
                <c:pt idx="11731">
                  <c:v>0.979902558</c:v>
                </c:pt>
                <c:pt idx="11732">
                  <c:v>0.979902558</c:v>
                </c:pt>
                <c:pt idx="11733">
                  <c:v>0.979978685</c:v>
                </c:pt>
                <c:pt idx="11734">
                  <c:v>0.979978685</c:v>
                </c:pt>
                <c:pt idx="11735">
                  <c:v>0.980054811</c:v>
                </c:pt>
                <c:pt idx="11736">
                  <c:v>0.980054811</c:v>
                </c:pt>
                <c:pt idx="11737">
                  <c:v>0.980130938</c:v>
                </c:pt>
                <c:pt idx="11738">
                  <c:v>0.980130938</c:v>
                </c:pt>
                <c:pt idx="11739">
                  <c:v>0.980207065</c:v>
                </c:pt>
                <c:pt idx="11740">
                  <c:v>0.980207065</c:v>
                </c:pt>
                <c:pt idx="11741">
                  <c:v>0.980207065</c:v>
                </c:pt>
                <c:pt idx="11742">
                  <c:v>0.980207065</c:v>
                </c:pt>
                <c:pt idx="11743">
                  <c:v>0.980207065</c:v>
                </c:pt>
                <c:pt idx="11744">
                  <c:v>0.980207065</c:v>
                </c:pt>
                <c:pt idx="11745">
                  <c:v>0.980283191</c:v>
                </c:pt>
                <c:pt idx="11746">
                  <c:v>0.980283191</c:v>
                </c:pt>
                <c:pt idx="11747">
                  <c:v>0.980283191</c:v>
                </c:pt>
                <c:pt idx="11748">
                  <c:v>0.980359318</c:v>
                </c:pt>
                <c:pt idx="11749">
                  <c:v>0.980359318</c:v>
                </c:pt>
                <c:pt idx="11750">
                  <c:v>0.980435445</c:v>
                </c:pt>
                <c:pt idx="11751">
                  <c:v>0.980435445</c:v>
                </c:pt>
                <c:pt idx="11752">
                  <c:v>0.980435445</c:v>
                </c:pt>
                <c:pt idx="11753">
                  <c:v>0.980587698</c:v>
                </c:pt>
                <c:pt idx="11754">
                  <c:v>0.980587698</c:v>
                </c:pt>
                <c:pt idx="11755">
                  <c:v>0.980587698</c:v>
                </c:pt>
                <c:pt idx="11756">
                  <c:v>0.980663825</c:v>
                </c:pt>
                <c:pt idx="11757">
                  <c:v>0.980663825</c:v>
                </c:pt>
                <c:pt idx="11758">
                  <c:v>0.980739951</c:v>
                </c:pt>
                <c:pt idx="11759">
                  <c:v>0.980739951</c:v>
                </c:pt>
                <c:pt idx="11760">
                  <c:v>0.981120585</c:v>
                </c:pt>
                <c:pt idx="11761">
                  <c:v>0.981272838</c:v>
                </c:pt>
                <c:pt idx="11762">
                  <c:v>0.981272838</c:v>
                </c:pt>
                <c:pt idx="11763">
                  <c:v>0.981348965</c:v>
                </c:pt>
                <c:pt idx="11764">
                  <c:v>0.981348965</c:v>
                </c:pt>
                <c:pt idx="11765">
                  <c:v>0.981348965</c:v>
                </c:pt>
                <c:pt idx="11766">
                  <c:v>0.981348965</c:v>
                </c:pt>
                <c:pt idx="11767">
                  <c:v>0.981425091</c:v>
                </c:pt>
                <c:pt idx="11768">
                  <c:v>0.981425091</c:v>
                </c:pt>
                <c:pt idx="11769">
                  <c:v>0.981425091</c:v>
                </c:pt>
                <c:pt idx="11770">
                  <c:v>0.981425091</c:v>
                </c:pt>
                <c:pt idx="11771">
                  <c:v>0.981425091</c:v>
                </c:pt>
                <c:pt idx="11772">
                  <c:v>0.981501218</c:v>
                </c:pt>
                <c:pt idx="11773">
                  <c:v>0.981501218</c:v>
                </c:pt>
                <c:pt idx="11774">
                  <c:v>0.981501218</c:v>
                </c:pt>
                <c:pt idx="11775">
                  <c:v>0.981653471</c:v>
                </c:pt>
                <c:pt idx="11776">
                  <c:v>0.981653471</c:v>
                </c:pt>
                <c:pt idx="11777">
                  <c:v>0.981729598</c:v>
                </c:pt>
                <c:pt idx="11778">
                  <c:v>0.981729598</c:v>
                </c:pt>
                <c:pt idx="11779">
                  <c:v>0.981729598</c:v>
                </c:pt>
                <c:pt idx="11780">
                  <c:v>0.981729598</c:v>
                </c:pt>
                <c:pt idx="11781">
                  <c:v>0.981805725</c:v>
                </c:pt>
                <c:pt idx="11782">
                  <c:v>0.981805725</c:v>
                </c:pt>
                <c:pt idx="11783">
                  <c:v>0.981957978</c:v>
                </c:pt>
                <c:pt idx="11784">
                  <c:v>0.981957978</c:v>
                </c:pt>
                <c:pt idx="11785">
                  <c:v>0.982034105</c:v>
                </c:pt>
                <c:pt idx="11786">
                  <c:v>0.982034105</c:v>
                </c:pt>
                <c:pt idx="11787">
                  <c:v>0.982034105</c:v>
                </c:pt>
                <c:pt idx="11788">
                  <c:v>0.982034105</c:v>
                </c:pt>
                <c:pt idx="11789">
                  <c:v>0.982110231</c:v>
                </c:pt>
                <c:pt idx="11790">
                  <c:v>0.982110231</c:v>
                </c:pt>
                <c:pt idx="11791">
                  <c:v>0.982262485</c:v>
                </c:pt>
                <c:pt idx="11792">
                  <c:v>0.982262485</c:v>
                </c:pt>
                <c:pt idx="11793">
                  <c:v>0.982338611</c:v>
                </c:pt>
                <c:pt idx="11794">
                  <c:v>0.982338611</c:v>
                </c:pt>
                <c:pt idx="11795">
                  <c:v>0.982414738</c:v>
                </c:pt>
                <c:pt idx="11796">
                  <c:v>0.982414738</c:v>
                </c:pt>
                <c:pt idx="11797">
                  <c:v>0.982414738</c:v>
                </c:pt>
                <c:pt idx="11798">
                  <c:v>0.982414738</c:v>
                </c:pt>
                <c:pt idx="11799">
                  <c:v>0.982414738</c:v>
                </c:pt>
                <c:pt idx="11800">
                  <c:v>0.982414738</c:v>
                </c:pt>
                <c:pt idx="11801">
                  <c:v>0.982490865</c:v>
                </c:pt>
                <c:pt idx="11802">
                  <c:v>0.982490865</c:v>
                </c:pt>
                <c:pt idx="11803">
                  <c:v>0.982490865</c:v>
                </c:pt>
                <c:pt idx="11804">
                  <c:v>0.982490865</c:v>
                </c:pt>
                <c:pt idx="11805">
                  <c:v>0.982490865</c:v>
                </c:pt>
                <c:pt idx="11806">
                  <c:v>0.982490865</c:v>
                </c:pt>
                <c:pt idx="11807">
                  <c:v>0.982490865</c:v>
                </c:pt>
                <c:pt idx="11808">
                  <c:v>0.982490865</c:v>
                </c:pt>
                <c:pt idx="11809">
                  <c:v>0.982490865</c:v>
                </c:pt>
                <c:pt idx="11810">
                  <c:v>0.982566991</c:v>
                </c:pt>
                <c:pt idx="11811">
                  <c:v>0.982566991</c:v>
                </c:pt>
                <c:pt idx="11812">
                  <c:v>0.982643118</c:v>
                </c:pt>
                <c:pt idx="11813">
                  <c:v>0.982643118</c:v>
                </c:pt>
                <c:pt idx="11814">
                  <c:v>0.982643118</c:v>
                </c:pt>
                <c:pt idx="11815">
                  <c:v>0.982719245</c:v>
                </c:pt>
                <c:pt idx="11816">
                  <c:v>0.982719245</c:v>
                </c:pt>
                <c:pt idx="11817">
                  <c:v>0.982719245</c:v>
                </c:pt>
                <c:pt idx="11818">
                  <c:v>0.982871498</c:v>
                </c:pt>
                <c:pt idx="11819">
                  <c:v>0.982871498</c:v>
                </c:pt>
                <c:pt idx="11820">
                  <c:v>0.982947625</c:v>
                </c:pt>
                <c:pt idx="11821">
                  <c:v>0.982947625</c:v>
                </c:pt>
                <c:pt idx="11822">
                  <c:v>0.982947625</c:v>
                </c:pt>
                <c:pt idx="11823">
                  <c:v>0.982947625</c:v>
                </c:pt>
                <c:pt idx="11824">
                  <c:v>0.982947625</c:v>
                </c:pt>
                <c:pt idx="11825">
                  <c:v>0.982947625</c:v>
                </c:pt>
                <c:pt idx="11826">
                  <c:v>0.983023752</c:v>
                </c:pt>
                <c:pt idx="11827">
                  <c:v>0.983023752</c:v>
                </c:pt>
                <c:pt idx="11828">
                  <c:v>0.983023752</c:v>
                </c:pt>
                <c:pt idx="11829">
                  <c:v>0.983099878</c:v>
                </c:pt>
                <c:pt idx="11830">
                  <c:v>0.983099878</c:v>
                </c:pt>
                <c:pt idx="11831">
                  <c:v>0.983176005</c:v>
                </c:pt>
                <c:pt idx="11832">
                  <c:v>0.983176005</c:v>
                </c:pt>
                <c:pt idx="11833">
                  <c:v>0.983176005</c:v>
                </c:pt>
                <c:pt idx="11834">
                  <c:v>0.983176005</c:v>
                </c:pt>
                <c:pt idx="11835">
                  <c:v>0.983176005</c:v>
                </c:pt>
                <c:pt idx="11836">
                  <c:v>0.983176005</c:v>
                </c:pt>
                <c:pt idx="11837">
                  <c:v>0.983252132</c:v>
                </c:pt>
                <c:pt idx="11838">
                  <c:v>0.983252132</c:v>
                </c:pt>
                <c:pt idx="11839">
                  <c:v>0.983252132</c:v>
                </c:pt>
                <c:pt idx="11840">
                  <c:v>0.983252132</c:v>
                </c:pt>
                <c:pt idx="11841">
                  <c:v>0.983328258</c:v>
                </c:pt>
                <c:pt idx="11842">
                  <c:v>0.983328258</c:v>
                </c:pt>
                <c:pt idx="11843">
                  <c:v>0.983328258</c:v>
                </c:pt>
                <c:pt idx="11844">
                  <c:v>0.983328258</c:v>
                </c:pt>
                <c:pt idx="11845">
                  <c:v>0.983404385</c:v>
                </c:pt>
                <c:pt idx="11846">
                  <c:v>0.983404385</c:v>
                </c:pt>
                <c:pt idx="11847">
                  <c:v>0.983404385</c:v>
                </c:pt>
                <c:pt idx="11848">
                  <c:v>0.983404385</c:v>
                </c:pt>
                <c:pt idx="11849">
                  <c:v>0.983404385</c:v>
                </c:pt>
                <c:pt idx="11850">
                  <c:v>0.983404385</c:v>
                </c:pt>
                <c:pt idx="11851">
                  <c:v>0.983556638</c:v>
                </c:pt>
                <c:pt idx="11852">
                  <c:v>0.983556638</c:v>
                </c:pt>
                <c:pt idx="11853">
                  <c:v>0.983708892</c:v>
                </c:pt>
                <c:pt idx="11854">
                  <c:v>0.983708892</c:v>
                </c:pt>
                <c:pt idx="11855">
                  <c:v>0.983708892</c:v>
                </c:pt>
                <c:pt idx="11856">
                  <c:v>0.983708892</c:v>
                </c:pt>
                <c:pt idx="11857">
                  <c:v>0.983785018</c:v>
                </c:pt>
                <c:pt idx="11858">
                  <c:v>0.983785018</c:v>
                </c:pt>
                <c:pt idx="11859">
                  <c:v>0.983785018</c:v>
                </c:pt>
                <c:pt idx="11860">
                  <c:v>0.983785018</c:v>
                </c:pt>
                <c:pt idx="11861">
                  <c:v>0.983785018</c:v>
                </c:pt>
                <c:pt idx="11862">
                  <c:v>0.983785018</c:v>
                </c:pt>
                <c:pt idx="11863">
                  <c:v>0.983785018</c:v>
                </c:pt>
                <c:pt idx="11864">
                  <c:v>0.983861145</c:v>
                </c:pt>
                <c:pt idx="11865">
                  <c:v>0.983861145</c:v>
                </c:pt>
                <c:pt idx="11866">
                  <c:v>0.984013398</c:v>
                </c:pt>
                <c:pt idx="11867">
                  <c:v>0.984013398</c:v>
                </c:pt>
                <c:pt idx="11868">
                  <c:v>0.984089525</c:v>
                </c:pt>
                <c:pt idx="11869">
                  <c:v>0.984089525</c:v>
                </c:pt>
                <c:pt idx="11870">
                  <c:v>0.984089525</c:v>
                </c:pt>
                <c:pt idx="11871">
                  <c:v>0.984241778</c:v>
                </c:pt>
                <c:pt idx="11872">
                  <c:v>0.984241778</c:v>
                </c:pt>
                <c:pt idx="11873">
                  <c:v>0.984317905</c:v>
                </c:pt>
                <c:pt idx="11874">
                  <c:v>0.984317905</c:v>
                </c:pt>
                <c:pt idx="11875">
                  <c:v>0.984394032</c:v>
                </c:pt>
                <c:pt idx="11876">
                  <c:v>0.984394032</c:v>
                </c:pt>
                <c:pt idx="11877">
                  <c:v>0.984470158</c:v>
                </c:pt>
                <c:pt idx="11878">
                  <c:v>0.984470158</c:v>
                </c:pt>
                <c:pt idx="11879">
                  <c:v>0.984470158</c:v>
                </c:pt>
                <c:pt idx="11880">
                  <c:v>0.984470158</c:v>
                </c:pt>
                <c:pt idx="11881">
                  <c:v>0.984546285</c:v>
                </c:pt>
                <c:pt idx="11882">
                  <c:v>0.984546285</c:v>
                </c:pt>
                <c:pt idx="11883">
                  <c:v>0.984698538</c:v>
                </c:pt>
                <c:pt idx="11884">
                  <c:v>0.984698538</c:v>
                </c:pt>
                <c:pt idx="11885">
                  <c:v>0.984698538</c:v>
                </c:pt>
                <c:pt idx="11886">
                  <c:v>0.984698538</c:v>
                </c:pt>
                <c:pt idx="11887">
                  <c:v>0.984698538</c:v>
                </c:pt>
                <c:pt idx="11888">
                  <c:v>0.984774665</c:v>
                </c:pt>
                <c:pt idx="11889">
                  <c:v>0.984774665</c:v>
                </c:pt>
                <c:pt idx="11890">
                  <c:v>0.984774665</c:v>
                </c:pt>
                <c:pt idx="11891">
                  <c:v>0.984774665</c:v>
                </c:pt>
                <c:pt idx="11892">
                  <c:v>0.984774665</c:v>
                </c:pt>
                <c:pt idx="11893">
                  <c:v>0.984774665</c:v>
                </c:pt>
                <c:pt idx="11894">
                  <c:v>0.984926918</c:v>
                </c:pt>
                <c:pt idx="11895">
                  <c:v>0.984926918</c:v>
                </c:pt>
                <c:pt idx="11896">
                  <c:v>0.985003045</c:v>
                </c:pt>
                <c:pt idx="11897">
                  <c:v>0.985003045</c:v>
                </c:pt>
                <c:pt idx="11898">
                  <c:v>0.985003045</c:v>
                </c:pt>
                <c:pt idx="11899">
                  <c:v>0.985003045</c:v>
                </c:pt>
                <c:pt idx="11900">
                  <c:v>0.985079172</c:v>
                </c:pt>
                <c:pt idx="11901">
                  <c:v>0.985079172</c:v>
                </c:pt>
                <c:pt idx="11902">
                  <c:v>0.985079172</c:v>
                </c:pt>
                <c:pt idx="11903">
                  <c:v>0.985079172</c:v>
                </c:pt>
                <c:pt idx="11904">
                  <c:v>0.985155298</c:v>
                </c:pt>
                <c:pt idx="11905">
                  <c:v>0.985155298</c:v>
                </c:pt>
                <c:pt idx="11906">
                  <c:v>0.985231425</c:v>
                </c:pt>
                <c:pt idx="11907">
                  <c:v>0.985231425</c:v>
                </c:pt>
                <c:pt idx="11908">
                  <c:v>0.985307552</c:v>
                </c:pt>
                <c:pt idx="11909">
                  <c:v>0.985307552</c:v>
                </c:pt>
                <c:pt idx="11910">
                  <c:v>0.985459805</c:v>
                </c:pt>
                <c:pt idx="11911">
                  <c:v>0.985459805</c:v>
                </c:pt>
                <c:pt idx="11912">
                  <c:v>0.985459805</c:v>
                </c:pt>
                <c:pt idx="11913">
                  <c:v>0.985535932</c:v>
                </c:pt>
                <c:pt idx="11914">
                  <c:v>0.985535932</c:v>
                </c:pt>
                <c:pt idx="11915">
                  <c:v>0.985612058</c:v>
                </c:pt>
                <c:pt idx="11916">
                  <c:v>0.985612058</c:v>
                </c:pt>
                <c:pt idx="11917">
                  <c:v>0.985688185</c:v>
                </c:pt>
                <c:pt idx="11918">
                  <c:v>0.985688185</c:v>
                </c:pt>
                <c:pt idx="11919">
                  <c:v>0.985688185</c:v>
                </c:pt>
                <c:pt idx="11920">
                  <c:v>0.985764312</c:v>
                </c:pt>
                <c:pt idx="11921">
                  <c:v>0.985764312</c:v>
                </c:pt>
                <c:pt idx="11922">
                  <c:v>0.985840438</c:v>
                </c:pt>
                <c:pt idx="11923">
                  <c:v>0.985840438</c:v>
                </c:pt>
                <c:pt idx="11924">
                  <c:v>0.985840438</c:v>
                </c:pt>
                <c:pt idx="11925">
                  <c:v>0.985840438</c:v>
                </c:pt>
                <c:pt idx="11926">
                  <c:v>0.985992692</c:v>
                </c:pt>
                <c:pt idx="11927">
                  <c:v>0.985992692</c:v>
                </c:pt>
                <c:pt idx="11928">
                  <c:v>0.985992692</c:v>
                </c:pt>
                <c:pt idx="11929">
                  <c:v>0.985992692</c:v>
                </c:pt>
                <c:pt idx="11930">
                  <c:v>0.985992692</c:v>
                </c:pt>
                <c:pt idx="11931">
                  <c:v>0.986068819</c:v>
                </c:pt>
                <c:pt idx="11932">
                  <c:v>0.986068819</c:v>
                </c:pt>
                <c:pt idx="11933">
                  <c:v>0.986144945</c:v>
                </c:pt>
                <c:pt idx="11934">
                  <c:v>0.986144945</c:v>
                </c:pt>
                <c:pt idx="11935">
                  <c:v>0.986221072</c:v>
                </c:pt>
                <c:pt idx="11936">
                  <c:v>0.986221072</c:v>
                </c:pt>
                <c:pt idx="11937">
                  <c:v>0.986221072</c:v>
                </c:pt>
                <c:pt idx="11938">
                  <c:v>0.986221072</c:v>
                </c:pt>
                <c:pt idx="11939">
                  <c:v>0.986373325</c:v>
                </c:pt>
                <c:pt idx="11940">
                  <c:v>0.986373325</c:v>
                </c:pt>
                <c:pt idx="11941">
                  <c:v>0.986449452</c:v>
                </c:pt>
                <c:pt idx="11942">
                  <c:v>0.986449452</c:v>
                </c:pt>
                <c:pt idx="11943">
                  <c:v>0.986601705</c:v>
                </c:pt>
                <c:pt idx="11944">
                  <c:v>0.986601705</c:v>
                </c:pt>
                <c:pt idx="11945">
                  <c:v>0.986677832</c:v>
                </c:pt>
                <c:pt idx="11946">
                  <c:v>0.986677832</c:v>
                </c:pt>
                <c:pt idx="11947">
                  <c:v>0.986753959</c:v>
                </c:pt>
                <c:pt idx="11948">
                  <c:v>0.986753959</c:v>
                </c:pt>
                <c:pt idx="11949">
                  <c:v>0.986906212</c:v>
                </c:pt>
                <c:pt idx="11950">
                  <c:v>0.986906212</c:v>
                </c:pt>
                <c:pt idx="11951">
                  <c:v>0.986906212</c:v>
                </c:pt>
                <c:pt idx="11952">
                  <c:v>0.986906212</c:v>
                </c:pt>
                <c:pt idx="11953">
                  <c:v>0.986906212</c:v>
                </c:pt>
                <c:pt idx="11954">
                  <c:v>0.986906212</c:v>
                </c:pt>
                <c:pt idx="11955">
                  <c:v>0.986906212</c:v>
                </c:pt>
                <c:pt idx="11956">
                  <c:v>0.986906212</c:v>
                </c:pt>
                <c:pt idx="11957">
                  <c:v>0.986906212</c:v>
                </c:pt>
                <c:pt idx="11958">
                  <c:v>0.986906212</c:v>
                </c:pt>
                <c:pt idx="11959">
                  <c:v>0.986906212</c:v>
                </c:pt>
                <c:pt idx="11960">
                  <c:v>0.986906212</c:v>
                </c:pt>
                <c:pt idx="11961">
                  <c:v>0.986982339</c:v>
                </c:pt>
                <c:pt idx="11962">
                  <c:v>0.986982339</c:v>
                </c:pt>
                <c:pt idx="11963">
                  <c:v>0.987058465</c:v>
                </c:pt>
                <c:pt idx="11964">
                  <c:v>0.987058465</c:v>
                </c:pt>
                <c:pt idx="11965">
                  <c:v>0.987058465</c:v>
                </c:pt>
                <c:pt idx="11966">
                  <c:v>0.987134592</c:v>
                </c:pt>
                <c:pt idx="11967">
                  <c:v>0.987134592</c:v>
                </c:pt>
                <c:pt idx="11968">
                  <c:v>0.987134592</c:v>
                </c:pt>
                <c:pt idx="11969">
                  <c:v>0.987210719</c:v>
                </c:pt>
                <c:pt idx="11970">
                  <c:v>0.987210719</c:v>
                </c:pt>
                <c:pt idx="11971">
                  <c:v>0.987210719</c:v>
                </c:pt>
                <c:pt idx="11972">
                  <c:v>0.987210719</c:v>
                </c:pt>
                <c:pt idx="11973">
                  <c:v>0.987210719</c:v>
                </c:pt>
                <c:pt idx="11974">
                  <c:v>0.987210719</c:v>
                </c:pt>
                <c:pt idx="11975">
                  <c:v>0.987210719</c:v>
                </c:pt>
                <c:pt idx="11976">
                  <c:v>0.987210719</c:v>
                </c:pt>
                <c:pt idx="11977">
                  <c:v>0.987286845</c:v>
                </c:pt>
                <c:pt idx="11978">
                  <c:v>0.987286845</c:v>
                </c:pt>
                <c:pt idx="11979">
                  <c:v>0.987362972</c:v>
                </c:pt>
                <c:pt idx="11980">
                  <c:v>0.987362972</c:v>
                </c:pt>
                <c:pt idx="11981">
                  <c:v>0.987439099</c:v>
                </c:pt>
                <c:pt idx="11982">
                  <c:v>0.987439099</c:v>
                </c:pt>
                <c:pt idx="11983">
                  <c:v>0.987515225</c:v>
                </c:pt>
                <c:pt idx="11984">
                  <c:v>0.987515225</c:v>
                </c:pt>
                <c:pt idx="11985">
                  <c:v>0.987515225</c:v>
                </c:pt>
                <c:pt idx="11986">
                  <c:v>0.987515225</c:v>
                </c:pt>
                <c:pt idx="11987">
                  <c:v>0.987591352</c:v>
                </c:pt>
                <c:pt idx="11988">
                  <c:v>0.987591352</c:v>
                </c:pt>
                <c:pt idx="11989">
                  <c:v>0.987591352</c:v>
                </c:pt>
                <c:pt idx="11990">
                  <c:v>0.987667479</c:v>
                </c:pt>
                <c:pt idx="11991">
                  <c:v>0.987667479</c:v>
                </c:pt>
                <c:pt idx="11992">
                  <c:v>0.987667479</c:v>
                </c:pt>
                <c:pt idx="11993">
                  <c:v>0.987667479</c:v>
                </c:pt>
                <c:pt idx="11994">
                  <c:v>0.987667479</c:v>
                </c:pt>
                <c:pt idx="11995">
                  <c:v>0.987667479</c:v>
                </c:pt>
                <c:pt idx="11996">
                  <c:v>0.987667479</c:v>
                </c:pt>
                <c:pt idx="11997">
                  <c:v>0.987743605</c:v>
                </c:pt>
                <c:pt idx="11998">
                  <c:v>0.987743605</c:v>
                </c:pt>
                <c:pt idx="11999">
                  <c:v>0.987743605</c:v>
                </c:pt>
                <c:pt idx="12000">
                  <c:v>0.987743605</c:v>
                </c:pt>
                <c:pt idx="12001">
                  <c:v>0.987895859</c:v>
                </c:pt>
                <c:pt idx="12002">
                  <c:v>0.987895859</c:v>
                </c:pt>
                <c:pt idx="12003">
                  <c:v>0.987971985</c:v>
                </c:pt>
                <c:pt idx="12004">
                  <c:v>0.987971985</c:v>
                </c:pt>
                <c:pt idx="12005">
                  <c:v>0.988048112</c:v>
                </c:pt>
                <c:pt idx="12006">
                  <c:v>0.988048112</c:v>
                </c:pt>
                <c:pt idx="12007">
                  <c:v>0.988124239</c:v>
                </c:pt>
                <c:pt idx="12008">
                  <c:v>0.988200365</c:v>
                </c:pt>
                <c:pt idx="12009">
                  <c:v>0.988200365</c:v>
                </c:pt>
                <c:pt idx="12010">
                  <c:v>0.988200365</c:v>
                </c:pt>
                <c:pt idx="12011">
                  <c:v>0.988200365</c:v>
                </c:pt>
                <c:pt idx="12012">
                  <c:v>0.988200365</c:v>
                </c:pt>
                <c:pt idx="12013">
                  <c:v>0.988200365</c:v>
                </c:pt>
                <c:pt idx="12014">
                  <c:v>0.988200365</c:v>
                </c:pt>
                <c:pt idx="12015">
                  <c:v>0.988428745</c:v>
                </c:pt>
                <c:pt idx="12016">
                  <c:v>0.988428745</c:v>
                </c:pt>
                <c:pt idx="12017">
                  <c:v>0.988504872</c:v>
                </c:pt>
                <c:pt idx="12018">
                  <c:v>0.988504872</c:v>
                </c:pt>
                <c:pt idx="12019">
                  <c:v>0.988580999</c:v>
                </c:pt>
                <c:pt idx="12020">
                  <c:v>0.988580999</c:v>
                </c:pt>
                <c:pt idx="12021">
                  <c:v>0.988657125</c:v>
                </c:pt>
                <c:pt idx="12022">
                  <c:v>0.988657125</c:v>
                </c:pt>
                <c:pt idx="12023">
                  <c:v>0.988809379</c:v>
                </c:pt>
                <c:pt idx="12024">
                  <c:v>0.988809379</c:v>
                </c:pt>
                <c:pt idx="12025">
                  <c:v>0.988809379</c:v>
                </c:pt>
                <c:pt idx="12026">
                  <c:v>0.988809379</c:v>
                </c:pt>
                <c:pt idx="12027">
                  <c:v>0.988809379</c:v>
                </c:pt>
                <c:pt idx="12028">
                  <c:v>0.988885505</c:v>
                </c:pt>
                <c:pt idx="12029">
                  <c:v>0.988885505</c:v>
                </c:pt>
                <c:pt idx="12030">
                  <c:v>0.988961632</c:v>
                </c:pt>
                <c:pt idx="12031">
                  <c:v>0.988961632</c:v>
                </c:pt>
                <c:pt idx="12032">
                  <c:v>0.988961632</c:v>
                </c:pt>
                <c:pt idx="12033">
                  <c:v>0.989037759</c:v>
                </c:pt>
                <c:pt idx="12034">
                  <c:v>0.989037759</c:v>
                </c:pt>
                <c:pt idx="12035">
                  <c:v>0.989113886</c:v>
                </c:pt>
                <c:pt idx="12036">
                  <c:v>0.989113886</c:v>
                </c:pt>
                <c:pt idx="12037">
                  <c:v>0.989113886</c:v>
                </c:pt>
                <c:pt idx="12038">
                  <c:v>0.989266139</c:v>
                </c:pt>
                <c:pt idx="12039">
                  <c:v>0.989266139</c:v>
                </c:pt>
                <c:pt idx="12040">
                  <c:v>0.989342266</c:v>
                </c:pt>
                <c:pt idx="12041">
                  <c:v>0.989342266</c:v>
                </c:pt>
                <c:pt idx="12042">
                  <c:v>0.989418392</c:v>
                </c:pt>
                <c:pt idx="12043">
                  <c:v>0.989418392</c:v>
                </c:pt>
                <c:pt idx="12044">
                  <c:v>0.989494519</c:v>
                </c:pt>
                <c:pt idx="12045">
                  <c:v>0.989494519</c:v>
                </c:pt>
                <c:pt idx="12046">
                  <c:v>0.989570646</c:v>
                </c:pt>
                <c:pt idx="12047">
                  <c:v>0.989570646</c:v>
                </c:pt>
                <c:pt idx="12048">
                  <c:v>0.989570646</c:v>
                </c:pt>
                <c:pt idx="12049">
                  <c:v>0.989646772</c:v>
                </c:pt>
                <c:pt idx="12050">
                  <c:v>0.989646772</c:v>
                </c:pt>
                <c:pt idx="12051">
                  <c:v>0.989646772</c:v>
                </c:pt>
                <c:pt idx="12052">
                  <c:v>0.989646772</c:v>
                </c:pt>
                <c:pt idx="12053">
                  <c:v>0.989722899</c:v>
                </c:pt>
                <c:pt idx="12054">
                  <c:v>0.989722899</c:v>
                </c:pt>
                <c:pt idx="12055">
                  <c:v>0.989722899</c:v>
                </c:pt>
                <c:pt idx="12056">
                  <c:v>0.989722899</c:v>
                </c:pt>
                <c:pt idx="12057">
                  <c:v>0.989722899</c:v>
                </c:pt>
                <c:pt idx="12058">
                  <c:v>0.989722899</c:v>
                </c:pt>
                <c:pt idx="12059">
                  <c:v>0.989722899</c:v>
                </c:pt>
                <c:pt idx="12060">
                  <c:v>0.989875152</c:v>
                </c:pt>
                <c:pt idx="12061">
                  <c:v>0.989875152</c:v>
                </c:pt>
                <c:pt idx="12062">
                  <c:v>0.990027406</c:v>
                </c:pt>
                <c:pt idx="12063">
                  <c:v>0.990027406</c:v>
                </c:pt>
                <c:pt idx="12064">
                  <c:v>0.990027406</c:v>
                </c:pt>
                <c:pt idx="12065">
                  <c:v>0.990027406</c:v>
                </c:pt>
                <c:pt idx="12066">
                  <c:v>0.990103532</c:v>
                </c:pt>
                <c:pt idx="12067">
                  <c:v>0.990103532</c:v>
                </c:pt>
                <c:pt idx="12068">
                  <c:v>0.990179659</c:v>
                </c:pt>
                <c:pt idx="12069">
                  <c:v>0.990179659</c:v>
                </c:pt>
                <c:pt idx="12070">
                  <c:v>0.990255786</c:v>
                </c:pt>
                <c:pt idx="12071">
                  <c:v>0.990255786</c:v>
                </c:pt>
                <c:pt idx="12072">
                  <c:v>0.990331912</c:v>
                </c:pt>
                <c:pt idx="12073">
                  <c:v>0.990331912</c:v>
                </c:pt>
                <c:pt idx="12074">
                  <c:v>0.990331912</c:v>
                </c:pt>
                <c:pt idx="12075">
                  <c:v>0.990331912</c:v>
                </c:pt>
                <c:pt idx="12076">
                  <c:v>0.990331912</c:v>
                </c:pt>
                <c:pt idx="12077">
                  <c:v>0.990484166</c:v>
                </c:pt>
                <c:pt idx="12078">
                  <c:v>0.990484166</c:v>
                </c:pt>
                <c:pt idx="12079">
                  <c:v>0.990484166</c:v>
                </c:pt>
                <c:pt idx="12080">
                  <c:v>0.990484166</c:v>
                </c:pt>
                <c:pt idx="12081">
                  <c:v>0.990484166</c:v>
                </c:pt>
                <c:pt idx="12082">
                  <c:v>0.990484166</c:v>
                </c:pt>
                <c:pt idx="12083">
                  <c:v>0.990484166</c:v>
                </c:pt>
                <c:pt idx="12084">
                  <c:v>0.990484166</c:v>
                </c:pt>
                <c:pt idx="12085">
                  <c:v>0.990484166</c:v>
                </c:pt>
                <c:pt idx="12086">
                  <c:v>0.990484166</c:v>
                </c:pt>
                <c:pt idx="12087">
                  <c:v>0.990636419</c:v>
                </c:pt>
                <c:pt idx="12088">
                  <c:v>0.990636419</c:v>
                </c:pt>
                <c:pt idx="12089">
                  <c:v>0.990788672</c:v>
                </c:pt>
                <c:pt idx="12090">
                  <c:v>0.990788672</c:v>
                </c:pt>
                <c:pt idx="12091">
                  <c:v>0.990864799</c:v>
                </c:pt>
                <c:pt idx="12092">
                  <c:v>0.990864799</c:v>
                </c:pt>
                <c:pt idx="12093">
                  <c:v>0.990940926</c:v>
                </c:pt>
                <c:pt idx="12094">
                  <c:v>0.990940926</c:v>
                </c:pt>
                <c:pt idx="12095">
                  <c:v>0.991017052</c:v>
                </c:pt>
                <c:pt idx="12096">
                  <c:v>0.991017052</c:v>
                </c:pt>
                <c:pt idx="12097">
                  <c:v>0.991169306</c:v>
                </c:pt>
                <c:pt idx="12098">
                  <c:v>0.991169306</c:v>
                </c:pt>
                <c:pt idx="12099">
                  <c:v>0.991169306</c:v>
                </c:pt>
                <c:pt idx="12100">
                  <c:v>0.991169306</c:v>
                </c:pt>
                <c:pt idx="12101">
                  <c:v>0.991321559</c:v>
                </c:pt>
                <c:pt idx="12102">
                  <c:v>0.991321559</c:v>
                </c:pt>
                <c:pt idx="12103">
                  <c:v>0.991321559</c:v>
                </c:pt>
                <c:pt idx="12104">
                  <c:v>0.991321559</c:v>
                </c:pt>
                <c:pt idx="12105">
                  <c:v>0.991397686</c:v>
                </c:pt>
                <c:pt idx="12106">
                  <c:v>0.991397686</c:v>
                </c:pt>
                <c:pt idx="12107">
                  <c:v>0.991549939</c:v>
                </c:pt>
                <c:pt idx="12108">
                  <c:v>0.991549939</c:v>
                </c:pt>
                <c:pt idx="12109">
                  <c:v>0.991549939</c:v>
                </c:pt>
                <c:pt idx="12110">
                  <c:v>0.991549939</c:v>
                </c:pt>
                <c:pt idx="12111">
                  <c:v>0.991626066</c:v>
                </c:pt>
                <c:pt idx="12112">
                  <c:v>0.991626066</c:v>
                </c:pt>
                <c:pt idx="12113">
                  <c:v>0.991626066</c:v>
                </c:pt>
                <c:pt idx="12114">
                  <c:v>0.991702192</c:v>
                </c:pt>
                <c:pt idx="12115">
                  <c:v>0.991702192</c:v>
                </c:pt>
                <c:pt idx="12116">
                  <c:v>0.991778319</c:v>
                </c:pt>
                <c:pt idx="12117">
                  <c:v>0.991778319</c:v>
                </c:pt>
                <c:pt idx="12118">
                  <c:v>0.991778319</c:v>
                </c:pt>
                <c:pt idx="12119">
                  <c:v>0.991778319</c:v>
                </c:pt>
                <c:pt idx="12120">
                  <c:v>0.991854446</c:v>
                </c:pt>
                <c:pt idx="12121">
                  <c:v>0.991854446</c:v>
                </c:pt>
                <c:pt idx="12122">
                  <c:v>0.991854446</c:v>
                </c:pt>
                <c:pt idx="12123">
                  <c:v>0.991854446</c:v>
                </c:pt>
                <c:pt idx="12124">
                  <c:v>0.991854446</c:v>
                </c:pt>
                <c:pt idx="12125">
                  <c:v>0.991930572</c:v>
                </c:pt>
                <c:pt idx="12126">
                  <c:v>0.991930572</c:v>
                </c:pt>
                <c:pt idx="12127">
                  <c:v>0.992006699</c:v>
                </c:pt>
                <c:pt idx="12128">
                  <c:v>0.992006699</c:v>
                </c:pt>
                <c:pt idx="12129">
                  <c:v>0.992006699</c:v>
                </c:pt>
                <c:pt idx="12130">
                  <c:v>0.992006699</c:v>
                </c:pt>
                <c:pt idx="12131">
                  <c:v>0.992006699</c:v>
                </c:pt>
                <c:pt idx="12132">
                  <c:v>0.992006699</c:v>
                </c:pt>
                <c:pt idx="12133">
                  <c:v>0.992006699</c:v>
                </c:pt>
                <c:pt idx="12134">
                  <c:v>0.992006699</c:v>
                </c:pt>
                <c:pt idx="12135">
                  <c:v>0.992006699</c:v>
                </c:pt>
                <c:pt idx="12136">
                  <c:v>0.992006699</c:v>
                </c:pt>
                <c:pt idx="12137">
                  <c:v>0.992006699</c:v>
                </c:pt>
                <c:pt idx="12138">
                  <c:v>0.992006699</c:v>
                </c:pt>
                <c:pt idx="12139">
                  <c:v>0.992006699</c:v>
                </c:pt>
                <c:pt idx="12140">
                  <c:v>0.992006699</c:v>
                </c:pt>
                <c:pt idx="12141">
                  <c:v>0.992006699</c:v>
                </c:pt>
                <c:pt idx="12142">
                  <c:v>0.992235079</c:v>
                </c:pt>
                <c:pt idx="12143">
                  <c:v>0.992235079</c:v>
                </c:pt>
                <c:pt idx="12144">
                  <c:v>0.992311206</c:v>
                </c:pt>
                <c:pt idx="12145">
                  <c:v>0.992311206</c:v>
                </c:pt>
                <c:pt idx="12146">
                  <c:v>0.992311206</c:v>
                </c:pt>
                <c:pt idx="12147">
                  <c:v>0.992311206</c:v>
                </c:pt>
                <c:pt idx="12148">
                  <c:v>0.992387333</c:v>
                </c:pt>
                <c:pt idx="12149">
                  <c:v>0.992387333</c:v>
                </c:pt>
                <c:pt idx="12150">
                  <c:v>0.992387333</c:v>
                </c:pt>
                <c:pt idx="12151">
                  <c:v>0.992463459</c:v>
                </c:pt>
                <c:pt idx="12152">
                  <c:v>0.992463459</c:v>
                </c:pt>
                <c:pt idx="12153">
                  <c:v>0.992615713</c:v>
                </c:pt>
                <c:pt idx="12154">
                  <c:v>0.992615713</c:v>
                </c:pt>
                <c:pt idx="12155">
                  <c:v>0.992615713</c:v>
                </c:pt>
                <c:pt idx="12156">
                  <c:v>0.992615713</c:v>
                </c:pt>
                <c:pt idx="12157">
                  <c:v>0.992615713</c:v>
                </c:pt>
                <c:pt idx="12158">
                  <c:v>0.992615713</c:v>
                </c:pt>
                <c:pt idx="12159">
                  <c:v>0.992691839</c:v>
                </c:pt>
                <c:pt idx="12160">
                  <c:v>0.992691839</c:v>
                </c:pt>
                <c:pt idx="12161">
                  <c:v>0.992767966</c:v>
                </c:pt>
                <c:pt idx="12162">
                  <c:v>0.992767966</c:v>
                </c:pt>
                <c:pt idx="12163">
                  <c:v>0.992767966</c:v>
                </c:pt>
                <c:pt idx="12164">
                  <c:v>0.992767966</c:v>
                </c:pt>
                <c:pt idx="12165">
                  <c:v>0.992767966</c:v>
                </c:pt>
                <c:pt idx="12166">
                  <c:v>0.992767966</c:v>
                </c:pt>
                <c:pt idx="12167">
                  <c:v>0.992767966</c:v>
                </c:pt>
                <c:pt idx="12168">
                  <c:v>0.992767966</c:v>
                </c:pt>
                <c:pt idx="12169">
                  <c:v>0.992767966</c:v>
                </c:pt>
                <c:pt idx="12170">
                  <c:v>0.992767966</c:v>
                </c:pt>
                <c:pt idx="12171">
                  <c:v>0.992767966</c:v>
                </c:pt>
                <c:pt idx="12172">
                  <c:v>0.992767966</c:v>
                </c:pt>
                <c:pt idx="12173">
                  <c:v>0.992844093</c:v>
                </c:pt>
                <c:pt idx="12174">
                  <c:v>0.992844093</c:v>
                </c:pt>
                <c:pt idx="12175">
                  <c:v>0.992844093</c:v>
                </c:pt>
                <c:pt idx="12176">
                  <c:v>0.992844093</c:v>
                </c:pt>
                <c:pt idx="12177">
                  <c:v>0.992920219</c:v>
                </c:pt>
                <c:pt idx="12178">
                  <c:v>0.992920219</c:v>
                </c:pt>
                <c:pt idx="12179">
                  <c:v>0.992920219</c:v>
                </c:pt>
                <c:pt idx="12180">
                  <c:v>0.992920219</c:v>
                </c:pt>
                <c:pt idx="12181">
                  <c:v>0.992996346</c:v>
                </c:pt>
                <c:pt idx="12182">
                  <c:v>0.992996346</c:v>
                </c:pt>
                <c:pt idx="12183">
                  <c:v>0.993072473</c:v>
                </c:pt>
                <c:pt idx="12184">
                  <c:v>0.993072473</c:v>
                </c:pt>
                <c:pt idx="12185">
                  <c:v>0.993072473</c:v>
                </c:pt>
                <c:pt idx="12186">
                  <c:v>0.993072473</c:v>
                </c:pt>
                <c:pt idx="12187">
                  <c:v>0.993072473</c:v>
                </c:pt>
                <c:pt idx="12188">
                  <c:v>0.993072473</c:v>
                </c:pt>
                <c:pt idx="12189">
                  <c:v>0.993148599</c:v>
                </c:pt>
                <c:pt idx="12190">
                  <c:v>0.993148599</c:v>
                </c:pt>
                <c:pt idx="12191">
                  <c:v>0.993148599</c:v>
                </c:pt>
                <c:pt idx="12192">
                  <c:v>0.993148599</c:v>
                </c:pt>
                <c:pt idx="12193">
                  <c:v>0.993148599</c:v>
                </c:pt>
                <c:pt idx="12194">
                  <c:v>0.993224726</c:v>
                </c:pt>
                <c:pt idx="12195">
                  <c:v>0.993224726</c:v>
                </c:pt>
                <c:pt idx="12196">
                  <c:v>0.993300853</c:v>
                </c:pt>
                <c:pt idx="12197">
                  <c:v>0.993300853</c:v>
                </c:pt>
                <c:pt idx="12198">
                  <c:v>0.993300853</c:v>
                </c:pt>
                <c:pt idx="12199">
                  <c:v>0.993300853</c:v>
                </c:pt>
                <c:pt idx="12200">
                  <c:v>0.993376979</c:v>
                </c:pt>
                <c:pt idx="12201">
                  <c:v>0.993376979</c:v>
                </c:pt>
                <c:pt idx="12202">
                  <c:v>0.993376979</c:v>
                </c:pt>
                <c:pt idx="12203">
                  <c:v>0.993376979</c:v>
                </c:pt>
                <c:pt idx="12204">
                  <c:v>0.993376979</c:v>
                </c:pt>
                <c:pt idx="12205">
                  <c:v>0.993453106</c:v>
                </c:pt>
                <c:pt idx="12206">
                  <c:v>0.993453106</c:v>
                </c:pt>
                <c:pt idx="12207">
                  <c:v>0.993529233</c:v>
                </c:pt>
                <c:pt idx="12208">
                  <c:v>0.993529233</c:v>
                </c:pt>
                <c:pt idx="12209">
                  <c:v>0.993529233</c:v>
                </c:pt>
                <c:pt idx="12210">
                  <c:v>0.993605359</c:v>
                </c:pt>
                <c:pt idx="12211">
                  <c:v>0.993605359</c:v>
                </c:pt>
                <c:pt idx="12212">
                  <c:v>0.993605359</c:v>
                </c:pt>
                <c:pt idx="12213">
                  <c:v>0.993605359</c:v>
                </c:pt>
                <c:pt idx="12214">
                  <c:v>0.993681486</c:v>
                </c:pt>
                <c:pt idx="12215">
                  <c:v>0.993681486</c:v>
                </c:pt>
                <c:pt idx="12216">
                  <c:v>0.993681486</c:v>
                </c:pt>
                <c:pt idx="12217">
                  <c:v>0.993681486</c:v>
                </c:pt>
                <c:pt idx="12218">
                  <c:v>0.993757613</c:v>
                </c:pt>
                <c:pt idx="12219">
                  <c:v>0.993757613</c:v>
                </c:pt>
                <c:pt idx="12220">
                  <c:v>0.993833739</c:v>
                </c:pt>
                <c:pt idx="12221">
                  <c:v>0.993833739</c:v>
                </c:pt>
                <c:pt idx="12222">
                  <c:v>0.993833739</c:v>
                </c:pt>
                <c:pt idx="12223">
                  <c:v>0.993833739</c:v>
                </c:pt>
                <c:pt idx="12224">
                  <c:v>0.993909866</c:v>
                </c:pt>
                <c:pt idx="12225">
                  <c:v>0.993909866</c:v>
                </c:pt>
                <c:pt idx="12226">
                  <c:v>0.994062119</c:v>
                </c:pt>
                <c:pt idx="12227">
                  <c:v>0.994062119</c:v>
                </c:pt>
                <c:pt idx="12228">
                  <c:v>0.994138246</c:v>
                </c:pt>
                <c:pt idx="12229">
                  <c:v>0.994138246</c:v>
                </c:pt>
                <c:pt idx="12230">
                  <c:v>0.994138246</c:v>
                </c:pt>
                <c:pt idx="12231">
                  <c:v>0.994138246</c:v>
                </c:pt>
                <c:pt idx="12232">
                  <c:v>0.994138246</c:v>
                </c:pt>
                <c:pt idx="12233">
                  <c:v>0.994138246</c:v>
                </c:pt>
                <c:pt idx="12234">
                  <c:v>0.994214373</c:v>
                </c:pt>
                <c:pt idx="12235">
                  <c:v>0.994214373</c:v>
                </c:pt>
                <c:pt idx="12236">
                  <c:v>0.994214373</c:v>
                </c:pt>
                <c:pt idx="12237">
                  <c:v>0.994214373</c:v>
                </c:pt>
                <c:pt idx="12238">
                  <c:v>0.994214373</c:v>
                </c:pt>
                <c:pt idx="12239">
                  <c:v>0.994366626</c:v>
                </c:pt>
                <c:pt idx="12240">
                  <c:v>0.994366626</c:v>
                </c:pt>
                <c:pt idx="12241">
                  <c:v>0.994366626</c:v>
                </c:pt>
                <c:pt idx="12242">
                  <c:v>0.994366626</c:v>
                </c:pt>
                <c:pt idx="12243">
                  <c:v>0.994366626</c:v>
                </c:pt>
                <c:pt idx="12244">
                  <c:v>0.994366626</c:v>
                </c:pt>
                <c:pt idx="12245">
                  <c:v>0.994442753</c:v>
                </c:pt>
                <c:pt idx="12246">
                  <c:v>0.994442753</c:v>
                </c:pt>
                <c:pt idx="12247">
                  <c:v>0.994518879</c:v>
                </c:pt>
                <c:pt idx="12248">
                  <c:v>0.994518879</c:v>
                </c:pt>
                <c:pt idx="12249">
                  <c:v>0.994595006</c:v>
                </c:pt>
                <c:pt idx="12250">
                  <c:v>0.994595006</c:v>
                </c:pt>
                <c:pt idx="12251">
                  <c:v>0.994595006</c:v>
                </c:pt>
                <c:pt idx="12252">
                  <c:v>0.994595006</c:v>
                </c:pt>
                <c:pt idx="12253">
                  <c:v>0.994671133</c:v>
                </c:pt>
                <c:pt idx="12254">
                  <c:v>0.994671133</c:v>
                </c:pt>
                <c:pt idx="12255">
                  <c:v>0.994671133</c:v>
                </c:pt>
                <c:pt idx="12256">
                  <c:v>0.994823386</c:v>
                </c:pt>
                <c:pt idx="12257">
                  <c:v>0.994823386</c:v>
                </c:pt>
                <c:pt idx="12258">
                  <c:v>0.994823386</c:v>
                </c:pt>
                <c:pt idx="12259">
                  <c:v>0.994823386</c:v>
                </c:pt>
                <c:pt idx="12260">
                  <c:v>0.994823386</c:v>
                </c:pt>
                <c:pt idx="12261">
                  <c:v>0.994823386</c:v>
                </c:pt>
                <c:pt idx="12262">
                  <c:v>0.994899513</c:v>
                </c:pt>
                <c:pt idx="12263">
                  <c:v>0.994899513</c:v>
                </c:pt>
                <c:pt idx="12264">
                  <c:v>0.994899513</c:v>
                </c:pt>
                <c:pt idx="12265">
                  <c:v>0.994899513</c:v>
                </c:pt>
                <c:pt idx="12266">
                  <c:v>0.994975639</c:v>
                </c:pt>
                <c:pt idx="12267">
                  <c:v>0.994975639</c:v>
                </c:pt>
                <c:pt idx="12268">
                  <c:v>0.994975639</c:v>
                </c:pt>
                <c:pt idx="12269">
                  <c:v>0.994975639</c:v>
                </c:pt>
                <c:pt idx="12270">
                  <c:v>0.994975639</c:v>
                </c:pt>
                <c:pt idx="12271">
                  <c:v>0.994975639</c:v>
                </c:pt>
                <c:pt idx="12272">
                  <c:v>0.994975639</c:v>
                </c:pt>
                <c:pt idx="12273">
                  <c:v>0.994975639</c:v>
                </c:pt>
                <c:pt idx="12274">
                  <c:v>0.995127893</c:v>
                </c:pt>
                <c:pt idx="12275">
                  <c:v>0.995127893</c:v>
                </c:pt>
                <c:pt idx="12276">
                  <c:v>0.995127893</c:v>
                </c:pt>
                <c:pt idx="12277">
                  <c:v>0.995127893</c:v>
                </c:pt>
                <c:pt idx="12278">
                  <c:v>0.995127893</c:v>
                </c:pt>
                <c:pt idx="12279">
                  <c:v>0.995204019</c:v>
                </c:pt>
                <c:pt idx="12280">
                  <c:v>0.995204019</c:v>
                </c:pt>
                <c:pt idx="12281">
                  <c:v>0.995280146</c:v>
                </c:pt>
                <c:pt idx="12282">
                  <c:v>0.995280146</c:v>
                </c:pt>
                <c:pt idx="12283">
                  <c:v>0.995280146</c:v>
                </c:pt>
                <c:pt idx="12284">
                  <c:v>0.995280146</c:v>
                </c:pt>
                <c:pt idx="12285">
                  <c:v>0.995280146</c:v>
                </c:pt>
                <c:pt idx="12286">
                  <c:v>0.995280146</c:v>
                </c:pt>
                <c:pt idx="12287">
                  <c:v>0.995280146</c:v>
                </c:pt>
                <c:pt idx="12288">
                  <c:v>0.995280146</c:v>
                </c:pt>
                <c:pt idx="12289">
                  <c:v>0.995280146</c:v>
                </c:pt>
                <c:pt idx="12290">
                  <c:v>0.995280146</c:v>
                </c:pt>
                <c:pt idx="12291">
                  <c:v>0.995356273</c:v>
                </c:pt>
                <c:pt idx="12292">
                  <c:v>0.995356273</c:v>
                </c:pt>
                <c:pt idx="12293">
                  <c:v>0.995356273</c:v>
                </c:pt>
                <c:pt idx="12294">
                  <c:v>0.995356273</c:v>
                </c:pt>
                <c:pt idx="12295">
                  <c:v>0.995356273</c:v>
                </c:pt>
                <c:pt idx="12296">
                  <c:v>0.995356273</c:v>
                </c:pt>
                <c:pt idx="12297">
                  <c:v>0.995356273</c:v>
                </c:pt>
                <c:pt idx="12298">
                  <c:v>0.995356273</c:v>
                </c:pt>
                <c:pt idx="12299">
                  <c:v>0.995356273</c:v>
                </c:pt>
                <c:pt idx="12300">
                  <c:v>0.995356273</c:v>
                </c:pt>
                <c:pt idx="12301">
                  <c:v>0.9954324</c:v>
                </c:pt>
                <c:pt idx="12302">
                  <c:v>0.9954324</c:v>
                </c:pt>
                <c:pt idx="12303">
                  <c:v>0.9954324</c:v>
                </c:pt>
                <c:pt idx="12304">
                  <c:v>0.9954324</c:v>
                </c:pt>
                <c:pt idx="12305">
                  <c:v>0.9954324</c:v>
                </c:pt>
                <c:pt idx="12306">
                  <c:v>0.9954324</c:v>
                </c:pt>
                <c:pt idx="12307">
                  <c:v>0.9954324</c:v>
                </c:pt>
                <c:pt idx="12308">
                  <c:v>0.9954324</c:v>
                </c:pt>
                <c:pt idx="12309">
                  <c:v>0.9954324</c:v>
                </c:pt>
                <c:pt idx="12310">
                  <c:v>0.9954324</c:v>
                </c:pt>
                <c:pt idx="12311">
                  <c:v>0.9954324</c:v>
                </c:pt>
                <c:pt idx="12312">
                  <c:v>0.9954324</c:v>
                </c:pt>
                <c:pt idx="12313">
                  <c:v>0.9954324</c:v>
                </c:pt>
                <c:pt idx="12314">
                  <c:v>0.9954324</c:v>
                </c:pt>
                <c:pt idx="12315">
                  <c:v>0.995508526</c:v>
                </c:pt>
                <c:pt idx="12316">
                  <c:v>0.995508526</c:v>
                </c:pt>
                <c:pt idx="12317">
                  <c:v>0.99566078</c:v>
                </c:pt>
                <c:pt idx="12318">
                  <c:v>0.99566078</c:v>
                </c:pt>
                <c:pt idx="12319">
                  <c:v>0.995736906</c:v>
                </c:pt>
                <c:pt idx="12320">
                  <c:v>0.995736906</c:v>
                </c:pt>
                <c:pt idx="12321">
                  <c:v>0.995813033</c:v>
                </c:pt>
                <c:pt idx="12322">
                  <c:v>0.995813033</c:v>
                </c:pt>
                <c:pt idx="12323">
                  <c:v>0.99588916</c:v>
                </c:pt>
                <c:pt idx="12324">
                  <c:v>0.99588916</c:v>
                </c:pt>
                <c:pt idx="12325">
                  <c:v>0.99588916</c:v>
                </c:pt>
                <c:pt idx="12326">
                  <c:v>0.995965286</c:v>
                </c:pt>
                <c:pt idx="12327">
                  <c:v>0.995965286</c:v>
                </c:pt>
                <c:pt idx="12328">
                  <c:v>0.996041413</c:v>
                </c:pt>
                <c:pt idx="12329">
                  <c:v>0.996041413</c:v>
                </c:pt>
                <c:pt idx="12330">
                  <c:v>0.996041413</c:v>
                </c:pt>
                <c:pt idx="12331">
                  <c:v>0.996041413</c:v>
                </c:pt>
                <c:pt idx="12332">
                  <c:v>0.996041413</c:v>
                </c:pt>
                <c:pt idx="12333">
                  <c:v>0.996041413</c:v>
                </c:pt>
                <c:pt idx="12334">
                  <c:v>0.996041413</c:v>
                </c:pt>
                <c:pt idx="12335">
                  <c:v>0.996041413</c:v>
                </c:pt>
                <c:pt idx="12336">
                  <c:v>0.996041413</c:v>
                </c:pt>
                <c:pt idx="12337">
                  <c:v>0.99611754</c:v>
                </c:pt>
                <c:pt idx="12338">
                  <c:v>0.99611754</c:v>
                </c:pt>
                <c:pt idx="12339">
                  <c:v>0.996193666</c:v>
                </c:pt>
                <c:pt idx="12340">
                  <c:v>0.996193666</c:v>
                </c:pt>
                <c:pt idx="12341">
                  <c:v>0.996193666</c:v>
                </c:pt>
                <c:pt idx="12342">
                  <c:v>0.996193666</c:v>
                </c:pt>
                <c:pt idx="12343">
                  <c:v>0.996269793</c:v>
                </c:pt>
                <c:pt idx="12344">
                  <c:v>0.996269793</c:v>
                </c:pt>
                <c:pt idx="12345">
                  <c:v>0.996269793</c:v>
                </c:pt>
                <c:pt idx="12346">
                  <c:v>0.99634592</c:v>
                </c:pt>
                <c:pt idx="12347">
                  <c:v>0.99634592</c:v>
                </c:pt>
                <c:pt idx="12348">
                  <c:v>0.99634592</c:v>
                </c:pt>
                <c:pt idx="12349">
                  <c:v>0.99634592</c:v>
                </c:pt>
                <c:pt idx="12350">
                  <c:v>0.99634592</c:v>
                </c:pt>
                <c:pt idx="12351">
                  <c:v>0.996422046</c:v>
                </c:pt>
                <c:pt idx="12352">
                  <c:v>0.996422046</c:v>
                </c:pt>
                <c:pt idx="12353">
                  <c:v>0.996422046</c:v>
                </c:pt>
                <c:pt idx="12354">
                  <c:v>0.996422046</c:v>
                </c:pt>
                <c:pt idx="12355">
                  <c:v>0.996422046</c:v>
                </c:pt>
                <c:pt idx="12356">
                  <c:v>0.996422046</c:v>
                </c:pt>
                <c:pt idx="12357">
                  <c:v>0.996422046</c:v>
                </c:pt>
                <c:pt idx="12358">
                  <c:v>0.996422046</c:v>
                </c:pt>
                <c:pt idx="12359">
                  <c:v>0.996498173</c:v>
                </c:pt>
                <c:pt idx="12360">
                  <c:v>0.996498173</c:v>
                </c:pt>
                <c:pt idx="12361">
                  <c:v>0.996498173</c:v>
                </c:pt>
                <c:pt idx="12362">
                  <c:v>0.996498173</c:v>
                </c:pt>
                <c:pt idx="12363">
                  <c:v>0.996498173</c:v>
                </c:pt>
                <c:pt idx="12364">
                  <c:v>0.996498173</c:v>
                </c:pt>
                <c:pt idx="12365">
                  <c:v>0.996498173</c:v>
                </c:pt>
                <c:pt idx="12366">
                  <c:v>0.9965743</c:v>
                </c:pt>
                <c:pt idx="12367">
                  <c:v>0.9965743</c:v>
                </c:pt>
                <c:pt idx="12368">
                  <c:v>0.9965743</c:v>
                </c:pt>
                <c:pt idx="12369">
                  <c:v>0.9965743</c:v>
                </c:pt>
                <c:pt idx="12370">
                  <c:v>0.996650426</c:v>
                </c:pt>
                <c:pt idx="12371">
                  <c:v>0.996650426</c:v>
                </c:pt>
                <c:pt idx="12372">
                  <c:v>0.996726553</c:v>
                </c:pt>
                <c:pt idx="12373">
                  <c:v>0.996726553</c:v>
                </c:pt>
                <c:pt idx="12374">
                  <c:v>0.996726553</c:v>
                </c:pt>
                <c:pt idx="12375">
                  <c:v>0.996726553</c:v>
                </c:pt>
                <c:pt idx="12376">
                  <c:v>0.996726553</c:v>
                </c:pt>
                <c:pt idx="12377">
                  <c:v>0.996726553</c:v>
                </c:pt>
                <c:pt idx="12378">
                  <c:v>0.996726553</c:v>
                </c:pt>
                <c:pt idx="12379">
                  <c:v>0.996726553</c:v>
                </c:pt>
                <c:pt idx="12380">
                  <c:v>0.99680268</c:v>
                </c:pt>
                <c:pt idx="12381">
                  <c:v>0.99680268</c:v>
                </c:pt>
                <c:pt idx="12382">
                  <c:v>0.99680268</c:v>
                </c:pt>
                <c:pt idx="12383">
                  <c:v>0.99680268</c:v>
                </c:pt>
                <c:pt idx="12384">
                  <c:v>0.996878806</c:v>
                </c:pt>
                <c:pt idx="12385">
                  <c:v>0.996878806</c:v>
                </c:pt>
                <c:pt idx="12386">
                  <c:v>0.996878806</c:v>
                </c:pt>
                <c:pt idx="12387">
                  <c:v>0.996878806</c:v>
                </c:pt>
                <c:pt idx="12388">
                  <c:v>0.996878806</c:v>
                </c:pt>
                <c:pt idx="12389">
                  <c:v>0.996878806</c:v>
                </c:pt>
                <c:pt idx="12390">
                  <c:v>0.996878806</c:v>
                </c:pt>
                <c:pt idx="12391">
                  <c:v>0.996878806</c:v>
                </c:pt>
                <c:pt idx="12392">
                  <c:v>0.996878806</c:v>
                </c:pt>
                <c:pt idx="12393">
                  <c:v>0.996878806</c:v>
                </c:pt>
                <c:pt idx="12394">
                  <c:v>0.996878806</c:v>
                </c:pt>
                <c:pt idx="12395">
                  <c:v>0.996878806</c:v>
                </c:pt>
                <c:pt idx="12396">
                  <c:v>0.996878806</c:v>
                </c:pt>
                <c:pt idx="12397">
                  <c:v>0.996954933</c:v>
                </c:pt>
                <c:pt idx="12398">
                  <c:v>0.996954933</c:v>
                </c:pt>
                <c:pt idx="12399">
                  <c:v>0.996954933</c:v>
                </c:pt>
                <c:pt idx="12400">
                  <c:v>0.996954933</c:v>
                </c:pt>
                <c:pt idx="12401">
                  <c:v>0.996954933</c:v>
                </c:pt>
                <c:pt idx="12402">
                  <c:v>0.996954933</c:v>
                </c:pt>
                <c:pt idx="12403">
                  <c:v>0.996954933</c:v>
                </c:pt>
                <c:pt idx="12404">
                  <c:v>0.996954933</c:v>
                </c:pt>
                <c:pt idx="12405">
                  <c:v>0.996954933</c:v>
                </c:pt>
                <c:pt idx="12406">
                  <c:v>0.996954933</c:v>
                </c:pt>
                <c:pt idx="12407">
                  <c:v>0.996954933</c:v>
                </c:pt>
                <c:pt idx="12408">
                  <c:v>0.996954933</c:v>
                </c:pt>
                <c:pt idx="12409">
                  <c:v>0.996954933</c:v>
                </c:pt>
                <c:pt idx="12410">
                  <c:v>0.996954933</c:v>
                </c:pt>
                <c:pt idx="12411">
                  <c:v>0.996954933</c:v>
                </c:pt>
                <c:pt idx="12412">
                  <c:v>0.997107186</c:v>
                </c:pt>
                <c:pt idx="12413">
                  <c:v>0.997107186</c:v>
                </c:pt>
                <c:pt idx="12414">
                  <c:v>0.997107186</c:v>
                </c:pt>
                <c:pt idx="12415">
                  <c:v>0.997183313</c:v>
                </c:pt>
                <c:pt idx="12416">
                  <c:v>0.997183313</c:v>
                </c:pt>
                <c:pt idx="12417">
                  <c:v>0.997183313</c:v>
                </c:pt>
                <c:pt idx="12418">
                  <c:v>0.997183313</c:v>
                </c:pt>
                <c:pt idx="12419">
                  <c:v>0.99725944</c:v>
                </c:pt>
                <c:pt idx="12420">
                  <c:v>0.99725944</c:v>
                </c:pt>
                <c:pt idx="12421">
                  <c:v>0.99725944</c:v>
                </c:pt>
                <c:pt idx="12422">
                  <c:v>0.99725944</c:v>
                </c:pt>
                <c:pt idx="12423">
                  <c:v>0.997335566</c:v>
                </c:pt>
                <c:pt idx="12424">
                  <c:v>0.997335566</c:v>
                </c:pt>
                <c:pt idx="12425">
                  <c:v>0.997411693</c:v>
                </c:pt>
                <c:pt idx="12426">
                  <c:v>0.997411693</c:v>
                </c:pt>
                <c:pt idx="12427">
                  <c:v>0.997411693</c:v>
                </c:pt>
                <c:pt idx="12428">
                  <c:v>0.997411693</c:v>
                </c:pt>
                <c:pt idx="12429">
                  <c:v>0.997411693</c:v>
                </c:pt>
                <c:pt idx="12430">
                  <c:v>0.997411693</c:v>
                </c:pt>
                <c:pt idx="12431">
                  <c:v>0.99748782</c:v>
                </c:pt>
                <c:pt idx="12432">
                  <c:v>0.99748782</c:v>
                </c:pt>
                <c:pt idx="12433">
                  <c:v>0.99748782</c:v>
                </c:pt>
                <c:pt idx="12434">
                  <c:v>0.99748782</c:v>
                </c:pt>
                <c:pt idx="12435">
                  <c:v>0.99748782</c:v>
                </c:pt>
                <c:pt idx="12436">
                  <c:v>0.99748782</c:v>
                </c:pt>
                <c:pt idx="12437">
                  <c:v>0.99748782</c:v>
                </c:pt>
                <c:pt idx="12438">
                  <c:v>0.99748782</c:v>
                </c:pt>
                <c:pt idx="12439">
                  <c:v>0.99748782</c:v>
                </c:pt>
                <c:pt idx="12440">
                  <c:v>0.99748782</c:v>
                </c:pt>
                <c:pt idx="12441">
                  <c:v>0.997563946</c:v>
                </c:pt>
                <c:pt idx="12442">
                  <c:v>0.997563946</c:v>
                </c:pt>
                <c:pt idx="12443">
                  <c:v>0.997563946</c:v>
                </c:pt>
                <c:pt idx="12444">
                  <c:v>0.997563946</c:v>
                </c:pt>
                <c:pt idx="12445">
                  <c:v>0.997563946</c:v>
                </c:pt>
                <c:pt idx="12446">
                  <c:v>0.997563946</c:v>
                </c:pt>
                <c:pt idx="12447">
                  <c:v>0.997563946</c:v>
                </c:pt>
                <c:pt idx="12448">
                  <c:v>0.997563946</c:v>
                </c:pt>
                <c:pt idx="12449">
                  <c:v>0.997640073</c:v>
                </c:pt>
                <c:pt idx="12450">
                  <c:v>0.997640073</c:v>
                </c:pt>
                <c:pt idx="12451">
                  <c:v>0.9977162</c:v>
                </c:pt>
                <c:pt idx="12452">
                  <c:v>0.9977162</c:v>
                </c:pt>
                <c:pt idx="12453">
                  <c:v>0.9977162</c:v>
                </c:pt>
                <c:pt idx="12454">
                  <c:v>0.9977162</c:v>
                </c:pt>
                <c:pt idx="12455">
                  <c:v>0.9977162</c:v>
                </c:pt>
                <c:pt idx="12456">
                  <c:v>0.9977162</c:v>
                </c:pt>
                <c:pt idx="12457">
                  <c:v>0.9977162</c:v>
                </c:pt>
                <c:pt idx="12458">
                  <c:v>0.9977162</c:v>
                </c:pt>
                <c:pt idx="12459">
                  <c:v>0.9977162</c:v>
                </c:pt>
                <c:pt idx="12460">
                  <c:v>0.9977162</c:v>
                </c:pt>
                <c:pt idx="12461">
                  <c:v>0.997792326</c:v>
                </c:pt>
                <c:pt idx="12462">
                  <c:v>0.997792326</c:v>
                </c:pt>
                <c:pt idx="12463">
                  <c:v>0.997792326</c:v>
                </c:pt>
                <c:pt idx="12464">
                  <c:v>0.997792326</c:v>
                </c:pt>
                <c:pt idx="12465">
                  <c:v>0.997792326</c:v>
                </c:pt>
                <c:pt idx="12466">
                  <c:v>0.997868453</c:v>
                </c:pt>
                <c:pt idx="12467">
                  <c:v>0.997868453</c:v>
                </c:pt>
                <c:pt idx="12468">
                  <c:v>0.997868453</c:v>
                </c:pt>
                <c:pt idx="12469">
                  <c:v>0.997868453</c:v>
                </c:pt>
                <c:pt idx="12470">
                  <c:v>0.99794458</c:v>
                </c:pt>
                <c:pt idx="12471">
                  <c:v>0.99794458</c:v>
                </c:pt>
                <c:pt idx="12472">
                  <c:v>0.998020706</c:v>
                </c:pt>
                <c:pt idx="12473">
                  <c:v>0.998020706</c:v>
                </c:pt>
                <c:pt idx="12474">
                  <c:v>0.998096833</c:v>
                </c:pt>
                <c:pt idx="12475">
                  <c:v>0.998096833</c:v>
                </c:pt>
                <c:pt idx="12476">
                  <c:v>0.998096833</c:v>
                </c:pt>
                <c:pt idx="12477">
                  <c:v>0.998096833</c:v>
                </c:pt>
                <c:pt idx="12478">
                  <c:v>0.998096833</c:v>
                </c:pt>
                <c:pt idx="12479">
                  <c:v>0.998096833</c:v>
                </c:pt>
                <c:pt idx="12480">
                  <c:v>0.99817296</c:v>
                </c:pt>
                <c:pt idx="12481">
                  <c:v>0.99817296</c:v>
                </c:pt>
                <c:pt idx="12482">
                  <c:v>0.99817296</c:v>
                </c:pt>
                <c:pt idx="12483">
                  <c:v>0.99817296</c:v>
                </c:pt>
                <c:pt idx="12484">
                  <c:v>0.99817296</c:v>
                </c:pt>
                <c:pt idx="12485">
                  <c:v>0.99817296</c:v>
                </c:pt>
                <c:pt idx="12486">
                  <c:v>0.99817296</c:v>
                </c:pt>
                <c:pt idx="12487">
                  <c:v>0.99817296</c:v>
                </c:pt>
                <c:pt idx="12488">
                  <c:v>0.99817296</c:v>
                </c:pt>
                <c:pt idx="12489">
                  <c:v>0.99817296</c:v>
                </c:pt>
                <c:pt idx="12490">
                  <c:v>0.998249086</c:v>
                </c:pt>
                <c:pt idx="12491">
                  <c:v>0.998249086</c:v>
                </c:pt>
                <c:pt idx="12492">
                  <c:v>0.99840134</c:v>
                </c:pt>
                <c:pt idx="12493">
                  <c:v>0.99840134</c:v>
                </c:pt>
                <c:pt idx="12494">
                  <c:v>0.99840134</c:v>
                </c:pt>
                <c:pt idx="12495">
                  <c:v>0.99840134</c:v>
                </c:pt>
                <c:pt idx="12496">
                  <c:v>0.998477467</c:v>
                </c:pt>
                <c:pt idx="12497">
                  <c:v>0.99862972</c:v>
                </c:pt>
                <c:pt idx="12498">
                  <c:v>0.99862972</c:v>
                </c:pt>
                <c:pt idx="12499">
                  <c:v>0.99862972</c:v>
                </c:pt>
                <c:pt idx="12500">
                  <c:v>0.99862972</c:v>
                </c:pt>
                <c:pt idx="12501">
                  <c:v>0.99862972</c:v>
                </c:pt>
                <c:pt idx="12502">
                  <c:v>0.99862972</c:v>
                </c:pt>
                <c:pt idx="12503">
                  <c:v>0.99862972</c:v>
                </c:pt>
                <c:pt idx="12504">
                  <c:v>0.99862972</c:v>
                </c:pt>
                <c:pt idx="12505">
                  <c:v>0.99862972</c:v>
                </c:pt>
                <c:pt idx="12506">
                  <c:v>0.99862972</c:v>
                </c:pt>
                <c:pt idx="12507">
                  <c:v>0.99862972</c:v>
                </c:pt>
                <c:pt idx="12508">
                  <c:v>0.99862972</c:v>
                </c:pt>
                <c:pt idx="12509">
                  <c:v>0.99862972</c:v>
                </c:pt>
                <c:pt idx="12510">
                  <c:v>0.99862972</c:v>
                </c:pt>
                <c:pt idx="12511">
                  <c:v>0.99862972</c:v>
                </c:pt>
                <c:pt idx="12512">
                  <c:v>0.99862972</c:v>
                </c:pt>
                <c:pt idx="12513">
                  <c:v>0.99862972</c:v>
                </c:pt>
                <c:pt idx="12514">
                  <c:v>0.99862972</c:v>
                </c:pt>
                <c:pt idx="12515">
                  <c:v>0.99862972</c:v>
                </c:pt>
                <c:pt idx="12516">
                  <c:v>0.99862972</c:v>
                </c:pt>
                <c:pt idx="12517">
                  <c:v>0.99862972</c:v>
                </c:pt>
                <c:pt idx="12518">
                  <c:v>0.99862972</c:v>
                </c:pt>
                <c:pt idx="12519">
                  <c:v>0.998781973</c:v>
                </c:pt>
                <c:pt idx="12520">
                  <c:v>0.998781973</c:v>
                </c:pt>
                <c:pt idx="12521">
                  <c:v>0.998781973</c:v>
                </c:pt>
                <c:pt idx="12522">
                  <c:v>0.998781973</c:v>
                </c:pt>
                <c:pt idx="12523">
                  <c:v>0.998781973</c:v>
                </c:pt>
                <c:pt idx="12524">
                  <c:v>0.998781973</c:v>
                </c:pt>
                <c:pt idx="12525">
                  <c:v>0.998781973</c:v>
                </c:pt>
                <c:pt idx="12526">
                  <c:v>0.998781973</c:v>
                </c:pt>
                <c:pt idx="12527">
                  <c:v>0.998781973</c:v>
                </c:pt>
                <c:pt idx="12528">
                  <c:v>0.998781973</c:v>
                </c:pt>
                <c:pt idx="12529">
                  <c:v>0.998781973</c:v>
                </c:pt>
                <c:pt idx="12530">
                  <c:v>0.9988581</c:v>
                </c:pt>
                <c:pt idx="12531">
                  <c:v>0.9988581</c:v>
                </c:pt>
                <c:pt idx="12532">
                  <c:v>0.9988581</c:v>
                </c:pt>
                <c:pt idx="12533">
                  <c:v>0.9988581</c:v>
                </c:pt>
                <c:pt idx="12534">
                  <c:v>0.9988581</c:v>
                </c:pt>
                <c:pt idx="12535">
                  <c:v>0.9988581</c:v>
                </c:pt>
                <c:pt idx="12536">
                  <c:v>0.9988581</c:v>
                </c:pt>
                <c:pt idx="12537">
                  <c:v>0.9988581</c:v>
                </c:pt>
                <c:pt idx="12538">
                  <c:v>0.9988581</c:v>
                </c:pt>
                <c:pt idx="12539">
                  <c:v>0.998934227</c:v>
                </c:pt>
                <c:pt idx="12540">
                  <c:v>0.998934227</c:v>
                </c:pt>
                <c:pt idx="12541">
                  <c:v>0.998934227</c:v>
                </c:pt>
                <c:pt idx="12542">
                  <c:v>0.998934227</c:v>
                </c:pt>
                <c:pt idx="12543">
                  <c:v>0.998934227</c:v>
                </c:pt>
                <c:pt idx="12544">
                  <c:v>0.998934227</c:v>
                </c:pt>
                <c:pt idx="12545">
                  <c:v>0.998934227</c:v>
                </c:pt>
                <c:pt idx="12546">
                  <c:v>0.998934227</c:v>
                </c:pt>
                <c:pt idx="12547">
                  <c:v>0.998934227</c:v>
                </c:pt>
                <c:pt idx="12548">
                  <c:v>0.998934227</c:v>
                </c:pt>
                <c:pt idx="12549">
                  <c:v>0.998934227</c:v>
                </c:pt>
                <c:pt idx="12550">
                  <c:v>0.998934227</c:v>
                </c:pt>
                <c:pt idx="12551">
                  <c:v>0.998934227</c:v>
                </c:pt>
                <c:pt idx="12552">
                  <c:v>0.998934227</c:v>
                </c:pt>
                <c:pt idx="12553">
                  <c:v>0.998934227</c:v>
                </c:pt>
                <c:pt idx="12554">
                  <c:v>0.998934227</c:v>
                </c:pt>
                <c:pt idx="12555">
                  <c:v>0.998934227</c:v>
                </c:pt>
                <c:pt idx="12556">
                  <c:v>0.998934227</c:v>
                </c:pt>
                <c:pt idx="12557">
                  <c:v>0.998934227</c:v>
                </c:pt>
                <c:pt idx="12558">
                  <c:v>0.998934227</c:v>
                </c:pt>
                <c:pt idx="12559">
                  <c:v>0.998934227</c:v>
                </c:pt>
                <c:pt idx="12560">
                  <c:v>0.998934227</c:v>
                </c:pt>
                <c:pt idx="12561">
                  <c:v>0.998934227</c:v>
                </c:pt>
                <c:pt idx="12562">
                  <c:v>0.998934227</c:v>
                </c:pt>
                <c:pt idx="12563">
                  <c:v>0.998934227</c:v>
                </c:pt>
                <c:pt idx="12564">
                  <c:v>0.998934227</c:v>
                </c:pt>
                <c:pt idx="12565">
                  <c:v>0.998934227</c:v>
                </c:pt>
                <c:pt idx="12566">
                  <c:v>0.998934227</c:v>
                </c:pt>
                <c:pt idx="12567">
                  <c:v>0.998934227</c:v>
                </c:pt>
                <c:pt idx="12568">
                  <c:v>0.999010353</c:v>
                </c:pt>
                <c:pt idx="12569">
                  <c:v>0.999010353</c:v>
                </c:pt>
                <c:pt idx="12570">
                  <c:v>0.999010353</c:v>
                </c:pt>
                <c:pt idx="12571">
                  <c:v>0.999010353</c:v>
                </c:pt>
                <c:pt idx="12572">
                  <c:v>0.999010353</c:v>
                </c:pt>
                <c:pt idx="12573">
                  <c:v>0.999010353</c:v>
                </c:pt>
                <c:pt idx="12574">
                  <c:v>0.999010353</c:v>
                </c:pt>
                <c:pt idx="12575">
                  <c:v>0.999010353</c:v>
                </c:pt>
                <c:pt idx="12576">
                  <c:v>0.999010353</c:v>
                </c:pt>
                <c:pt idx="12577">
                  <c:v>0.999010353</c:v>
                </c:pt>
                <c:pt idx="12578">
                  <c:v>0.999010353</c:v>
                </c:pt>
                <c:pt idx="12579">
                  <c:v>0.999010353</c:v>
                </c:pt>
                <c:pt idx="12580">
                  <c:v>0.999010353</c:v>
                </c:pt>
                <c:pt idx="12581">
                  <c:v>0.999010353</c:v>
                </c:pt>
                <c:pt idx="12582">
                  <c:v>0.999010353</c:v>
                </c:pt>
                <c:pt idx="12583">
                  <c:v>0.999010353</c:v>
                </c:pt>
                <c:pt idx="12584">
                  <c:v>0.999010353</c:v>
                </c:pt>
                <c:pt idx="12585">
                  <c:v>0.999010353</c:v>
                </c:pt>
                <c:pt idx="12586">
                  <c:v>0.999010353</c:v>
                </c:pt>
                <c:pt idx="12587">
                  <c:v>0.999010353</c:v>
                </c:pt>
                <c:pt idx="12588">
                  <c:v>0.99908648</c:v>
                </c:pt>
                <c:pt idx="12589">
                  <c:v>0.99908648</c:v>
                </c:pt>
                <c:pt idx="12590">
                  <c:v>0.999162607</c:v>
                </c:pt>
                <c:pt idx="12591">
                  <c:v>0.999162607</c:v>
                </c:pt>
                <c:pt idx="12592">
                  <c:v>0.999162607</c:v>
                </c:pt>
                <c:pt idx="12593">
                  <c:v>0.999162607</c:v>
                </c:pt>
                <c:pt idx="12594">
                  <c:v>0.999162607</c:v>
                </c:pt>
                <c:pt idx="12595">
                  <c:v>0.999162607</c:v>
                </c:pt>
                <c:pt idx="12596">
                  <c:v>0.999162607</c:v>
                </c:pt>
                <c:pt idx="12597">
                  <c:v>0.999162607</c:v>
                </c:pt>
                <c:pt idx="12598">
                  <c:v>0.999162607</c:v>
                </c:pt>
                <c:pt idx="12599">
                  <c:v>0.999238733</c:v>
                </c:pt>
                <c:pt idx="12600">
                  <c:v>0.999238733</c:v>
                </c:pt>
                <c:pt idx="12601">
                  <c:v>0.999238733</c:v>
                </c:pt>
                <c:pt idx="12602">
                  <c:v>0.999238733</c:v>
                </c:pt>
                <c:pt idx="12603">
                  <c:v>0.999238733</c:v>
                </c:pt>
                <c:pt idx="12604">
                  <c:v>0.999238733</c:v>
                </c:pt>
                <c:pt idx="12605">
                  <c:v>0.999238733</c:v>
                </c:pt>
                <c:pt idx="12606">
                  <c:v>0.999238733</c:v>
                </c:pt>
                <c:pt idx="12607">
                  <c:v>0.999238733</c:v>
                </c:pt>
                <c:pt idx="12608">
                  <c:v>0.999238733</c:v>
                </c:pt>
                <c:pt idx="12609">
                  <c:v>0.999238733</c:v>
                </c:pt>
                <c:pt idx="12610">
                  <c:v>0.999238733</c:v>
                </c:pt>
                <c:pt idx="12611">
                  <c:v>0.999238733</c:v>
                </c:pt>
                <c:pt idx="12612">
                  <c:v>0.999238733</c:v>
                </c:pt>
                <c:pt idx="12613">
                  <c:v>0.999238733</c:v>
                </c:pt>
                <c:pt idx="12614">
                  <c:v>0.999238733</c:v>
                </c:pt>
                <c:pt idx="12615">
                  <c:v>0.999238733</c:v>
                </c:pt>
                <c:pt idx="12616">
                  <c:v>0.999238733</c:v>
                </c:pt>
                <c:pt idx="12617">
                  <c:v>0.999238733</c:v>
                </c:pt>
                <c:pt idx="12618">
                  <c:v>0.999238733</c:v>
                </c:pt>
                <c:pt idx="12619">
                  <c:v>0.999238733</c:v>
                </c:pt>
                <c:pt idx="12620">
                  <c:v>0.999238733</c:v>
                </c:pt>
                <c:pt idx="12621">
                  <c:v>0.999238733</c:v>
                </c:pt>
                <c:pt idx="12622">
                  <c:v>0.99931486</c:v>
                </c:pt>
                <c:pt idx="12623">
                  <c:v>0.99931486</c:v>
                </c:pt>
                <c:pt idx="12624">
                  <c:v>0.99931486</c:v>
                </c:pt>
                <c:pt idx="12625">
                  <c:v>0.99931486</c:v>
                </c:pt>
                <c:pt idx="12626">
                  <c:v>0.99931486</c:v>
                </c:pt>
                <c:pt idx="12627">
                  <c:v>0.99931486</c:v>
                </c:pt>
                <c:pt idx="12628">
                  <c:v>0.99931486</c:v>
                </c:pt>
                <c:pt idx="12629">
                  <c:v>0.99931486</c:v>
                </c:pt>
                <c:pt idx="12630">
                  <c:v>0.99931486</c:v>
                </c:pt>
                <c:pt idx="12631">
                  <c:v>0.99931486</c:v>
                </c:pt>
                <c:pt idx="12632">
                  <c:v>0.999390987</c:v>
                </c:pt>
                <c:pt idx="12633">
                  <c:v>0.999390987</c:v>
                </c:pt>
                <c:pt idx="12634">
                  <c:v>0.999390987</c:v>
                </c:pt>
                <c:pt idx="12635">
                  <c:v>0.999390987</c:v>
                </c:pt>
                <c:pt idx="12636">
                  <c:v>0.999467113</c:v>
                </c:pt>
                <c:pt idx="12637">
                  <c:v>0.999467113</c:v>
                </c:pt>
                <c:pt idx="12638">
                  <c:v>0.99954324</c:v>
                </c:pt>
                <c:pt idx="12639">
                  <c:v>0.99954324</c:v>
                </c:pt>
                <c:pt idx="12640">
                  <c:v>0.99954324</c:v>
                </c:pt>
                <c:pt idx="12641">
                  <c:v>0.99954324</c:v>
                </c:pt>
                <c:pt idx="12642">
                  <c:v>0.99954324</c:v>
                </c:pt>
                <c:pt idx="12643">
                  <c:v>0.999619367</c:v>
                </c:pt>
                <c:pt idx="12644">
                  <c:v>0.999619367</c:v>
                </c:pt>
                <c:pt idx="12645">
                  <c:v>0.999695493</c:v>
                </c:pt>
                <c:pt idx="12646">
                  <c:v>0.999695493</c:v>
                </c:pt>
                <c:pt idx="12647">
                  <c:v>0.999695493</c:v>
                </c:pt>
                <c:pt idx="12648">
                  <c:v>0.999695493</c:v>
                </c:pt>
                <c:pt idx="12649">
                  <c:v>0.999695493</c:v>
                </c:pt>
                <c:pt idx="12650">
                  <c:v>0.999695493</c:v>
                </c:pt>
                <c:pt idx="12651">
                  <c:v>0.999695493</c:v>
                </c:pt>
                <c:pt idx="12652">
                  <c:v>0.999695493</c:v>
                </c:pt>
                <c:pt idx="12653">
                  <c:v>0.999695493</c:v>
                </c:pt>
                <c:pt idx="12654">
                  <c:v>0.999695493</c:v>
                </c:pt>
                <c:pt idx="12655">
                  <c:v>0.999695493</c:v>
                </c:pt>
                <c:pt idx="12656">
                  <c:v>0.999695493</c:v>
                </c:pt>
                <c:pt idx="12657">
                  <c:v>0.999695493</c:v>
                </c:pt>
                <c:pt idx="12658">
                  <c:v>0.999695493</c:v>
                </c:pt>
                <c:pt idx="12659">
                  <c:v>0.999695493</c:v>
                </c:pt>
                <c:pt idx="12660">
                  <c:v>0.99977162</c:v>
                </c:pt>
                <c:pt idx="12661">
                  <c:v>0.99977162</c:v>
                </c:pt>
                <c:pt idx="12662">
                  <c:v>0.99977162</c:v>
                </c:pt>
                <c:pt idx="12663">
                  <c:v>0.99977162</c:v>
                </c:pt>
                <c:pt idx="12664">
                  <c:v>0.99977162</c:v>
                </c:pt>
                <c:pt idx="12665">
                  <c:v>0.999847747</c:v>
                </c:pt>
                <c:pt idx="12666">
                  <c:v>0.999847747</c:v>
                </c:pt>
                <c:pt idx="12667">
                  <c:v>0.999847747</c:v>
                </c:pt>
                <c:pt idx="12668">
                  <c:v>0.999847747</c:v>
                </c:pt>
                <c:pt idx="12669">
                  <c:v>0.999847747</c:v>
                </c:pt>
                <c:pt idx="12670">
                  <c:v>0.999847747</c:v>
                </c:pt>
                <c:pt idx="12671">
                  <c:v>0.999847747</c:v>
                </c:pt>
                <c:pt idx="12672">
                  <c:v>0.999847747</c:v>
                </c:pt>
                <c:pt idx="12673">
                  <c:v>0.999847747</c:v>
                </c:pt>
                <c:pt idx="12674">
                  <c:v>0.999847747</c:v>
                </c:pt>
                <c:pt idx="12675">
                  <c:v>0.999847747</c:v>
                </c:pt>
                <c:pt idx="12676">
                  <c:v>0.999847747</c:v>
                </c:pt>
                <c:pt idx="12677">
                  <c:v>0.999847747</c:v>
                </c:pt>
                <c:pt idx="12678">
                  <c:v>0.999847747</c:v>
                </c:pt>
                <c:pt idx="12679">
                  <c:v>0.999847747</c:v>
                </c:pt>
                <c:pt idx="12680">
                  <c:v>0.999847747</c:v>
                </c:pt>
                <c:pt idx="12681">
                  <c:v>0.999847747</c:v>
                </c:pt>
                <c:pt idx="12682">
                  <c:v>0.999847747</c:v>
                </c:pt>
                <c:pt idx="12683">
                  <c:v>0.999847747</c:v>
                </c:pt>
                <c:pt idx="12684">
                  <c:v>0.999847747</c:v>
                </c:pt>
                <c:pt idx="12685">
                  <c:v>0.999923873</c:v>
                </c:pt>
                <c:pt idx="12686">
                  <c:v>0.999923873</c:v>
                </c:pt>
                <c:pt idx="12687">
                  <c:v>0.999923873</c:v>
                </c:pt>
                <c:pt idx="12688">
                  <c:v>0.999923873</c:v>
                </c:pt>
                <c:pt idx="12689">
                  <c:v>0.999923873</c:v>
                </c:pt>
                <c:pt idx="12690">
                  <c:v>0.999923873</c:v>
                </c:pt>
                <c:pt idx="12691">
                  <c:v>0.999923873</c:v>
                </c:pt>
                <c:pt idx="12692">
                  <c:v>0.999923873</c:v>
                </c:pt>
                <c:pt idx="12693">
                  <c:v>0.999923873</c:v>
                </c:pt>
                <c:pt idx="12694">
                  <c:v>0.999923873</c:v>
                </c:pt>
                <c:pt idx="12695">
                  <c:v>0.999923873</c:v>
                </c:pt>
                <c:pt idx="12696">
                  <c:v>0.999923873</c:v>
                </c:pt>
                <c:pt idx="12697">
                  <c:v>1</c:v>
                </c:pt>
                <c:pt idx="12698">
                  <c:v>1</c:v>
                </c:pt>
                <c:pt idx="12699">
                  <c:v>1</c:v>
                </c:pt>
                <c:pt idx="12700">
                  <c:v>1</c:v>
                </c:pt>
                <c:pt idx="12701">
                  <c:v>1</c:v>
                </c:pt>
                <c:pt idx="12702">
                  <c:v>1</c:v>
                </c:pt>
                <c:pt idx="12703">
                  <c:v>1</c:v>
                </c:pt>
                <c:pt idx="12704">
                  <c:v>1</c:v>
                </c:pt>
                <c:pt idx="12705">
                  <c:v>1</c:v>
                </c:pt>
                <c:pt idx="12706">
                  <c:v>1</c:v>
                </c:pt>
                <c:pt idx="12707">
                  <c:v>1</c:v>
                </c:pt>
                <c:pt idx="12708">
                  <c:v>1</c:v>
                </c:pt>
                <c:pt idx="12709">
                  <c:v>1</c:v>
                </c:pt>
                <c:pt idx="12710">
                  <c:v>1</c:v>
                </c:pt>
                <c:pt idx="12711">
                  <c:v>1</c:v>
                </c:pt>
                <c:pt idx="12712">
                  <c:v>1</c:v>
                </c:pt>
                <c:pt idx="12713">
                  <c:v>1</c:v>
                </c:pt>
                <c:pt idx="12714">
                  <c:v>1</c:v>
                </c:pt>
                <c:pt idx="12715">
                  <c:v>1</c:v>
                </c:pt>
                <c:pt idx="12716">
                  <c:v>1</c:v>
                </c:pt>
                <c:pt idx="12717">
                  <c:v>1</c:v>
                </c:pt>
                <c:pt idx="12718">
                  <c:v>1</c:v>
                </c:pt>
                <c:pt idx="12719">
                  <c:v>1</c:v>
                </c:pt>
                <c:pt idx="12720">
                  <c:v>1</c:v>
                </c:pt>
                <c:pt idx="12721">
                  <c:v>1</c:v>
                </c:pt>
                <c:pt idx="12722">
                  <c:v>1</c:v>
                </c:pt>
                <c:pt idx="12723">
                  <c:v>1</c:v>
                </c:pt>
                <c:pt idx="12724">
                  <c:v>1</c:v>
                </c:pt>
                <c:pt idx="12725">
                  <c:v>1</c:v>
                </c:pt>
                <c:pt idx="12726">
                  <c:v>1</c:v>
                </c:pt>
              </c:numCache>
            </c:numRef>
          </c:yVal>
        </c:ser>
        <c:ser>
          <c:idx val="1"/>
          <c:order val="1"/>
          <c:tx>
            <c:v>Referencia aleatoria</c:v>
          </c:tx>
          <c:spPr>
            <a:ln xmlns:a="http://schemas.openxmlformats.org/drawingml/2006/main" w="9525">
              <a:solidFill>
                <a:srgbClr val="627482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0.0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Recall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Tasa de falsos positivos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7FA64-B50C-4F3F-87F9-D6DCFB12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Predicción de cancelaciones hoteleras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BE1C2-DDAE-46CE-8700-6331BBA5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Notebook autónomo v3, ejecución 26/10/2026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4D4DF-F306-440B-AB7A-92CADDB8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C314F-AD8B-41E5-8D48-2E7FB309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Evolve Academy · Máster en Data Science &amp; 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79C0C-BE1F-4EBE-8086-FDDD33AE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3746"/>
                </a:solidFill>
                <a:latin typeface="Arial"/>
                <a:ea typeface="Arial"/>
                <a:cs typeface="Arial"/>
              </a:rPr>
              <a:t>Riesgo de cancelación y planificación de la demanda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9981C-B5F0-43C3-9331-737C267A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Objetivos: comparar modelos, explicar la logística y estudiar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una capacidad mensual de revisión del 20%.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A9CA8-8011-4430-8B20-C2D2DE1E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Evaluación retrospectiva por llegada. Sin beneficio económico acreditado.</a:t>
            </a:r>
          </a:p>
        </p:txBody>
      </p:sp>
    </p:spTree>
    <p:extLst>
      <p:ext uri="{BB962C8B-B14F-4D97-AF65-F5344CB8AC3E}">
        <p14:creationId xmlns:p14="http://schemas.microsoft.com/office/powerpoint/2010/main" val="21396341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3215E-BA0C-407D-BEC2-1039C354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Dataset y trazabilidad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4286C-64EB-48EA-9294-2A7EDA78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CSV original; António et al. (2019), DOI 10.1016/j.dib.2018.11.126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47673-C241-49F7-8D53-CB0F7DF8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2 / 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A4A91-BB58-4446-AB2E-D3CCFDCE01C2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6111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Archivo completo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Valor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Reservas / variables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119.390 / 32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City / Resort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79.330 / 40.060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Canceladas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44.224 (37,04%)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Duplicados adicionales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31.994, conservados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Llegadas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Julio 2015 a agosto 2017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A14A0-8A57-4964-A269-76CB3A91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CSV original: 230 ADR difieren del Excel por conversión a fechas.</a:t>
            </a:r>
          </a:p>
        </p:txBody>
      </p:sp>
    </p:spTree>
    <p:extLst>
      <p:ext uri="{BB962C8B-B14F-4D97-AF65-F5344CB8AC3E}">
        <p14:creationId xmlns:p14="http://schemas.microsoft.com/office/powerpoint/2010/main" val="17822861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F9176-1C53-46C0-96E0-D4B895B8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Hotel, calendario y planificación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2927C-4708-4E87-831C-DDF48D87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Notebook autónomo v3, ejecución 26/10/2026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539C9-365E-4944-BA28-86BA8AE8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3 / 16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7B46764-6F68-45ED-8E2A-B92A3546E1FC}"/>
              </a:ext>
            </a:extLst>
          </p:cNvPr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5429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dc96ab505349f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49039-E301-43E3-BB0A-6A14C9D8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8101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Mes mínimo: 2015-11</a:t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20,77% de cancelación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Mes máximo: 2015-07</a:t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45,35%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DD548-A887-4E1D-94FC-8B318759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Acción: ajustar carga de revisión por hotel y cohorte.</a:t>
            </a:r>
          </a:p>
          <a:p xmlns:a="http://schemas.openxmlformats.org/drawingml/2006/main">
            <a:pPr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Cobertura desigual entre años; estacionalidad no acreditada.</a:t>
            </a:r>
          </a:p>
        </p:txBody>
      </p:sp>
    </p:spTree>
    <p:extLst>
      <p:ext uri="{BB962C8B-B14F-4D97-AF65-F5344CB8AC3E}">
        <p14:creationId xmlns:p14="http://schemas.microsoft.com/office/powerpoint/2010/main" val="7258499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65642-1C56-4BA6-813C-465FB464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Antelación, canal y tarifa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131A1-1C25-40A1-93C5-70EEFE87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Notebook autónomo v3, ejecución 26/10/2026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89BEC-412C-4CB7-BC9B-E87B8C4C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4 / 16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BDAB190-544E-48F6-816B-1CF7BA615362}"/>
              </a:ext>
            </a:extLst>
          </p:cNvPr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9a467fe2584af4"/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2BC94-7F21-4BB8-B0F0-75E2B055E093}"/>
              </a:ext>
            </a:extLst>
          </p:cNvPr>
          <p:cNvGraphicFramePr/>
          <p:nvPr/>
        </p:nvGraphicFramePr>
        <p:xfrm>
          <a:off xmlns:a="http://schemas.openxmlformats.org/drawingml/2006/main" x="7524750" y="1666875"/>
          <a:ext xmlns:a="http://schemas.openxmlformats.org/drawingml/2006/main" cx="40005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000250"/>
              </a:tblGrid>
              <a:tr h="67865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Indicador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Valor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Canal TA/TO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41,03%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ADR no cancelada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99.99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ADR cancelada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104.96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E2732-3348-4202-A78E-685E6E65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Acción: probar recordatorios, coordinar agencias y revisar exposición tarifaria.</a:t>
            </a:r>
          </a:p>
        </p:txBody>
      </p:sp>
    </p:spTree>
    <p:extLst>
      <p:ext uri="{BB962C8B-B14F-4D97-AF65-F5344CB8AC3E}">
        <p14:creationId xmlns:p14="http://schemas.microsoft.com/office/powerpoint/2010/main" val="19004565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8CD90-5B31-404A-A4E5-41E99A5D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Preparación y prevención de leakage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E2F70-8895-4124-BDFC-4F72A499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Notebook autónomo v3, ejecución 26/10/2026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61475-2ED1-4243-AAF5-58EE7C11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5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8006F-7048-47A8-B163-844C636E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119.390 reservas conservadas; 14 predictores y 192 columnas transformadas.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B61D1-E957-45B9-8131-DEEC0CC1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total_nights resume inventario previsto; children_missing identifica desconocidos.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7FA51-E2E2-47F6-AD26-1BBA124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Imputación y one-hot por train; escalado solo en logística.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A0AB3-7C68-4BA7-B62B-C205D254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Estado y fecha finales fuera de X. Disponibilidad inicial bajo supuesto.</a:t>
            </a:r>
          </a:p>
        </p:txBody>
      </p:sp>
    </p:spTree>
    <p:extLst>
      <p:ext uri="{BB962C8B-B14F-4D97-AF65-F5344CB8AC3E}">
        <p14:creationId xmlns:p14="http://schemas.microsoft.com/office/powerpoint/2010/main" val="19381934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6B107-C06B-4648-B381-B3EC96B7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Protocolo temporal 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896D9-8444-4E62-8B3C-2D518D0A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Notebook autónomo v3, ejecución 26/10/2026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7D176-5613-4B77-8000-D56FD1E1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6 / 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FCC3A-9AEC-4208-BAF9-8997E55A72B6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858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603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Bloque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Llegadas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Reservas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Jul 2015–jun 2016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49.157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Embargo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Jul–ago 2016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9.635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Validación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Sep–dic 2016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19.911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Embargo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Ene–feb 2017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7.858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Mar–ago 2017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32.829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ED4CB-E4A6-420E-9455-BC96193E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Sin grupos de duplicados exactos cruzando particiones.</a:t>
            </a:r>
          </a:p>
          <a:p xmlns:a="http://schemas.openxmlformats.org/drawingml/2006/main">
            <a: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Seguimiento aproximado; no acredita validación prospectiva.</a:t>
            </a:r>
          </a:p>
        </p:txBody>
      </p:sp>
    </p:spTree>
    <p:extLst>
      <p:ext uri="{BB962C8B-B14F-4D97-AF65-F5344CB8AC3E}">
        <p14:creationId xmlns:p14="http://schemas.microsoft.com/office/powerpoint/2010/main" val="1324531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F1282-619C-435D-8ACA-AAF58CCD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Comparación en validación 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41A7D-FDB9-46BB-AF5E-B15930B4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Notebook autónomo v3, ejecución 26/10/2026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5927B-3695-4675-AB0D-BF769DF3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7 / 16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3C4427C-60C0-4BAD-A3DE-50716A406B13}"/>
              </a:ext>
            </a:extLst>
          </p:cNvPr>
          <p:cNvGraphicFramePr/>
          <p:nvPr/>
        </p:nvGraphicFramePr>
        <p:xfrm>
          <a:off xmlns:a="http://schemas.openxmlformats.org/drawingml/2006/main" x="857250" y="1476375"/>
          <a:ext xmlns:a="http://schemas.openxmlformats.org/drawingml/2006/main" cx="1047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1da5d7508a4e6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3B4E8-899A-423F-8D76-6905787F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XGBoost discrimina mejor; la selección histórica consideró</a:t>
            </a:r>
          </a:p>
          <a:p xmlns:a="http://schemas.openxmlformats.org/drawingml/2006/main">
            <a:pPr>
              <a:defRPr sz="21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el rendimiento al mismo presupuesto de seguimiento.</a:t>
            </a:r>
          </a:p>
        </p:txBody>
      </p:sp>
    </p:spTree>
    <p:extLst>
      <p:ext uri="{BB962C8B-B14F-4D97-AF65-F5344CB8AC3E}">
        <p14:creationId xmlns:p14="http://schemas.microsoft.com/office/powerpoint/2010/main" val="1080293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0BF1A-11A9-447E-A0BD-A55D3139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Optimización complementaria en train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FB8DA-BE1A-4421-81CE-206A477E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Notebook autónomo v3, ejecución 26/10/2026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4217A-6A3D-463C-96B1-53AE9A5C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8 / 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916F0-E3A1-4EC6-89EF-EE41A8BEA85D}"/>
              </a:ext>
            </a:extLst>
          </p:cNvPr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108585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AP sin pesos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AP balanced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0,1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0.762383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0.759707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0.762432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0.759073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0.761195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0.757911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43B1B-4386-4D3D-AD75-333BABE4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8880"/>
                </a:solidFill>
                <a:latin typeface="Arial"/>
                <a:ea typeface="Arial"/>
                <a:cs typeface="Arial"/>
              </a:rPr>
              <a:t>Mejor AP interna: C=1, sin pesos (0,762432).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9A19F-F2CC-405A-9F41-B1EFF841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Coincide con la configuración histórica. No reemplaza el modelo</a:t>
            </a:r>
          </a:p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ni constituye una evaluación nueva de candidatos sobre test.</a:t>
            </a:r>
          </a:p>
        </p:txBody>
      </p:sp>
    </p:spTree>
    <p:extLst>
      <p:ext uri="{BB962C8B-B14F-4D97-AF65-F5344CB8AC3E}">
        <p14:creationId xmlns:p14="http://schemas.microsoft.com/office/powerpoint/2010/main" val="881129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CD2C3-B1D4-4A0F-9B2F-BEE6495C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Modelo histórico y política mensual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E0E66-24F9-47A9-B6D4-1CF7A58D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Notebook autónomo v3, ejecución 26/10/2026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31702-FE50-489E-93CD-E7F1E31B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9 / 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08CF6-0BFC-47C9-A94F-074A9227434E}"/>
              </a:ext>
            </a:extLst>
          </p:cNvPr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8585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746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Validación v3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Logística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3.407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85,60%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45,01%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3.375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84,80%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44,58%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059D2-889C-4D02-828D-C6C81BA2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8880"/>
                </a:solidFill>
                <a:latin typeface="Arial"/>
                <a:ea typeface="Arial"/>
                <a:cs typeface="Arial"/>
              </a:rPr>
              <a:t>k = floor(0,20 × reservas del mes)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64595-8EC0-4314-BE53-4CC9E6D8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Ambos hoteles comparten cuota. Score descendente y desempate SHA256/ID.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Capacidad hipotética; requiere lote mensual completo.</a:t>
            </a:r>
          </a:p>
        </p:txBody>
      </p:sp>
    </p:spTree>
    <p:extLst>
      <p:ext uri="{BB962C8B-B14F-4D97-AF65-F5344CB8AC3E}">
        <p14:creationId xmlns:p14="http://schemas.microsoft.com/office/powerpoint/2010/main" val="18965712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F1E33-F9FE-48DD-B155-62186F79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Test: reconstrucción y referencia histórica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0868A-7A06-46F2-BD05-D39E46EE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Notebook autónomo v3, ejecución 26/10/2026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5EF90-B25D-4E7C-BBB5-1381CBE5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F5D2D-4B56-4821-84F2-DD414C21BBE6}"/>
              </a:ext>
            </a:extLst>
          </p:cNvPr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Métrica de política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Histórico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Reconstrucción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Prioridades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6.564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6.564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5.340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5.340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81,35%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81,35%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40,65%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40,65%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0,542132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0.542132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ROC-AUC del score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0,780186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0.780186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71552-863C-4419-A690-BD0DC51F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Test: 32.829 reservas. Scores iguales; decisiones iguales.</a:t>
            </a:r>
          </a:p>
        </p:txBody>
      </p:sp>
    </p:spTree>
    <p:extLst>
      <p:ext uri="{BB962C8B-B14F-4D97-AF65-F5344CB8AC3E}">
        <p14:creationId xmlns:p14="http://schemas.microsoft.com/office/powerpoint/2010/main" val="4315875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44C27-A597-452B-845A-1D9A8C19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Curva ROC de la logística reconstruida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F30D4-6771-4155-9338-A9BEF01D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Notebook autónomo v3, ejecución 26/10/2026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3D842-BB9A-42F3-B863-4D10835D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4765C9E-D145-4011-9B7B-851753B39CB6}"/>
              </a:ext>
            </a:extLst>
          </p:cNvPr>
          <p:cNvGraphicFramePr/>
          <p:nvPr/>
        </p:nvGraphicFramePr>
        <p:xfrm>
          <a:off xmlns:a="http://schemas.openxmlformats.org/drawingml/2006/main" x="857250" y="1428750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0a9a96023d4ea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A5EDC-0CE5-45D5-BB69-BB788BAF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AUC 0,7802. AP 0,7416. No se ajustan decisiones con test.</a:t>
            </a:r>
          </a:p>
        </p:txBody>
      </p:sp>
    </p:spTree>
    <p:extLst>
      <p:ext uri="{BB962C8B-B14F-4D97-AF65-F5344CB8AC3E}">
        <p14:creationId xmlns:p14="http://schemas.microsoft.com/office/powerpoint/2010/main" val="10917602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05A69-38DA-4162-B34C-ECA53ABA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Errores, cobertura y diferencias por hotel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B28B4-C991-4F6E-8138-29625022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Notebook autónomo v3, ejecución 26/10/2026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76D75-5C20-45D5-A9DE-C4C1E020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B781A-5201-4452-B5C8-F813F727E1B9}"/>
              </a:ext>
            </a:extLst>
          </p:cNvPr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8585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Resultado real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Sin prioridad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Prioridad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No cancelada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18.469 TN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1.224 FP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Cancelada</a:t>
                      </a:r>
                    </a:p>
                  </a:txBody>
                  <a:tcPr marL="114300" marR="114300" marT="95250" marB="9525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7.796 FN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5.340 TP</a:t>
                      </a:r>
                    </a:p>
                  </a:txBody>
                  <a:tcPr marL="114300" marR="114300" marT="95250" marB="9525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A15BF-35B4-4556-89E0-7F52654B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8880"/>
                </a:solidFill>
                <a:latin typeface="Arial"/>
                <a:ea typeface="Arial"/>
                <a:cs typeface="Arial"/>
              </a:rPr>
              <a:t>City: recall 45,88%      Resort: recall 26,04%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1A0F8-8F28-4339-8C0F-365DD922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Acción: medir capacidad, falsas alertas y cancelaciones no cubiertas</a:t>
            </a:r>
          </a:p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por hotel antes de un piloto. Priorizar no demuestra evitar cancelaciones.</a:t>
            </a:r>
          </a:p>
        </p:txBody>
      </p:sp>
    </p:spTree>
    <p:extLst>
      <p:ext uri="{BB962C8B-B14F-4D97-AF65-F5344CB8AC3E}">
        <p14:creationId xmlns:p14="http://schemas.microsoft.com/office/powerpoint/2010/main" val="645244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82E4F-15D0-415C-B418-B0A3776B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SHAP de la logística v3 reconstruida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D1939-CDF5-478A-87C7-5C47FB26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Notebook autónomo v3, ejecución 26/10/2026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E10D8-7EE9-465F-BC90-1EC98EC3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590BC-834F-4C9E-9E12-F9B9481AEF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92f81919e4dc7"/>
          <a:srcRect xmlns:a="http://schemas.openxmlformats.org/drawingml/2006/main" l="0" t="4388" r="9655" b="49601"/>
          <a:stretch xmlns:a="http://schemas.openxmlformats.org/drawingml/2006/main"/>
        </p:blipFill>
        <p:spPr>
          <a:xfrm xmlns:a="http://schemas.openxmlformats.org/drawingml/2006/main">
            <a:off x="571500" y="1762125"/>
            <a:ext cx="10858500" cy="368337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7D055-647B-4653-8E00-07EB73E1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0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8 de 192 columnas. Referencia: 500 train; 1.000 validación. Gráfico completo en notebook.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5AEB0-1A52-4C60-8A11-D8E352A433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14a426ed24fd5"/>
          <a:srcRect xmlns:a="http://schemas.openxmlformats.org/drawingml/2006/main" l="0" t="90293" r="9655" b="1064"/>
          <a:stretch xmlns:a="http://schemas.openxmlformats.org/drawingml/2006/main"/>
        </p:blipFill>
        <p:spPr>
          <a:xfrm xmlns:a="http://schemas.openxmlformats.org/drawingml/2006/main">
            <a:off x="571500" y="5445499"/>
            <a:ext cx="10858500" cy="69196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60842-5C31-4F09-B7FA-6C0955AA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C00045"/>
                </a:solidFill>
                <a:latin typeface="Arial"/>
                <a:ea typeface="Arial"/>
                <a:cs typeface="Arial"/>
              </a:defRPr>
            </a:defPPr>
            <a:lvl1pPr>
              <a:defRPr sz="1725">
                <a:solidFill>
                  <a:srgbClr val="C00045"/>
                </a:solidFill>
                <a:latin typeface="Arial"/>
                <a:ea typeface="Arial"/>
                <a:cs typeface="Arial"/>
              </a:defRPr>
            </a:lvl1pPr>
            <a:lvl2pPr>
              <a:defRPr sz="1725">
                <a:solidFill>
                  <a:srgbClr val="C00045"/>
                </a:solidFill>
                <a:latin typeface="Arial"/>
                <a:ea typeface="Arial"/>
                <a:cs typeface="Arial"/>
              </a:defRPr>
            </a:lvl2pPr>
            <a:lvl3pPr>
              <a:defRPr sz="1725">
                <a:solidFill>
                  <a:srgbClr val="C00045"/>
                </a:solidFill>
                <a:latin typeface="Arial"/>
                <a:ea typeface="Arial"/>
                <a:cs typeface="Arial"/>
              </a:defRPr>
            </a:lvl3pPr>
            <a:lvl4pPr>
              <a:defRPr sz="1725">
                <a:solidFill>
                  <a:srgbClr val="C00045"/>
                </a:solidFill>
                <a:latin typeface="Arial"/>
                <a:ea typeface="Arial"/>
                <a:cs typeface="Arial"/>
              </a:defRPr>
            </a:lvl4pPr>
            <a:lvl5pPr>
              <a:defRPr sz="1725">
                <a:solidFill>
                  <a:srgbClr val="C00045"/>
                </a:solidFill>
                <a:latin typeface="Arial"/>
                <a:ea typeface="Arial"/>
                <a:cs typeface="Arial"/>
              </a:defRPr>
            </a:lvl5pPr>
            <a:lvl6pPr>
              <a:defRPr sz="1725">
                <a:solidFill>
                  <a:srgbClr val="C00045"/>
                </a:solidFill>
                <a:latin typeface="Arial"/>
                <a:ea typeface="Arial"/>
                <a:cs typeface="Arial"/>
              </a:defRPr>
            </a:lvl6pPr>
            <a:lvl7pPr>
              <a:defRPr sz="1725">
                <a:solidFill>
                  <a:srgbClr val="C00045"/>
                </a:solidFill>
                <a:latin typeface="Arial"/>
                <a:ea typeface="Arial"/>
                <a:cs typeface="Arial"/>
              </a:defRPr>
            </a:lvl7pPr>
            <a:lvl8pPr>
              <a:defRPr sz="1725">
                <a:solidFill>
                  <a:srgbClr val="C00045"/>
                </a:solidFill>
                <a:latin typeface="Arial"/>
                <a:ea typeface="Arial"/>
                <a:cs typeface="Arial"/>
              </a:defRPr>
            </a:lvl8pPr>
            <a:lvl9pPr>
              <a:defRPr sz="1725">
                <a:solidFill>
                  <a:srgbClr val="C000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>
                <a:solidFill>
                  <a:srgbClr val="C000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C00045"/>
                </a:solidFill>
                <a:latin typeface="Arial"/>
                <a:ea typeface="Arial"/>
                <a:cs typeface="Arial"/>
              </a:rPr>
              <a:t>Rojo: valor alto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B3462-A838-4A99-9E52-4179481B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81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0068BE"/>
                </a:solidFill>
                <a:latin typeface="Arial"/>
                <a:ea typeface="Arial"/>
                <a:cs typeface="Arial"/>
              </a:defRPr>
            </a:defPPr>
            <a:lvl1pPr>
              <a:defRPr sz="1725">
                <a:solidFill>
                  <a:srgbClr val="0068BE"/>
                </a:solidFill>
                <a:latin typeface="Arial"/>
                <a:ea typeface="Arial"/>
                <a:cs typeface="Arial"/>
              </a:defRPr>
            </a:lvl1pPr>
            <a:lvl2pPr>
              <a:defRPr sz="1725">
                <a:solidFill>
                  <a:srgbClr val="0068BE"/>
                </a:solidFill>
                <a:latin typeface="Arial"/>
                <a:ea typeface="Arial"/>
                <a:cs typeface="Arial"/>
              </a:defRPr>
            </a:lvl2pPr>
            <a:lvl3pPr>
              <a:defRPr sz="1725">
                <a:solidFill>
                  <a:srgbClr val="0068BE"/>
                </a:solidFill>
                <a:latin typeface="Arial"/>
                <a:ea typeface="Arial"/>
                <a:cs typeface="Arial"/>
              </a:defRPr>
            </a:lvl3pPr>
            <a:lvl4pPr>
              <a:defRPr sz="1725">
                <a:solidFill>
                  <a:srgbClr val="0068BE"/>
                </a:solidFill>
                <a:latin typeface="Arial"/>
                <a:ea typeface="Arial"/>
                <a:cs typeface="Arial"/>
              </a:defRPr>
            </a:lvl4pPr>
            <a:lvl5pPr>
              <a:defRPr sz="1725">
                <a:solidFill>
                  <a:srgbClr val="0068BE"/>
                </a:solidFill>
                <a:latin typeface="Arial"/>
                <a:ea typeface="Arial"/>
                <a:cs typeface="Arial"/>
              </a:defRPr>
            </a:lvl5pPr>
            <a:lvl6pPr>
              <a:defRPr sz="1725">
                <a:solidFill>
                  <a:srgbClr val="0068BE"/>
                </a:solidFill>
                <a:latin typeface="Arial"/>
                <a:ea typeface="Arial"/>
                <a:cs typeface="Arial"/>
              </a:defRPr>
            </a:lvl6pPr>
            <a:lvl7pPr>
              <a:defRPr sz="1725">
                <a:solidFill>
                  <a:srgbClr val="0068BE"/>
                </a:solidFill>
                <a:latin typeface="Arial"/>
                <a:ea typeface="Arial"/>
                <a:cs typeface="Arial"/>
              </a:defRPr>
            </a:lvl7pPr>
            <a:lvl8pPr>
              <a:defRPr sz="1725">
                <a:solidFill>
                  <a:srgbClr val="0068BE"/>
                </a:solidFill>
                <a:latin typeface="Arial"/>
                <a:ea typeface="Arial"/>
                <a:cs typeface="Arial"/>
              </a:defRPr>
            </a:lvl8pPr>
            <a:lvl9pPr>
              <a:defRPr sz="1725">
                <a:solidFill>
                  <a:srgbClr val="0068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>
                <a:solidFill>
                  <a:srgbClr val="0068BE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0068BE"/>
                </a:solidFill>
                <a:latin typeface="Arial"/>
                <a:ea typeface="Arial"/>
                <a:cs typeface="Arial"/>
              </a:rPr>
              <a:t>Azul: valor bajo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6987D-50D5-4BB2-9167-A0C2A580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381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72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72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72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72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72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72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72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72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72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43746"/>
                </a:solidFill>
                <a:latin typeface="Arial"/>
                <a:ea typeface="Arial"/>
                <a:cs typeface="Arial"/>
              </a:rPr>
              <a:t>Posición horizontal: contribución en log-odds</a:t>
            </a:r>
          </a:p>
        </p:txBody>
      </p:sp>
    </p:spTree>
    <p:extLst>
      <p:ext uri="{BB962C8B-B14F-4D97-AF65-F5344CB8AC3E}">
        <p14:creationId xmlns:p14="http://schemas.microsoft.com/office/powerpoint/2010/main" val="17043605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E138C-C105-4DFC-A715-E4565E45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Waterfall: mayor score de validación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08658-95DA-4C45-AF70-CCC243F4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Notebook autónomo v3, ejecución 26/10/2026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EA4A8-0516-4CA3-9843-E265FCD2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B2018-5E69-4DC1-9979-5ADD51BE85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473e04c704383"/>
          <a:stretch xmlns:a="http://schemas.openxmlformats.org/drawingml/2006/main"/>
        </p:blipFill>
        <p:spPr>
          <a:xfrm xmlns:a="http://schemas.openxmlformats.org/drawingml/2006/main">
            <a:off x="1829889" y="1257300"/>
            <a:ext cx="8532221" cy="4905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861C8-BE19-4BD2-A3FD-65AD5148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62025"/>
            <a:ext cx="1085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ID 60173 · score 0,99856 · lead_time está escalado (no son días)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DB129-32A4-493C-BD09-6E4C6957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43746"/>
                </a:solidFill>
                <a:latin typeface="Arial"/>
                <a:ea typeface="Arial"/>
                <a:cs typeface="Arial"/>
              </a:rPr>
              <a:t>Rojo suma y azul resta al margen. Escala: log-odds, no puntos porcentuales.</a:t>
            </a:r>
          </a:p>
        </p:txBody>
      </p:sp>
    </p:spTree>
    <p:extLst>
      <p:ext uri="{BB962C8B-B14F-4D97-AF65-F5344CB8AC3E}">
        <p14:creationId xmlns:p14="http://schemas.microsoft.com/office/powerpoint/2010/main" val="8376035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E1EF8-F06B-41F8-8FBD-C19F3F38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Waterfall: menor score de validación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C3621-AC8E-4277-AA0C-5A22DB54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Notebook autónomo v3, ejecución 26/10/2026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B2BB4-F412-4CD8-819A-FE57369F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6BC2F-5F7E-4B9C-B0AD-33407FE7EB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8780c5d614da4"/>
          <a:stretch xmlns:a="http://schemas.openxmlformats.org/drawingml/2006/main"/>
        </p:blipFill>
        <p:spPr>
          <a:xfrm xmlns:a="http://schemas.openxmlformats.org/drawingml/2006/main">
            <a:off x="1826628" y="1257300"/>
            <a:ext cx="8538745" cy="4905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4A477-787B-4E45-BA7D-F067FF71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62025"/>
            <a:ext cx="1085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ID 29898 · score 0,00064 · lead_time está escalado (no son días)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3DE37-7709-40FC-8F41-E8908A8D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43746"/>
                </a:solidFill>
                <a:latin typeface="Arial"/>
                <a:ea typeface="Arial"/>
                <a:cs typeface="Arial"/>
              </a:rPr>
              <a:t>Rojo suma y azul resta al margen. Escala: log-odds, no puntos porcentuales.</a:t>
            </a:r>
          </a:p>
        </p:txBody>
      </p:sp>
    </p:spTree>
    <p:extLst>
      <p:ext uri="{BB962C8B-B14F-4D97-AF65-F5344CB8AC3E}">
        <p14:creationId xmlns:p14="http://schemas.microsoft.com/office/powerpoint/2010/main" val="21123308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048E1-416B-46CB-81E5-9A4EB851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Uso propuesto, límites y próximos pasos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6AD2C-A81E-4302-A672-380FD6A1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Notebook autónomo v3, ejecución 26/10/2026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D5840-3DC9-4885-825C-0F7966A8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5DED5-03C3-4F01-8DF2-6518B2F4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Uso: una cola de revisión humana con capacidad y cobertura monitorizadas.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3674A-956F-49DE-9B95-A28425DB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Límites: cohortes retrospectivas, snapshots inciertos y test previamente expuesto.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1F875-0F0D-4226-B07F-9FFCF2C6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Siguiente paso: reservas nuevas con IDs, snapshots, seguimiento y costes.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5B494-D463-4F55-879D-09EB4FA5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Piloto controlado para medir utilidad y consecuencias del contacto.</a:t>
            </a:r>
          </a:p>
        </p:txBody>
      </p:sp>
    </p:spTree>
    <p:extLst>
      <p:ext uri="{BB962C8B-B14F-4D97-AF65-F5344CB8AC3E}">
        <p14:creationId xmlns:p14="http://schemas.microsoft.com/office/powerpoint/2010/main" val="1497478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2026-10-26T21:41:16.6870000Z</dcterms:created>
  <dcterms:modified xsi:type="dcterms:W3CDTF">2026-10-26T21:41:16.6870000Z</dcterms:modified>
</coreProperties>
</file>